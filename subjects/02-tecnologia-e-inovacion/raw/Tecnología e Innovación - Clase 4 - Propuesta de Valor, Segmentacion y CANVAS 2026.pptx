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88" r:id="rId5"/>
    <p:sldId id="259" r:id="rId6"/>
    <p:sldId id="260" r:id="rId7"/>
    <p:sldId id="261" r:id="rId8"/>
    <p:sldId id="262" r:id="rId9"/>
    <p:sldId id="289" r:id="rId10"/>
    <p:sldId id="263" r:id="rId11"/>
    <p:sldId id="264" r:id="rId12"/>
    <p:sldId id="290" r:id="rId13"/>
    <p:sldId id="265" r:id="rId14"/>
    <p:sldId id="291" r:id="rId15"/>
    <p:sldId id="266" r:id="rId16"/>
    <p:sldId id="267" r:id="rId17"/>
    <p:sldId id="268" r:id="rId18"/>
    <p:sldId id="295" r:id="rId19"/>
    <p:sldId id="294" r:id="rId20"/>
    <p:sldId id="270" r:id="rId21"/>
    <p:sldId id="292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93" r:id="rId30"/>
    <p:sldId id="278" r:id="rId31"/>
    <p:sldId id="279" r:id="rId32"/>
    <p:sldId id="280" r:id="rId33"/>
    <p:sldId id="282" r:id="rId34"/>
    <p:sldId id="283" r:id="rId35"/>
    <p:sldId id="284" r:id="rId36"/>
    <p:sldId id="285" r:id="rId37"/>
    <p:sldId id="286" r:id="rId38"/>
    <p:sldId id="281" r:id="rId3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38" y="-4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47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2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20321C-14C6-4C29-8BDB-80863BB0401F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14B1B6-D4A7-4102-83DE-A90C7D8542A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18350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uykawasaki.com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MX" b="0" i="0" dirty="0">
                <a:solidFill>
                  <a:srgbClr val="0A0A0A"/>
                </a:solidFill>
                <a:effectLst/>
                <a:latin typeface="Google Sans"/>
              </a:rPr>
              <a:t>Especialista en marketing y tecnología </a:t>
            </a:r>
            <a:r>
              <a:rPr lang="es-MX" b="0" i="0" dirty="0">
                <a:solidFill>
                  <a:srgbClr val="1A0DAB"/>
                </a:solidFill>
                <a:effectLst/>
                <a:latin typeface="Google Sans"/>
                <a:hlinkClick r:id="rId3"/>
              </a:rPr>
              <a:t>Guy Kawasaki</a:t>
            </a:r>
            <a:r>
              <a:rPr lang="es-MX" b="0" i="0" dirty="0">
                <a:solidFill>
                  <a:srgbClr val="0A0A0A"/>
                </a:solidFill>
                <a:effectLst/>
                <a:latin typeface="Google Sans"/>
              </a:rPr>
              <a:t>. </a:t>
            </a:r>
            <a:endParaRPr lang="es-MX" b="0" i="0" dirty="0">
              <a:solidFill>
                <a:srgbClr val="56595E"/>
              </a:solidFill>
              <a:effectLst/>
              <a:latin typeface="Google Sans"/>
            </a:endParaRPr>
          </a:p>
          <a:p>
            <a:br>
              <a:rPr lang="es-MX" dirty="0"/>
            </a:b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4B1B6-D4A7-4102-83DE-A90C7D8542A6}" type="slidenum">
              <a:rPr lang="es-AR" smtClean="0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51349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b="1" i="0" dirty="0">
                <a:solidFill>
                  <a:srgbClr val="16171A"/>
                </a:solidFill>
                <a:effectLst/>
                <a:latin typeface="Google Sans"/>
              </a:rPr>
              <a:t>B2C</a:t>
            </a:r>
            <a:r>
              <a:rPr lang="es-AR" b="0" i="0" dirty="0">
                <a:solidFill>
                  <a:srgbClr val="16171A"/>
                </a:solidFill>
                <a:effectLst/>
                <a:latin typeface="Google Sans"/>
              </a:rPr>
              <a:t> </a:t>
            </a:r>
            <a:r>
              <a:rPr lang="es-AR" dirty="0"/>
              <a:t>significa </a:t>
            </a:r>
            <a:r>
              <a:rPr lang="es-AR" b="1" dirty="0">
                <a:effectLst/>
              </a:rPr>
              <a:t>Business-</a:t>
            </a:r>
            <a:r>
              <a:rPr lang="es-AR" b="1" dirty="0" err="1">
                <a:effectLst/>
              </a:rPr>
              <a:t>to</a:t>
            </a:r>
            <a:r>
              <a:rPr lang="es-AR" b="1" dirty="0">
                <a:effectLst/>
              </a:rPr>
              <a:t>-</a:t>
            </a:r>
            <a:r>
              <a:rPr lang="es-AR" b="1" dirty="0" err="1">
                <a:effectLst/>
              </a:rPr>
              <a:t>Consumer</a:t>
            </a:r>
            <a:r>
              <a:rPr lang="es-AR" b="0" i="0" dirty="0">
                <a:solidFill>
                  <a:srgbClr val="16171A"/>
                </a:solidFill>
                <a:effectLst/>
                <a:latin typeface="Google Sans"/>
              </a:rPr>
              <a:t>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4B1B6-D4A7-4102-83DE-A90C7D8542A6}" type="slidenum">
              <a:rPr lang="es-AR" smtClean="0"/>
              <a:t>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0609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b="1" i="0" dirty="0">
                <a:solidFill>
                  <a:srgbClr val="16171A"/>
                </a:solidFill>
                <a:effectLst/>
                <a:latin typeface="Google Sans"/>
              </a:rPr>
              <a:t>B2C</a:t>
            </a:r>
            <a:r>
              <a:rPr lang="es-AR" b="0" i="0" dirty="0">
                <a:solidFill>
                  <a:srgbClr val="16171A"/>
                </a:solidFill>
                <a:effectLst/>
                <a:latin typeface="Google Sans"/>
              </a:rPr>
              <a:t> </a:t>
            </a:r>
            <a:r>
              <a:rPr lang="es-AR" dirty="0"/>
              <a:t>significa </a:t>
            </a:r>
            <a:r>
              <a:rPr lang="es-AR" b="1" dirty="0">
                <a:effectLst/>
              </a:rPr>
              <a:t>Business-</a:t>
            </a:r>
            <a:r>
              <a:rPr lang="es-AR" b="1" dirty="0" err="1">
                <a:effectLst/>
              </a:rPr>
              <a:t>to</a:t>
            </a:r>
            <a:r>
              <a:rPr lang="es-AR" b="1" dirty="0">
                <a:effectLst/>
              </a:rPr>
              <a:t>-</a:t>
            </a:r>
            <a:r>
              <a:rPr lang="es-AR" b="1" dirty="0" err="1">
                <a:effectLst/>
              </a:rPr>
              <a:t>Consumer</a:t>
            </a:r>
            <a:r>
              <a:rPr lang="es-AR" b="0" i="0" dirty="0">
                <a:solidFill>
                  <a:srgbClr val="16171A"/>
                </a:solidFill>
                <a:effectLst/>
                <a:latin typeface="Google Sans"/>
              </a:rPr>
              <a:t>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4B1B6-D4A7-4102-83DE-A90C7D8542A6}" type="slidenum">
              <a:rPr lang="es-AR" smtClean="0"/>
              <a:t>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65439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s-MX" b="1" i="0">
              <a:solidFill>
                <a:srgbClr val="16171A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1" i="0">
                <a:solidFill>
                  <a:srgbClr val="16171A"/>
                </a:solidFill>
                <a:effectLst/>
                <a:latin typeface="Google Sans"/>
              </a:rPr>
              <a:t>Psicología </a:t>
            </a:r>
            <a:r>
              <a:rPr lang="es-MX" b="1" i="0" dirty="0">
                <a:solidFill>
                  <a:srgbClr val="16171A"/>
                </a:solidFill>
                <a:effectLst/>
                <a:latin typeface="Google Sans"/>
              </a:rPr>
              <a:t>Humanista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rgbClr val="16171A"/>
                </a:solidFill>
                <a:effectLst/>
                <a:latin typeface="Google Sans"/>
              </a:rPr>
              <a:t>Año de creación:</a:t>
            </a:r>
            <a:r>
              <a:rPr lang="es-MX" b="0" i="0" dirty="0">
                <a:solidFill>
                  <a:srgbClr val="16171A"/>
                </a:solidFill>
                <a:effectLst/>
                <a:latin typeface="Google Sans"/>
              </a:rPr>
              <a:t> La teoría fue presentada en </a:t>
            </a:r>
            <a:r>
              <a:rPr lang="es-MX" b="1" i="0" dirty="0">
                <a:solidFill>
                  <a:srgbClr val="16171A"/>
                </a:solidFill>
                <a:effectLst/>
                <a:latin typeface="Google Sans"/>
              </a:rPr>
              <a:t>1943</a:t>
            </a:r>
            <a:r>
              <a:rPr lang="es-MX" b="0" i="0" dirty="0">
                <a:solidFill>
                  <a:srgbClr val="16171A"/>
                </a:solidFill>
                <a:effectLst/>
                <a:latin typeface="Google Sans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rgbClr val="16171A"/>
                </a:solidFill>
                <a:effectLst/>
                <a:latin typeface="Google Sans"/>
              </a:rPr>
              <a:t>Publicación original:</a:t>
            </a:r>
            <a:r>
              <a:rPr lang="es-MX" b="0" i="0" dirty="0">
                <a:solidFill>
                  <a:srgbClr val="16171A"/>
                </a:solidFill>
                <a:effectLst/>
                <a:latin typeface="Google Sans"/>
              </a:rPr>
              <a:t> Apareció por primera vez en su artículo científico titulado </a:t>
            </a:r>
            <a:r>
              <a:rPr lang="es-MX" b="0" i="1" dirty="0">
                <a:solidFill>
                  <a:srgbClr val="16171A"/>
                </a:solidFill>
                <a:effectLst/>
                <a:latin typeface="Google Sans"/>
              </a:rPr>
              <a:t>"Una teoría sobre la motivación humana"</a:t>
            </a:r>
            <a:r>
              <a:rPr lang="es-MX" b="0" i="0" dirty="0">
                <a:solidFill>
                  <a:srgbClr val="16171A"/>
                </a:solidFill>
                <a:effectLst/>
                <a:latin typeface="Google Sans"/>
              </a:rPr>
              <a:t> (</a:t>
            </a:r>
            <a:r>
              <a:rPr lang="es-MX" b="0" i="1" dirty="0">
                <a:solidFill>
                  <a:srgbClr val="16171A"/>
                </a:solidFill>
                <a:effectLst/>
                <a:latin typeface="Google Sans"/>
              </a:rPr>
              <a:t>A </a:t>
            </a:r>
            <a:r>
              <a:rPr lang="es-MX" b="0" i="1" dirty="0" err="1">
                <a:solidFill>
                  <a:srgbClr val="16171A"/>
                </a:solidFill>
                <a:effectLst/>
                <a:latin typeface="Google Sans"/>
              </a:rPr>
              <a:t>Theory</a:t>
            </a:r>
            <a:r>
              <a:rPr lang="es-MX" b="0" i="1" dirty="0">
                <a:solidFill>
                  <a:srgbClr val="16171A"/>
                </a:solidFill>
                <a:effectLst/>
                <a:latin typeface="Google Sans"/>
              </a:rPr>
              <a:t> </a:t>
            </a:r>
            <a:r>
              <a:rPr lang="es-MX" b="0" i="1" dirty="0" err="1">
                <a:solidFill>
                  <a:srgbClr val="16171A"/>
                </a:solidFill>
                <a:effectLst/>
                <a:latin typeface="Google Sans"/>
              </a:rPr>
              <a:t>of</a:t>
            </a:r>
            <a:r>
              <a:rPr lang="es-MX" b="0" i="1" dirty="0">
                <a:solidFill>
                  <a:srgbClr val="16171A"/>
                </a:solidFill>
                <a:effectLst/>
                <a:latin typeface="Google Sans"/>
              </a:rPr>
              <a:t> Human </a:t>
            </a:r>
            <a:r>
              <a:rPr lang="es-MX" b="0" i="1" dirty="0" err="1">
                <a:solidFill>
                  <a:srgbClr val="16171A"/>
                </a:solidFill>
                <a:effectLst/>
                <a:latin typeface="Google Sans"/>
              </a:rPr>
              <a:t>Motivation</a:t>
            </a:r>
            <a:r>
              <a:rPr lang="es-MX" b="0" i="0" dirty="0">
                <a:solidFill>
                  <a:srgbClr val="16171A"/>
                </a:solidFill>
                <a:effectLst/>
                <a:latin typeface="Google Sans"/>
              </a:rPr>
              <a:t>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rgbClr val="16171A"/>
                </a:solidFill>
                <a:effectLst/>
                <a:latin typeface="Google Sans"/>
              </a:rPr>
              <a:t>Propósito:</a:t>
            </a:r>
            <a:r>
              <a:rPr lang="es-MX" b="0" i="0" dirty="0">
                <a:solidFill>
                  <a:srgbClr val="16171A"/>
                </a:solidFill>
                <a:effectLst/>
                <a:latin typeface="Google Sans"/>
              </a:rPr>
              <a:t> Maslow quería entender </a:t>
            </a:r>
            <a:r>
              <a:rPr lang="es-MX" b="1" i="0" dirty="0">
                <a:solidFill>
                  <a:srgbClr val="16171A"/>
                </a:solidFill>
                <a:effectLst/>
                <a:latin typeface="Google Sans"/>
              </a:rPr>
              <a:t>qué hace felices a las personas</a:t>
            </a:r>
            <a:r>
              <a:rPr lang="es-MX" b="0" i="0" dirty="0">
                <a:solidFill>
                  <a:srgbClr val="16171A"/>
                </a:solidFill>
                <a:effectLst/>
                <a:latin typeface="Google Sans"/>
              </a:rPr>
              <a:t> y qué las motiva a actuar en su día a día.</a:t>
            </a:r>
            <a:endParaRPr lang="es-MX" b="0" i="0" dirty="0">
              <a:solidFill>
                <a:srgbClr val="656773"/>
              </a:solidFill>
              <a:effectLst/>
              <a:latin typeface="Google Sans"/>
            </a:endParaRPr>
          </a:p>
          <a:p>
            <a:br>
              <a:rPr lang="es-MX" dirty="0"/>
            </a:b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4B1B6-D4A7-4102-83DE-A90C7D8542A6}" type="slidenum">
              <a:rPr lang="es-AR" smtClean="0"/>
              <a:t>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4952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https://youtu.be/kqH-6AfDvus?si=uUwMUAQ3YbWb28D0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4B1B6-D4A7-4102-83DE-A90C7D8542A6}" type="slidenum">
              <a:rPr lang="es-AR" smtClean="0"/>
              <a:t>15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537461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MX" dirty="0" err="1"/>
              <a:t>MisFit</a:t>
            </a:r>
            <a:r>
              <a:rPr lang="es-MX" dirty="0"/>
              <a:t>   </a:t>
            </a:r>
            <a:r>
              <a:rPr lang="es-AR" b="1" i="0" dirty="0">
                <a:solidFill>
                  <a:srgbClr val="16171A"/>
                </a:solidFill>
                <a:effectLst/>
                <a:latin typeface="Google Sans"/>
              </a:rPr>
              <a:t>desajuste"</a:t>
            </a:r>
            <a:r>
              <a:rPr lang="es-AR" b="0" i="0" dirty="0">
                <a:solidFill>
                  <a:srgbClr val="16171A"/>
                </a:solidFill>
                <a:effectLst/>
                <a:latin typeface="Google Sans"/>
              </a:rPr>
              <a:t>, </a:t>
            </a:r>
            <a:r>
              <a:rPr lang="es-AR" b="1" i="0" dirty="0">
                <a:solidFill>
                  <a:srgbClr val="16171A"/>
                </a:solidFill>
                <a:effectLst/>
                <a:latin typeface="Google Sans"/>
              </a:rPr>
              <a:t>"incompatibilidad"</a:t>
            </a:r>
            <a:r>
              <a:rPr lang="es-AR" b="0" i="0" dirty="0">
                <a:solidFill>
                  <a:srgbClr val="16171A"/>
                </a:solidFill>
                <a:effectLst/>
                <a:latin typeface="Google Sans"/>
              </a:rPr>
              <a:t> o </a:t>
            </a:r>
            <a:r>
              <a:rPr lang="es-AR" b="1" i="0" dirty="0">
                <a:solidFill>
                  <a:srgbClr val="16171A"/>
                </a:solidFill>
                <a:effectLst/>
                <a:latin typeface="Google Sans"/>
              </a:rPr>
              <a:t>"falta de encaje"</a:t>
            </a:r>
            <a:r>
              <a:rPr lang="es-AR" b="0" i="0" dirty="0">
                <a:solidFill>
                  <a:srgbClr val="16171A"/>
                </a:solidFill>
                <a:effectLst/>
                <a:latin typeface="Google Sans"/>
              </a:rPr>
              <a:t>.</a:t>
            </a:r>
            <a:endParaRPr lang="es-AR" b="0" i="0" dirty="0">
              <a:solidFill>
                <a:srgbClr val="656773"/>
              </a:solidFill>
              <a:effectLst/>
              <a:latin typeface="Google Sans"/>
            </a:endParaRPr>
          </a:p>
          <a:p>
            <a:br>
              <a:rPr lang="es-AR" dirty="0"/>
            </a:b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4B1B6-D4A7-4102-83DE-A90C7D8542A6}" type="slidenum">
              <a:rPr lang="es-AR" smtClean="0"/>
              <a:t>17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82335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MX" dirty="0" err="1"/>
              <a:t>MisFit</a:t>
            </a:r>
            <a:r>
              <a:rPr lang="es-MX" dirty="0"/>
              <a:t>   </a:t>
            </a:r>
            <a:r>
              <a:rPr lang="es-AR" b="1" i="0" dirty="0">
                <a:solidFill>
                  <a:srgbClr val="16171A"/>
                </a:solidFill>
                <a:effectLst/>
                <a:latin typeface="Google Sans"/>
              </a:rPr>
              <a:t>desajuste"</a:t>
            </a:r>
            <a:r>
              <a:rPr lang="es-AR" b="0" i="0" dirty="0">
                <a:solidFill>
                  <a:srgbClr val="16171A"/>
                </a:solidFill>
                <a:effectLst/>
                <a:latin typeface="Google Sans"/>
              </a:rPr>
              <a:t>, </a:t>
            </a:r>
            <a:r>
              <a:rPr lang="es-AR" b="1" i="0" dirty="0">
                <a:solidFill>
                  <a:srgbClr val="16171A"/>
                </a:solidFill>
                <a:effectLst/>
                <a:latin typeface="Google Sans"/>
              </a:rPr>
              <a:t>"incompatibilidad"</a:t>
            </a:r>
            <a:r>
              <a:rPr lang="es-AR" b="0" i="0" dirty="0">
                <a:solidFill>
                  <a:srgbClr val="16171A"/>
                </a:solidFill>
                <a:effectLst/>
                <a:latin typeface="Google Sans"/>
              </a:rPr>
              <a:t> o </a:t>
            </a:r>
            <a:r>
              <a:rPr lang="es-AR" b="1" i="0" dirty="0">
                <a:solidFill>
                  <a:srgbClr val="16171A"/>
                </a:solidFill>
                <a:effectLst/>
                <a:latin typeface="Google Sans"/>
              </a:rPr>
              <a:t>"falta de encaje"</a:t>
            </a:r>
            <a:r>
              <a:rPr lang="es-AR" b="0" i="0" dirty="0">
                <a:solidFill>
                  <a:srgbClr val="16171A"/>
                </a:solidFill>
                <a:effectLst/>
                <a:latin typeface="Google Sans"/>
              </a:rPr>
              <a:t>.</a:t>
            </a:r>
            <a:endParaRPr lang="es-AR" b="0" i="0" dirty="0">
              <a:solidFill>
                <a:srgbClr val="656773"/>
              </a:solidFill>
              <a:effectLst/>
              <a:latin typeface="Google Sans"/>
            </a:endParaRPr>
          </a:p>
          <a:p>
            <a:br>
              <a:rPr lang="es-AR" dirty="0"/>
            </a:b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4B1B6-D4A7-4102-83DE-A90C7D8542A6}" type="slidenum">
              <a:rPr lang="es-AR" smtClean="0"/>
              <a:t>18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330213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MX" dirty="0" err="1"/>
              <a:t>MisFit</a:t>
            </a:r>
            <a:r>
              <a:rPr lang="es-MX" dirty="0"/>
              <a:t>   </a:t>
            </a:r>
            <a:r>
              <a:rPr lang="es-AR" b="1" i="0" dirty="0">
                <a:solidFill>
                  <a:srgbClr val="16171A"/>
                </a:solidFill>
                <a:effectLst/>
                <a:latin typeface="Google Sans"/>
              </a:rPr>
              <a:t>desajuste"</a:t>
            </a:r>
            <a:r>
              <a:rPr lang="es-AR" b="0" i="0" dirty="0">
                <a:solidFill>
                  <a:srgbClr val="16171A"/>
                </a:solidFill>
                <a:effectLst/>
                <a:latin typeface="Google Sans"/>
              </a:rPr>
              <a:t>, </a:t>
            </a:r>
            <a:r>
              <a:rPr lang="es-AR" b="1" i="0" dirty="0">
                <a:solidFill>
                  <a:srgbClr val="16171A"/>
                </a:solidFill>
                <a:effectLst/>
                <a:latin typeface="Google Sans"/>
              </a:rPr>
              <a:t>"incompatibilidad"</a:t>
            </a:r>
            <a:r>
              <a:rPr lang="es-AR" b="0" i="0" dirty="0">
                <a:solidFill>
                  <a:srgbClr val="16171A"/>
                </a:solidFill>
                <a:effectLst/>
                <a:latin typeface="Google Sans"/>
              </a:rPr>
              <a:t> o </a:t>
            </a:r>
            <a:r>
              <a:rPr lang="es-AR" b="1" i="0" dirty="0">
                <a:solidFill>
                  <a:srgbClr val="16171A"/>
                </a:solidFill>
                <a:effectLst/>
                <a:latin typeface="Google Sans"/>
              </a:rPr>
              <a:t>"falta de encaje"</a:t>
            </a:r>
            <a:r>
              <a:rPr lang="es-AR" b="0" i="0" dirty="0">
                <a:solidFill>
                  <a:srgbClr val="16171A"/>
                </a:solidFill>
                <a:effectLst/>
                <a:latin typeface="Google Sans"/>
              </a:rPr>
              <a:t>.</a:t>
            </a:r>
            <a:endParaRPr lang="es-AR" b="0" i="0" dirty="0">
              <a:solidFill>
                <a:srgbClr val="656773"/>
              </a:solidFill>
              <a:effectLst/>
              <a:latin typeface="Google Sans"/>
            </a:endParaRPr>
          </a:p>
          <a:p>
            <a:br>
              <a:rPr lang="es-AR" dirty="0"/>
            </a:b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4B1B6-D4A7-4102-83DE-A90C7D8542A6}" type="slidenum">
              <a:rPr lang="es-AR" smtClean="0"/>
              <a:t>19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947433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MX" b="0" i="0" dirty="0">
                <a:solidFill>
                  <a:srgbClr val="16171A"/>
                </a:solidFill>
                <a:effectLst/>
                <a:latin typeface="Google Sans"/>
              </a:rPr>
              <a:t>Un </a:t>
            </a:r>
            <a:r>
              <a:rPr lang="es-MX" b="1" i="0" dirty="0">
                <a:solidFill>
                  <a:srgbClr val="16171A"/>
                </a:solidFill>
                <a:effectLst/>
                <a:latin typeface="Google Sans"/>
              </a:rPr>
              <a:t>MVP</a:t>
            </a:r>
            <a:r>
              <a:rPr lang="es-MX" b="0" i="0" dirty="0">
                <a:solidFill>
                  <a:srgbClr val="16171A"/>
                </a:solidFill>
                <a:effectLst/>
                <a:latin typeface="Google Sans"/>
              </a:rPr>
              <a:t> (siglas en inglés para </a:t>
            </a:r>
            <a:r>
              <a:rPr lang="es-MX" b="1" i="0" dirty="0" err="1">
                <a:solidFill>
                  <a:srgbClr val="16171A"/>
                </a:solidFill>
                <a:effectLst/>
                <a:latin typeface="Google Sans"/>
              </a:rPr>
              <a:t>Minimum</a:t>
            </a:r>
            <a:r>
              <a:rPr lang="es-MX" b="1" i="0" dirty="0">
                <a:solidFill>
                  <a:srgbClr val="16171A"/>
                </a:solidFill>
                <a:effectLst/>
                <a:latin typeface="Google Sans"/>
              </a:rPr>
              <a:t> Viable </a:t>
            </a:r>
            <a:r>
              <a:rPr lang="es-MX" b="1" i="0" dirty="0" err="1">
                <a:solidFill>
                  <a:srgbClr val="16171A"/>
                </a:solidFill>
                <a:effectLst/>
                <a:latin typeface="Google Sans"/>
              </a:rPr>
              <a:t>Product</a:t>
            </a:r>
            <a:r>
              <a:rPr lang="es-MX" b="0" i="0" dirty="0">
                <a:solidFill>
                  <a:srgbClr val="16171A"/>
                </a:solidFill>
                <a:effectLst/>
                <a:latin typeface="Google Sans"/>
              </a:rPr>
              <a:t>, que significa </a:t>
            </a:r>
            <a:r>
              <a:rPr lang="es-MX" b="1" i="0" dirty="0">
                <a:solidFill>
                  <a:srgbClr val="16171A"/>
                </a:solidFill>
                <a:effectLst/>
                <a:latin typeface="Google Sans"/>
              </a:rPr>
              <a:t>Producto Mínimo Viable</a:t>
            </a:r>
            <a:r>
              <a:rPr lang="es-MX" b="0" i="0" dirty="0">
                <a:solidFill>
                  <a:srgbClr val="16171A"/>
                </a:solidFill>
                <a:effectLst/>
                <a:latin typeface="Google Sans"/>
              </a:rPr>
              <a:t>) es la versión más simple y básica de un producto que puedes lanzar al mercado.</a:t>
            </a:r>
            <a:endParaRPr lang="es-MX" b="0" i="0" dirty="0">
              <a:solidFill>
                <a:srgbClr val="656773"/>
              </a:solidFill>
              <a:effectLst/>
              <a:latin typeface="Google Sans"/>
            </a:endParaRPr>
          </a:p>
          <a:p>
            <a:br>
              <a:rPr lang="es-MX" dirty="0"/>
            </a:b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4B1B6-D4A7-4102-83DE-A90C7D8542A6}" type="slidenum">
              <a:rPr lang="es-AR" smtClean="0"/>
              <a:t>25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559904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MX" sz="1400" b="1" i="0" dirty="0">
                <a:solidFill>
                  <a:srgbClr val="001D35"/>
                </a:solidFill>
                <a:effectLst/>
                <a:latin typeface="Google Sans"/>
              </a:rPr>
              <a:t>Características de estas herramientas</a:t>
            </a:r>
          </a:p>
          <a:p>
            <a:pPr algn="l"/>
            <a:r>
              <a:rPr lang="es-MX" sz="1400" b="1" i="0" dirty="0">
                <a:solidFill>
                  <a:srgbClr val="0A0A0A"/>
                </a:solidFill>
                <a:effectLst/>
                <a:latin typeface="Google Sans"/>
              </a:rPr>
              <a:t>Análisis predictivo:</a:t>
            </a:r>
            <a:r>
              <a:rPr lang="es-MX" sz="1400" b="0" i="0" dirty="0">
                <a:solidFill>
                  <a:srgbClr val="0A0A0A"/>
                </a:solidFill>
                <a:effectLst/>
                <a:latin typeface="Google Sans"/>
              </a:rPr>
              <a:t> Procesan datos climáticos, de suelo y del rendimiento de cultivos para anticipar plagas o definir el momento exacto de siembra y cosecha. </a:t>
            </a:r>
          </a:p>
          <a:p>
            <a:pPr algn="l"/>
            <a:r>
              <a:rPr lang="es-MX" sz="1400" b="1" i="0" dirty="0">
                <a:solidFill>
                  <a:srgbClr val="0A0A0A"/>
                </a:solidFill>
                <a:effectLst/>
                <a:latin typeface="Google Sans"/>
              </a:rPr>
              <a:t>Agricultura de precisión:</a:t>
            </a:r>
            <a:r>
              <a:rPr lang="es-MX" sz="1400" b="0" i="0" dirty="0">
                <a:solidFill>
                  <a:srgbClr val="0A0A0A"/>
                </a:solidFill>
                <a:effectLst/>
                <a:latin typeface="Google Sans"/>
              </a:rPr>
              <a:t> Permiten aplicar insumos de forma variable según las necesidades específicas de cada metro cuadrado del lote. </a:t>
            </a:r>
          </a:p>
          <a:p>
            <a:pPr algn="l"/>
            <a:r>
              <a:rPr lang="es-MX" sz="1600" b="1" i="0" dirty="0">
                <a:solidFill>
                  <a:srgbClr val="0A0A0A"/>
                </a:solidFill>
                <a:effectLst/>
                <a:latin typeface="Google Sans"/>
              </a:rPr>
              <a:t>Asistentes inteligentes:</a:t>
            </a:r>
            <a:r>
              <a:rPr lang="es-MX" sz="1600" b="0" i="0" dirty="0">
                <a:solidFill>
                  <a:srgbClr val="0A0A0A"/>
                </a:solidFill>
                <a:effectLst/>
                <a:latin typeface="Google Sans"/>
              </a:rPr>
              <a:t> Utilizan modelos de lenguaje para automatizar tareas administrativas y la toma de decisiones financieras en el campo</a:t>
            </a:r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4B1B6-D4A7-4102-83DE-A90C7D8542A6}" type="slidenum">
              <a:rPr lang="es-AR" smtClean="0"/>
              <a:t>29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99356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4B1B6-D4A7-4102-83DE-A90C7D8542A6}" type="slidenum">
              <a:rPr lang="es-AR" smtClean="0"/>
              <a:t>30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209045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Propuesta de valor</a:t>
            </a:r>
          </a:p>
          <a:p>
            <a:r>
              <a:rPr lang="es-MX" dirty="0"/>
              <a:t>Flujo de Ingresos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4B1B6-D4A7-4102-83DE-A90C7D8542A6}" type="slidenum">
              <a:rPr lang="es-AR" smtClean="0"/>
              <a:t>35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50904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4E6AF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1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4E6AF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1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4E6AF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4E6AF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44204"/>
            <a:ext cx="18287999" cy="564832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8288000" cy="778510"/>
          </a:xfrm>
          <a:custGeom>
            <a:avLst/>
            <a:gdLst/>
            <a:ahLst/>
            <a:cxnLst/>
            <a:rect l="l" t="t" r="r" b="b"/>
            <a:pathLst>
              <a:path w="18288000" h="778510">
                <a:moveTo>
                  <a:pt x="18288000" y="777885"/>
                </a:moveTo>
                <a:lnTo>
                  <a:pt x="0" y="777885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777885"/>
                </a:lnTo>
                <a:close/>
              </a:path>
            </a:pathLst>
          </a:custGeom>
          <a:solidFill>
            <a:srgbClr val="4E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6053220" y="247166"/>
            <a:ext cx="1206500" cy="297180"/>
          </a:xfrm>
          <a:custGeom>
            <a:avLst/>
            <a:gdLst/>
            <a:ahLst/>
            <a:cxnLst/>
            <a:rect l="l" t="t" r="r" b="b"/>
            <a:pathLst>
              <a:path w="1206500" h="297180">
                <a:moveTo>
                  <a:pt x="297053" y="148526"/>
                </a:moveTo>
                <a:lnTo>
                  <a:pt x="289471" y="101574"/>
                </a:lnTo>
                <a:lnTo>
                  <a:pt x="268389" y="60807"/>
                </a:lnTo>
                <a:lnTo>
                  <a:pt x="236245" y="28651"/>
                </a:lnTo>
                <a:lnTo>
                  <a:pt x="195465" y="7569"/>
                </a:lnTo>
                <a:lnTo>
                  <a:pt x="148526" y="0"/>
                </a:lnTo>
                <a:lnTo>
                  <a:pt x="101587" y="7569"/>
                </a:lnTo>
                <a:lnTo>
                  <a:pt x="60807" y="28651"/>
                </a:lnTo>
                <a:lnTo>
                  <a:pt x="28663" y="60807"/>
                </a:lnTo>
                <a:lnTo>
                  <a:pt x="7569" y="101574"/>
                </a:lnTo>
                <a:lnTo>
                  <a:pt x="0" y="148526"/>
                </a:lnTo>
                <a:lnTo>
                  <a:pt x="7569" y="195465"/>
                </a:lnTo>
                <a:lnTo>
                  <a:pt x="28663" y="236232"/>
                </a:lnTo>
                <a:lnTo>
                  <a:pt x="60807" y="268389"/>
                </a:lnTo>
                <a:lnTo>
                  <a:pt x="101587" y="289471"/>
                </a:lnTo>
                <a:lnTo>
                  <a:pt x="148526" y="297040"/>
                </a:lnTo>
                <a:lnTo>
                  <a:pt x="195465" y="289471"/>
                </a:lnTo>
                <a:lnTo>
                  <a:pt x="236245" y="268389"/>
                </a:lnTo>
                <a:lnTo>
                  <a:pt x="268389" y="236232"/>
                </a:lnTo>
                <a:lnTo>
                  <a:pt x="289471" y="195465"/>
                </a:lnTo>
                <a:lnTo>
                  <a:pt x="297053" y="148526"/>
                </a:lnTo>
                <a:close/>
              </a:path>
              <a:path w="1206500" h="297180">
                <a:moveTo>
                  <a:pt x="751560" y="148526"/>
                </a:moveTo>
                <a:lnTo>
                  <a:pt x="743991" y="101574"/>
                </a:lnTo>
                <a:lnTo>
                  <a:pt x="722909" y="60807"/>
                </a:lnTo>
                <a:lnTo>
                  <a:pt x="690753" y="28651"/>
                </a:lnTo>
                <a:lnTo>
                  <a:pt x="649986" y="7569"/>
                </a:lnTo>
                <a:lnTo>
                  <a:pt x="603034" y="0"/>
                </a:lnTo>
                <a:lnTo>
                  <a:pt x="556094" y="7569"/>
                </a:lnTo>
                <a:lnTo>
                  <a:pt x="515327" y="28651"/>
                </a:lnTo>
                <a:lnTo>
                  <a:pt x="483171" y="60807"/>
                </a:lnTo>
                <a:lnTo>
                  <a:pt x="462089" y="101574"/>
                </a:lnTo>
                <a:lnTo>
                  <a:pt x="454520" y="148526"/>
                </a:lnTo>
                <a:lnTo>
                  <a:pt x="462089" y="195465"/>
                </a:lnTo>
                <a:lnTo>
                  <a:pt x="483171" y="236232"/>
                </a:lnTo>
                <a:lnTo>
                  <a:pt x="515327" y="268389"/>
                </a:lnTo>
                <a:lnTo>
                  <a:pt x="556094" y="289471"/>
                </a:lnTo>
                <a:lnTo>
                  <a:pt x="603034" y="297040"/>
                </a:lnTo>
                <a:lnTo>
                  <a:pt x="649986" y="289471"/>
                </a:lnTo>
                <a:lnTo>
                  <a:pt x="690753" y="268389"/>
                </a:lnTo>
                <a:lnTo>
                  <a:pt x="722909" y="236232"/>
                </a:lnTo>
                <a:lnTo>
                  <a:pt x="743991" y="195465"/>
                </a:lnTo>
                <a:lnTo>
                  <a:pt x="751560" y="148526"/>
                </a:lnTo>
                <a:close/>
              </a:path>
              <a:path w="1206500" h="297180">
                <a:moveTo>
                  <a:pt x="1206068" y="148526"/>
                </a:moveTo>
                <a:lnTo>
                  <a:pt x="1198499" y="101574"/>
                </a:lnTo>
                <a:lnTo>
                  <a:pt x="1177417" y="60807"/>
                </a:lnTo>
                <a:lnTo>
                  <a:pt x="1145273" y="28651"/>
                </a:lnTo>
                <a:lnTo>
                  <a:pt x="1104493" y="7569"/>
                </a:lnTo>
                <a:lnTo>
                  <a:pt x="1057554" y="0"/>
                </a:lnTo>
                <a:lnTo>
                  <a:pt x="1010602" y="7569"/>
                </a:lnTo>
                <a:lnTo>
                  <a:pt x="969835" y="28651"/>
                </a:lnTo>
                <a:lnTo>
                  <a:pt x="937691" y="60807"/>
                </a:lnTo>
                <a:lnTo>
                  <a:pt x="916597" y="101574"/>
                </a:lnTo>
                <a:lnTo>
                  <a:pt x="909027" y="148526"/>
                </a:lnTo>
                <a:lnTo>
                  <a:pt x="916597" y="195465"/>
                </a:lnTo>
                <a:lnTo>
                  <a:pt x="937691" y="236232"/>
                </a:lnTo>
                <a:lnTo>
                  <a:pt x="969835" y="268389"/>
                </a:lnTo>
                <a:lnTo>
                  <a:pt x="1010602" y="289471"/>
                </a:lnTo>
                <a:lnTo>
                  <a:pt x="1057554" y="297040"/>
                </a:lnTo>
                <a:lnTo>
                  <a:pt x="1104493" y="289471"/>
                </a:lnTo>
                <a:lnTo>
                  <a:pt x="1145273" y="268389"/>
                </a:lnTo>
                <a:lnTo>
                  <a:pt x="1177417" y="236232"/>
                </a:lnTo>
                <a:lnTo>
                  <a:pt x="1198499" y="195465"/>
                </a:lnTo>
                <a:lnTo>
                  <a:pt x="1206068" y="1485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778510"/>
          </a:xfrm>
          <a:custGeom>
            <a:avLst/>
            <a:gdLst/>
            <a:ahLst/>
            <a:cxnLst/>
            <a:rect l="l" t="t" r="r" b="b"/>
            <a:pathLst>
              <a:path w="18288000" h="778510">
                <a:moveTo>
                  <a:pt x="18288000" y="777885"/>
                </a:moveTo>
                <a:lnTo>
                  <a:pt x="0" y="777885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777885"/>
                </a:lnTo>
                <a:close/>
              </a:path>
            </a:pathLst>
          </a:custGeom>
          <a:solidFill>
            <a:srgbClr val="4E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6053220" y="247166"/>
            <a:ext cx="1206500" cy="297180"/>
          </a:xfrm>
          <a:custGeom>
            <a:avLst/>
            <a:gdLst/>
            <a:ahLst/>
            <a:cxnLst/>
            <a:rect l="l" t="t" r="r" b="b"/>
            <a:pathLst>
              <a:path w="1206500" h="297180">
                <a:moveTo>
                  <a:pt x="297053" y="148526"/>
                </a:moveTo>
                <a:lnTo>
                  <a:pt x="289471" y="101574"/>
                </a:lnTo>
                <a:lnTo>
                  <a:pt x="268389" y="60807"/>
                </a:lnTo>
                <a:lnTo>
                  <a:pt x="236245" y="28651"/>
                </a:lnTo>
                <a:lnTo>
                  <a:pt x="195465" y="7569"/>
                </a:lnTo>
                <a:lnTo>
                  <a:pt x="148526" y="0"/>
                </a:lnTo>
                <a:lnTo>
                  <a:pt x="101587" y="7569"/>
                </a:lnTo>
                <a:lnTo>
                  <a:pt x="60807" y="28651"/>
                </a:lnTo>
                <a:lnTo>
                  <a:pt x="28663" y="60807"/>
                </a:lnTo>
                <a:lnTo>
                  <a:pt x="7569" y="101574"/>
                </a:lnTo>
                <a:lnTo>
                  <a:pt x="0" y="148526"/>
                </a:lnTo>
                <a:lnTo>
                  <a:pt x="7569" y="195465"/>
                </a:lnTo>
                <a:lnTo>
                  <a:pt x="28663" y="236232"/>
                </a:lnTo>
                <a:lnTo>
                  <a:pt x="60807" y="268389"/>
                </a:lnTo>
                <a:lnTo>
                  <a:pt x="101587" y="289471"/>
                </a:lnTo>
                <a:lnTo>
                  <a:pt x="148526" y="297040"/>
                </a:lnTo>
                <a:lnTo>
                  <a:pt x="195465" y="289471"/>
                </a:lnTo>
                <a:lnTo>
                  <a:pt x="236245" y="268389"/>
                </a:lnTo>
                <a:lnTo>
                  <a:pt x="268389" y="236232"/>
                </a:lnTo>
                <a:lnTo>
                  <a:pt x="289471" y="195465"/>
                </a:lnTo>
                <a:lnTo>
                  <a:pt x="297053" y="148526"/>
                </a:lnTo>
                <a:close/>
              </a:path>
              <a:path w="1206500" h="297180">
                <a:moveTo>
                  <a:pt x="751560" y="148526"/>
                </a:moveTo>
                <a:lnTo>
                  <a:pt x="743991" y="101574"/>
                </a:lnTo>
                <a:lnTo>
                  <a:pt x="722909" y="60807"/>
                </a:lnTo>
                <a:lnTo>
                  <a:pt x="690753" y="28651"/>
                </a:lnTo>
                <a:lnTo>
                  <a:pt x="649986" y="7569"/>
                </a:lnTo>
                <a:lnTo>
                  <a:pt x="603034" y="0"/>
                </a:lnTo>
                <a:lnTo>
                  <a:pt x="556094" y="7569"/>
                </a:lnTo>
                <a:lnTo>
                  <a:pt x="515327" y="28651"/>
                </a:lnTo>
                <a:lnTo>
                  <a:pt x="483171" y="60807"/>
                </a:lnTo>
                <a:lnTo>
                  <a:pt x="462089" y="101574"/>
                </a:lnTo>
                <a:lnTo>
                  <a:pt x="454520" y="148526"/>
                </a:lnTo>
                <a:lnTo>
                  <a:pt x="462089" y="195465"/>
                </a:lnTo>
                <a:lnTo>
                  <a:pt x="483171" y="236232"/>
                </a:lnTo>
                <a:lnTo>
                  <a:pt x="515327" y="268389"/>
                </a:lnTo>
                <a:lnTo>
                  <a:pt x="556094" y="289471"/>
                </a:lnTo>
                <a:lnTo>
                  <a:pt x="603034" y="297040"/>
                </a:lnTo>
                <a:lnTo>
                  <a:pt x="649986" y="289471"/>
                </a:lnTo>
                <a:lnTo>
                  <a:pt x="690753" y="268389"/>
                </a:lnTo>
                <a:lnTo>
                  <a:pt x="722909" y="236232"/>
                </a:lnTo>
                <a:lnTo>
                  <a:pt x="743991" y="195465"/>
                </a:lnTo>
                <a:lnTo>
                  <a:pt x="751560" y="148526"/>
                </a:lnTo>
                <a:close/>
              </a:path>
              <a:path w="1206500" h="297180">
                <a:moveTo>
                  <a:pt x="1206068" y="148526"/>
                </a:moveTo>
                <a:lnTo>
                  <a:pt x="1198499" y="101574"/>
                </a:lnTo>
                <a:lnTo>
                  <a:pt x="1177417" y="60807"/>
                </a:lnTo>
                <a:lnTo>
                  <a:pt x="1145273" y="28651"/>
                </a:lnTo>
                <a:lnTo>
                  <a:pt x="1104493" y="7569"/>
                </a:lnTo>
                <a:lnTo>
                  <a:pt x="1057554" y="0"/>
                </a:lnTo>
                <a:lnTo>
                  <a:pt x="1010602" y="7569"/>
                </a:lnTo>
                <a:lnTo>
                  <a:pt x="969835" y="28651"/>
                </a:lnTo>
                <a:lnTo>
                  <a:pt x="937691" y="60807"/>
                </a:lnTo>
                <a:lnTo>
                  <a:pt x="916597" y="101574"/>
                </a:lnTo>
                <a:lnTo>
                  <a:pt x="909027" y="148526"/>
                </a:lnTo>
                <a:lnTo>
                  <a:pt x="916597" y="195465"/>
                </a:lnTo>
                <a:lnTo>
                  <a:pt x="937691" y="236232"/>
                </a:lnTo>
                <a:lnTo>
                  <a:pt x="969835" y="268389"/>
                </a:lnTo>
                <a:lnTo>
                  <a:pt x="1010602" y="289471"/>
                </a:lnTo>
                <a:lnTo>
                  <a:pt x="1057554" y="297040"/>
                </a:lnTo>
                <a:lnTo>
                  <a:pt x="1104493" y="289471"/>
                </a:lnTo>
                <a:lnTo>
                  <a:pt x="1145273" y="268389"/>
                </a:lnTo>
                <a:lnTo>
                  <a:pt x="1177417" y="236232"/>
                </a:lnTo>
                <a:lnTo>
                  <a:pt x="1198499" y="195465"/>
                </a:lnTo>
                <a:lnTo>
                  <a:pt x="1206068" y="1485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960755"/>
            <a:ext cx="16256000" cy="2178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4E6AF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67525" y="4053737"/>
            <a:ext cx="8346440" cy="2320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1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778510"/>
          </a:xfrm>
          <a:custGeom>
            <a:avLst/>
            <a:gdLst/>
            <a:ahLst/>
            <a:cxnLst/>
            <a:rect l="l" t="t" r="r" b="b"/>
            <a:pathLst>
              <a:path w="18288000" h="778510">
                <a:moveTo>
                  <a:pt x="18288000" y="777885"/>
                </a:moveTo>
                <a:lnTo>
                  <a:pt x="0" y="777885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777885"/>
                </a:lnTo>
                <a:close/>
              </a:path>
            </a:pathLst>
          </a:custGeom>
          <a:solidFill>
            <a:srgbClr val="4E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400482" y="1392007"/>
            <a:ext cx="7505700" cy="7505700"/>
            <a:chOff x="9400482" y="1392007"/>
            <a:chExt cx="7505700" cy="7505700"/>
          </a:xfrm>
        </p:grpSpPr>
        <p:sp>
          <p:nvSpPr>
            <p:cNvPr id="4" name="object 4"/>
            <p:cNvSpPr/>
            <p:nvPr/>
          </p:nvSpPr>
          <p:spPr>
            <a:xfrm>
              <a:off x="9678732" y="1669996"/>
              <a:ext cx="6950075" cy="6950075"/>
            </a:xfrm>
            <a:custGeom>
              <a:avLst/>
              <a:gdLst/>
              <a:ahLst/>
              <a:cxnLst/>
              <a:rect l="l" t="t" r="r" b="b"/>
              <a:pathLst>
                <a:path w="6950075" h="6950075">
                  <a:moveTo>
                    <a:pt x="3431953" y="6949459"/>
                  </a:moveTo>
                  <a:lnTo>
                    <a:pt x="3304095" y="6945535"/>
                  </a:lnTo>
                  <a:lnTo>
                    <a:pt x="3176468" y="6936908"/>
                  </a:lnTo>
                  <a:lnTo>
                    <a:pt x="3049238" y="6923588"/>
                  </a:lnTo>
                  <a:lnTo>
                    <a:pt x="2922585" y="6905594"/>
                  </a:lnTo>
                  <a:lnTo>
                    <a:pt x="2796687" y="6882952"/>
                  </a:lnTo>
                  <a:lnTo>
                    <a:pt x="2671707" y="6855692"/>
                  </a:lnTo>
                  <a:lnTo>
                    <a:pt x="2547808" y="6823848"/>
                  </a:lnTo>
                  <a:lnTo>
                    <a:pt x="2425166" y="6787465"/>
                  </a:lnTo>
                  <a:lnTo>
                    <a:pt x="2303953" y="6746594"/>
                  </a:lnTo>
                  <a:lnTo>
                    <a:pt x="2184326" y="6701290"/>
                  </a:lnTo>
                  <a:lnTo>
                    <a:pt x="2066441" y="6651611"/>
                  </a:lnTo>
                  <a:lnTo>
                    <a:pt x="1950465" y="6597627"/>
                  </a:lnTo>
                  <a:lnTo>
                    <a:pt x="1836560" y="6539413"/>
                  </a:lnTo>
                  <a:lnTo>
                    <a:pt x="1724875" y="6477047"/>
                  </a:lnTo>
                  <a:lnTo>
                    <a:pt x="1615556" y="6410608"/>
                  </a:lnTo>
                  <a:lnTo>
                    <a:pt x="1508756" y="6340191"/>
                  </a:lnTo>
                  <a:lnTo>
                    <a:pt x="1404626" y="6265894"/>
                  </a:lnTo>
                  <a:lnTo>
                    <a:pt x="1303301" y="6187815"/>
                  </a:lnTo>
                  <a:lnTo>
                    <a:pt x="1204914" y="6106056"/>
                  </a:lnTo>
                  <a:lnTo>
                    <a:pt x="1109602" y="6020730"/>
                  </a:lnTo>
                  <a:lnTo>
                    <a:pt x="1017501" y="5931958"/>
                  </a:lnTo>
                  <a:lnTo>
                    <a:pt x="928729" y="5839856"/>
                  </a:lnTo>
                  <a:lnTo>
                    <a:pt x="843403" y="5744544"/>
                  </a:lnTo>
                  <a:lnTo>
                    <a:pt x="761643" y="5646156"/>
                  </a:lnTo>
                  <a:lnTo>
                    <a:pt x="683564" y="5544832"/>
                  </a:lnTo>
                  <a:lnTo>
                    <a:pt x="609267" y="5440701"/>
                  </a:lnTo>
                  <a:lnTo>
                    <a:pt x="538850" y="5333902"/>
                  </a:lnTo>
                  <a:lnTo>
                    <a:pt x="472412" y="5224583"/>
                  </a:lnTo>
                  <a:lnTo>
                    <a:pt x="410045" y="5112898"/>
                  </a:lnTo>
                  <a:lnTo>
                    <a:pt x="351831" y="4998993"/>
                  </a:lnTo>
                  <a:lnTo>
                    <a:pt x="297847" y="4883017"/>
                  </a:lnTo>
                  <a:lnTo>
                    <a:pt x="248168" y="4765132"/>
                  </a:lnTo>
                  <a:lnTo>
                    <a:pt x="202864" y="4645505"/>
                  </a:lnTo>
                  <a:lnTo>
                    <a:pt x="161994" y="4524291"/>
                  </a:lnTo>
                  <a:lnTo>
                    <a:pt x="125611" y="4401650"/>
                  </a:lnTo>
                  <a:lnTo>
                    <a:pt x="93767" y="4277752"/>
                  </a:lnTo>
                  <a:lnTo>
                    <a:pt x="66506" y="4152771"/>
                  </a:lnTo>
                  <a:lnTo>
                    <a:pt x="43864" y="4026873"/>
                  </a:lnTo>
                  <a:lnTo>
                    <a:pt x="25870" y="3900220"/>
                  </a:lnTo>
                  <a:lnTo>
                    <a:pt x="12551" y="3772990"/>
                  </a:lnTo>
                  <a:lnTo>
                    <a:pt x="3923" y="3645363"/>
                  </a:lnTo>
                  <a:lnTo>
                    <a:pt x="0" y="3517505"/>
                  </a:lnTo>
                  <a:lnTo>
                    <a:pt x="784" y="3389583"/>
                  </a:lnTo>
                  <a:lnTo>
                    <a:pt x="6277" y="3261776"/>
                  </a:lnTo>
                  <a:lnTo>
                    <a:pt x="16470" y="3134264"/>
                  </a:lnTo>
                  <a:lnTo>
                    <a:pt x="31349" y="3007214"/>
                  </a:lnTo>
                  <a:lnTo>
                    <a:pt x="50896" y="2880791"/>
                  </a:lnTo>
                  <a:lnTo>
                    <a:pt x="75083" y="2755174"/>
                  </a:lnTo>
                  <a:lnTo>
                    <a:pt x="103875" y="2630537"/>
                  </a:lnTo>
                  <a:lnTo>
                    <a:pt x="137235" y="2507046"/>
                  </a:lnTo>
                  <a:lnTo>
                    <a:pt x="175120" y="2384859"/>
                  </a:lnTo>
                  <a:lnTo>
                    <a:pt x="217477" y="2264150"/>
                  </a:lnTo>
                  <a:lnTo>
                    <a:pt x="264246" y="2145088"/>
                  </a:lnTo>
                  <a:lnTo>
                    <a:pt x="315365" y="2027828"/>
                  </a:lnTo>
                  <a:lnTo>
                    <a:pt x="370768" y="1912523"/>
                  </a:lnTo>
                  <a:lnTo>
                    <a:pt x="430378" y="1799335"/>
                  </a:lnTo>
                  <a:lnTo>
                    <a:pt x="494111" y="1688425"/>
                  </a:lnTo>
                  <a:lnTo>
                    <a:pt x="561883" y="1579934"/>
                  </a:lnTo>
                  <a:lnTo>
                    <a:pt x="633605" y="1474007"/>
                  </a:lnTo>
                  <a:lnTo>
                    <a:pt x="709178" y="1370791"/>
                  </a:lnTo>
                  <a:lnTo>
                    <a:pt x="788495" y="1270432"/>
                  </a:lnTo>
                  <a:lnTo>
                    <a:pt x="871452" y="1173060"/>
                  </a:lnTo>
                  <a:lnTo>
                    <a:pt x="957941" y="1078803"/>
                  </a:lnTo>
                  <a:lnTo>
                    <a:pt x="1047840" y="987793"/>
                  </a:lnTo>
                  <a:lnTo>
                    <a:pt x="1141025" y="900158"/>
                  </a:lnTo>
                  <a:lnTo>
                    <a:pt x="1237371" y="816012"/>
                  </a:lnTo>
                  <a:lnTo>
                    <a:pt x="1336754" y="735466"/>
                  </a:lnTo>
                  <a:lnTo>
                    <a:pt x="1439035" y="658632"/>
                  </a:lnTo>
                  <a:lnTo>
                    <a:pt x="1544069" y="585619"/>
                  </a:lnTo>
                  <a:lnTo>
                    <a:pt x="1651719" y="516521"/>
                  </a:lnTo>
                  <a:lnTo>
                    <a:pt x="1761846" y="451429"/>
                  </a:lnTo>
                  <a:lnTo>
                    <a:pt x="1874293" y="390435"/>
                  </a:lnTo>
                  <a:lnTo>
                    <a:pt x="1988904" y="333623"/>
                  </a:lnTo>
                  <a:lnTo>
                    <a:pt x="2105528" y="281069"/>
                  </a:lnTo>
                  <a:lnTo>
                    <a:pt x="2224013" y="232840"/>
                  </a:lnTo>
                  <a:lnTo>
                    <a:pt x="2344193" y="189005"/>
                  </a:lnTo>
                  <a:lnTo>
                    <a:pt x="2465900" y="149626"/>
                  </a:lnTo>
                  <a:lnTo>
                    <a:pt x="2588972" y="114752"/>
                  </a:lnTo>
                  <a:lnTo>
                    <a:pt x="2713252" y="84431"/>
                  </a:lnTo>
                  <a:lnTo>
                    <a:pt x="2838563" y="58705"/>
                  </a:lnTo>
                  <a:lnTo>
                    <a:pt x="2964730" y="37610"/>
                  </a:lnTo>
                  <a:lnTo>
                    <a:pt x="3091588" y="21172"/>
                  </a:lnTo>
                  <a:lnTo>
                    <a:pt x="3218972" y="9415"/>
                  </a:lnTo>
                  <a:lnTo>
                    <a:pt x="3346702" y="2354"/>
                  </a:lnTo>
                  <a:lnTo>
                    <a:pt x="3474598" y="0"/>
                  </a:lnTo>
                  <a:lnTo>
                    <a:pt x="3602495" y="2354"/>
                  </a:lnTo>
                  <a:lnTo>
                    <a:pt x="3730225" y="9415"/>
                  </a:lnTo>
                  <a:lnTo>
                    <a:pt x="3857608" y="21172"/>
                  </a:lnTo>
                  <a:lnTo>
                    <a:pt x="3984466" y="37610"/>
                  </a:lnTo>
                  <a:lnTo>
                    <a:pt x="4110633" y="58705"/>
                  </a:lnTo>
                  <a:lnTo>
                    <a:pt x="4235944" y="84431"/>
                  </a:lnTo>
                  <a:lnTo>
                    <a:pt x="4360224" y="114752"/>
                  </a:lnTo>
                  <a:lnTo>
                    <a:pt x="4483296" y="149626"/>
                  </a:lnTo>
                  <a:lnTo>
                    <a:pt x="4605003" y="189005"/>
                  </a:lnTo>
                  <a:lnTo>
                    <a:pt x="4725183" y="232840"/>
                  </a:lnTo>
                  <a:lnTo>
                    <a:pt x="4843668" y="281069"/>
                  </a:lnTo>
                  <a:lnTo>
                    <a:pt x="4960292" y="333623"/>
                  </a:lnTo>
                  <a:lnTo>
                    <a:pt x="5074903" y="390435"/>
                  </a:lnTo>
                  <a:lnTo>
                    <a:pt x="5187351" y="451429"/>
                  </a:lnTo>
                  <a:lnTo>
                    <a:pt x="5297477" y="516521"/>
                  </a:lnTo>
                  <a:lnTo>
                    <a:pt x="5405127" y="585619"/>
                  </a:lnTo>
                  <a:lnTo>
                    <a:pt x="5510161" y="658632"/>
                  </a:lnTo>
                  <a:lnTo>
                    <a:pt x="5612442" y="735466"/>
                  </a:lnTo>
                  <a:lnTo>
                    <a:pt x="5711825" y="816012"/>
                  </a:lnTo>
                  <a:lnTo>
                    <a:pt x="5808172" y="900158"/>
                  </a:lnTo>
                  <a:lnTo>
                    <a:pt x="5901356" y="987793"/>
                  </a:lnTo>
                  <a:lnTo>
                    <a:pt x="5991256" y="1078803"/>
                  </a:lnTo>
                  <a:lnTo>
                    <a:pt x="6077745" y="1173060"/>
                  </a:lnTo>
                  <a:lnTo>
                    <a:pt x="6160702" y="1270432"/>
                  </a:lnTo>
                  <a:lnTo>
                    <a:pt x="6240019" y="1370791"/>
                  </a:lnTo>
                  <a:lnTo>
                    <a:pt x="6315591" y="1474007"/>
                  </a:lnTo>
                  <a:lnTo>
                    <a:pt x="6387314" y="1579934"/>
                  </a:lnTo>
                  <a:lnTo>
                    <a:pt x="6455086" y="1688424"/>
                  </a:lnTo>
                  <a:lnTo>
                    <a:pt x="6518818" y="1799335"/>
                  </a:lnTo>
                  <a:lnTo>
                    <a:pt x="6578428" y="1912523"/>
                  </a:lnTo>
                  <a:lnTo>
                    <a:pt x="6633831" y="2027828"/>
                  </a:lnTo>
                  <a:lnTo>
                    <a:pt x="6684950" y="2145088"/>
                  </a:lnTo>
                  <a:lnTo>
                    <a:pt x="6731719" y="2264150"/>
                  </a:lnTo>
                  <a:lnTo>
                    <a:pt x="6774076" y="2384859"/>
                  </a:lnTo>
                  <a:lnTo>
                    <a:pt x="6811962" y="2507046"/>
                  </a:lnTo>
                  <a:lnTo>
                    <a:pt x="6845321" y="2630537"/>
                  </a:lnTo>
                  <a:lnTo>
                    <a:pt x="6874114" y="2755174"/>
                  </a:lnTo>
                  <a:lnTo>
                    <a:pt x="6898301" y="2880791"/>
                  </a:lnTo>
                  <a:lnTo>
                    <a:pt x="6917848" y="3007214"/>
                  </a:lnTo>
                  <a:lnTo>
                    <a:pt x="6932727" y="3134264"/>
                  </a:lnTo>
                  <a:lnTo>
                    <a:pt x="6942920" y="3261776"/>
                  </a:lnTo>
                  <a:lnTo>
                    <a:pt x="6948412" y="3389583"/>
                  </a:lnTo>
                  <a:lnTo>
                    <a:pt x="6949459" y="3474860"/>
                  </a:lnTo>
                  <a:lnTo>
                    <a:pt x="6947104" y="3602757"/>
                  </a:lnTo>
                  <a:lnTo>
                    <a:pt x="6940044" y="3730486"/>
                  </a:lnTo>
                  <a:lnTo>
                    <a:pt x="6928286" y="3857870"/>
                  </a:lnTo>
                  <a:lnTo>
                    <a:pt x="6911848" y="3984727"/>
                  </a:lnTo>
                  <a:lnTo>
                    <a:pt x="6890753" y="4110895"/>
                  </a:lnTo>
                  <a:lnTo>
                    <a:pt x="6865028" y="4236206"/>
                  </a:lnTo>
                  <a:lnTo>
                    <a:pt x="6834707" y="4360486"/>
                  </a:lnTo>
                  <a:lnTo>
                    <a:pt x="6799833" y="4483558"/>
                  </a:lnTo>
                  <a:lnTo>
                    <a:pt x="6760453" y="4605264"/>
                  </a:lnTo>
                  <a:lnTo>
                    <a:pt x="6716618" y="4725444"/>
                  </a:lnTo>
                  <a:lnTo>
                    <a:pt x="6668389" y="4843930"/>
                  </a:lnTo>
                  <a:lnTo>
                    <a:pt x="6615835" y="4960554"/>
                  </a:lnTo>
                  <a:lnTo>
                    <a:pt x="6559024" y="5075165"/>
                  </a:lnTo>
                  <a:lnTo>
                    <a:pt x="6498030" y="5187612"/>
                  </a:lnTo>
                  <a:lnTo>
                    <a:pt x="6432937" y="5297738"/>
                  </a:lnTo>
                  <a:lnTo>
                    <a:pt x="6363839" y="5405389"/>
                  </a:lnTo>
                  <a:lnTo>
                    <a:pt x="6290826" y="5510423"/>
                  </a:lnTo>
                  <a:lnTo>
                    <a:pt x="6213992" y="5612703"/>
                  </a:lnTo>
                  <a:lnTo>
                    <a:pt x="6133446" y="5712087"/>
                  </a:lnTo>
                  <a:lnTo>
                    <a:pt x="6049301" y="5808433"/>
                  </a:lnTo>
                  <a:lnTo>
                    <a:pt x="5961666" y="5901618"/>
                  </a:lnTo>
                  <a:lnTo>
                    <a:pt x="5870656" y="5991518"/>
                  </a:lnTo>
                  <a:lnTo>
                    <a:pt x="5776398" y="6078007"/>
                  </a:lnTo>
                  <a:lnTo>
                    <a:pt x="5679026" y="6160964"/>
                  </a:lnTo>
                  <a:lnTo>
                    <a:pt x="5578667" y="6240280"/>
                  </a:lnTo>
                  <a:lnTo>
                    <a:pt x="5475451" y="6315853"/>
                  </a:lnTo>
                  <a:lnTo>
                    <a:pt x="5369524" y="6387575"/>
                  </a:lnTo>
                  <a:lnTo>
                    <a:pt x="5261033" y="6455347"/>
                  </a:lnTo>
                  <a:lnTo>
                    <a:pt x="5150122" y="6519080"/>
                  </a:lnTo>
                  <a:lnTo>
                    <a:pt x="5036935" y="6578690"/>
                  </a:lnTo>
                  <a:lnTo>
                    <a:pt x="4921630" y="6634093"/>
                  </a:lnTo>
                  <a:lnTo>
                    <a:pt x="4804369" y="6685212"/>
                  </a:lnTo>
                  <a:lnTo>
                    <a:pt x="4685307" y="6731981"/>
                  </a:lnTo>
                  <a:lnTo>
                    <a:pt x="4564598" y="6774338"/>
                  </a:lnTo>
                  <a:lnTo>
                    <a:pt x="4442412" y="6812224"/>
                  </a:lnTo>
                  <a:lnTo>
                    <a:pt x="4318921" y="6845583"/>
                  </a:lnTo>
                  <a:lnTo>
                    <a:pt x="4194284" y="6874376"/>
                  </a:lnTo>
                  <a:lnTo>
                    <a:pt x="4068667" y="6898562"/>
                  </a:lnTo>
                  <a:lnTo>
                    <a:pt x="3942244" y="6918109"/>
                  </a:lnTo>
                  <a:lnTo>
                    <a:pt x="3815194" y="6932988"/>
                  </a:lnTo>
                  <a:lnTo>
                    <a:pt x="3687682" y="6943181"/>
                  </a:lnTo>
                  <a:lnTo>
                    <a:pt x="3559876" y="6948674"/>
                  </a:lnTo>
                  <a:lnTo>
                    <a:pt x="3431953" y="6949459"/>
                  </a:lnTo>
                  <a:close/>
                </a:path>
              </a:pathLst>
            </a:custGeom>
            <a:solidFill>
              <a:srgbClr val="E7E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400482" y="8063740"/>
              <a:ext cx="417195" cy="417195"/>
            </a:xfrm>
            <a:custGeom>
              <a:avLst/>
              <a:gdLst/>
              <a:ahLst/>
              <a:cxnLst/>
              <a:rect l="l" t="t" r="r" b="b"/>
              <a:pathLst>
                <a:path w="417195" h="417195">
                  <a:moveTo>
                    <a:pt x="215319" y="416982"/>
                  </a:moveTo>
                  <a:lnTo>
                    <a:pt x="174514" y="414308"/>
                  </a:lnTo>
                  <a:lnTo>
                    <a:pt x="135013" y="403725"/>
                  </a:lnTo>
                  <a:lnTo>
                    <a:pt x="98337" y="385638"/>
                  </a:lnTo>
                  <a:lnTo>
                    <a:pt x="65894" y="360745"/>
                  </a:lnTo>
                  <a:lnTo>
                    <a:pt x="38930" y="329999"/>
                  </a:lnTo>
                  <a:lnTo>
                    <a:pt x="18483" y="294585"/>
                  </a:lnTo>
                  <a:lnTo>
                    <a:pt x="5338" y="255862"/>
                  </a:lnTo>
                  <a:lnTo>
                    <a:pt x="0" y="215319"/>
                  </a:lnTo>
                  <a:lnTo>
                    <a:pt x="334" y="194851"/>
                  </a:lnTo>
                  <a:lnTo>
                    <a:pt x="6995" y="154502"/>
                  </a:lnTo>
                  <a:lnTo>
                    <a:pt x="21399" y="116230"/>
                  </a:lnTo>
                  <a:lnTo>
                    <a:pt x="42993" y="81502"/>
                  </a:lnTo>
                  <a:lnTo>
                    <a:pt x="70947" y="51656"/>
                  </a:lnTo>
                  <a:lnTo>
                    <a:pt x="104187" y="27836"/>
                  </a:lnTo>
                  <a:lnTo>
                    <a:pt x="141435" y="10959"/>
                  </a:lnTo>
                  <a:lnTo>
                    <a:pt x="181260" y="1673"/>
                  </a:lnTo>
                  <a:lnTo>
                    <a:pt x="201663" y="0"/>
                  </a:lnTo>
                  <a:lnTo>
                    <a:pt x="222131" y="334"/>
                  </a:lnTo>
                  <a:lnTo>
                    <a:pt x="262479" y="6995"/>
                  </a:lnTo>
                  <a:lnTo>
                    <a:pt x="300751" y="21398"/>
                  </a:lnTo>
                  <a:lnTo>
                    <a:pt x="335478" y="42992"/>
                  </a:lnTo>
                  <a:lnTo>
                    <a:pt x="365325" y="70946"/>
                  </a:lnTo>
                  <a:lnTo>
                    <a:pt x="389145" y="104185"/>
                  </a:lnTo>
                  <a:lnTo>
                    <a:pt x="406023" y="141433"/>
                  </a:lnTo>
                  <a:lnTo>
                    <a:pt x="415309" y="181259"/>
                  </a:lnTo>
                  <a:lnTo>
                    <a:pt x="416983" y="208491"/>
                  </a:lnTo>
                  <a:lnTo>
                    <a:pt x="415309" y="235721"/>
                  </a:lnTo>
                  <a:lnTo>
                    <a:pt x="403725" y="281968"/>
                  </a:lnTo>
                  <a:lnTo>
                    <a:pt x="385639" y="318644"/>
                  </a:lnTo>
                  <a:lnTo>
                    <a:pt x="360745" y="351088"/>
                  </a:lnTo>
                  <a:lnTo>
                    <a:pt x="330000" y="378051"/>
                  </a:lnTo>
                  <a:lnTo>
                    <a:pt x="294586" y="398498"/>
                  </a:lnTo>
                  <a:lnTo>
                    <a:pt x="255863" y="411644"/>
                  </a:lnTo>
                  <a:lnTo>
                    <a:pt x="215319" y="416982"/>
                  </a:lnTo>
                  <a:close/>
                </a:path>
              </a:pathLst>
            </a:custGeom>
            <a:solidFill>
              <a:srgbClr val="00C8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234448" y="1392007"/>
              <a:ext cx="417195" cy="417195"/>
            </a:xfrm>
            <a:custGeom>
              <a:avLst/>
              <a:gdLst/>
              <a:ahLst/>
              <a:cxnLst/>
              <a:rect l="l" t="t" r="r" b="b"/>
              <a:pathLst>
                <a:path w="417195" h="417194">
                  <a:moveTo>
                    <a:pt x="215319" y="416983"/>
                  </a:moveTo>
                  <a:lnTo>
                    <a:pt x="174513" y="414309"/>
                  </a:lnTo>
                  <a:lnTo>
                    <a:pt x="135013" y="403725"/>
                  </a:lnTo>
                  <a:lnTo>
                    <a:pt x="98337" y="385639"/>
                  </a:lnTo>
                  <a:lnTo>
                    <a:pt x="65894" y="360745"/>
                  </a:lnTo>
                  <a:lnTo>
                    <a:pt x="38930" y="330000"/>
                  </a:lnTo>
                  <a:lnTo>
                    <a:pt x="18483" y="294586"/>
                  </a:lnTo>
                  <a:lnTo>
                    <a:pt x="5338" y="255863"/>
                  </a:lnTo>
                  <a:lnTo>
                    <a:pt x="0" y="215319"/>
                  </a:lnTo>
                  <a:lnTo>
                    <a:pt x="334" y="194851"/>
                  </a:lnTo>
                  <a:lnTo>
                    <a:pt x="6995" y="154504"/>
                  </a:lnTo>
                  <a:lnTo>
                    <a:pt x="21399" y="116231"/>
                  </a:lnTo>
                  <a:lnTo>
                    <a:pt x="42993" y="81504"/>
                  </a:lnTo>
                  <a:lnTo>
                    <a:pt x="70947" y="51657"/>
                  </a:lnTo>
                  <a:lnTo>
                    <a:pt x="104187" y="27837"/>
                  </a:lnTo>
                  <a:lnTo>
                    <a:pt x="141435" y="10959"/>
                  </a:lnTo>
                  <a:lnTo>
                    <a:pt x="181260" y="1673"/>
                  </a:lnTo>
                  <a:lnTo>
                    <a:pt x="201663" y="0"/>
                  </a:lnTo>
                  <a:lnTo>
                    <a:pt x="222131" y="334"/>
                  </a:lnTo>
                  <a:lnTo>
                    <a:pt x="262479" y="6995"/>
                  </a:lnTo>
                  <a:lnTo>
                    <a:pt x="300751" y="21399"/>
                  </a:lnTo>
                  <a:lnTo>
                    <a:pt x="335478" y="42993"/>
                  </a:lnTo>
                  <a:lnTo>
                    <a:pt x="365325" y="70947"/>
                  </a:lnTo>
                  <a:lnTo>
                    <a:pt x="389145" y="104187"/>
                  </a:lnTo>
                  <a:lnTo>
                    <a:pt x="406023" y="141435"/>
                  </a:lnTo>
                  <a:lnTo>
                    <a:pt x="415309" y="181260"/>
                  </a:lnTo>
                  <a:lnTo>
                    <a:pt x="416983" y="201663"/>
                  </a:lnTo>
                  <a:lnTo>
                    <a:pt x="416983" y="208491"/>
                  </a:lnTo>
                  <a:lnTo>
                    <a:pt x="409987" y="262479"/>
                  </a:lnTo>
                  <a:lnTo>
                    <a:pt x="395583" y="300751"/>
                  </a:lnTo>
                  <a:lnTo>
                    <a:pt x="373989" y="335478"/>
                  </a:lnTo>
                  <a:lnTo>
                    <a:pt x="346035" y="365325"/>
                  </a:lnTo>
                  <a:lnTo>
                    <a:pt x="312795" y="389145"/>
                  </a:lnTo>
                  <a:lnTo>
                    <a:pt x="275547" y="406023"/>
                  </a:lnTo>
                  <a:lnTo>
                    <a:pt x="235722" y="415309"/>
                  </a:lnTo>
                  <a:lnTo>
                    <a:pt x="215319" y="416983"/>
                  </a:lnTo>
                  <a:close/>
                </a:path>
              </a:pathLst>
            </a:custGeom>
            <a:solidFill>
              <a:srgbClr val="FF4D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516237" y="1739493"/>
              <a:ext cx="417195" cy="417195"/>
            </a:xfrm>
            <a:custGeom>
              <a:avLst/>
              <a:gdLst/>
              <a:ahLst/>
              <a:cxnLst/>
              <a:rect l="l" t="t" r="r" b="b"/>
              <a:pathLst>
                <a:path w="417194" h="417194">
                  <a:moveTo>
                    <a:pt x="215319" y="416983"/>
                  </a:moveTo>
                  <a:lnTo>
                    <a:pt x="174512" y="414309"/>
                  </a:lnTo>
                  <a:lnTo>
                    <a:pt x="135012" y="403725"/>
                  </a:lnTo>
                  <a:lnTo>
                    <a:pt x="98336" y="385639"/>
                  </a:lnTo>
                  <a:lnTo>
                    <a:pt x="65893" y="360745"/>
                  </a:lnTo>
                  <a:lnTo>
                    <a:pt x="38929" y="330000"/>
                  </a:lnTo>
                  <a:lnTo>
                    <a:pt x="18482" y="294586"/>
                  </a:lnTo>
                  <a:lnTo>
                    <a:pt x="5337" y="255863"/>
                  </a:lnTo>
                  <a:lnTo>
                    <a:pt x="0" y="215319"/>
                  </a:lnTo>
                  <a:lnTo>
                    <a:pt x="334" y="194851"/>
                  </a:lnTo>
                  <a:lnTo>
                    <a:pt x="6994" y="154503"/>
                  </a:lnTo>
                  <a:lnTo>
                    <a:pt x="21398" y="116231"/>
                  </a:lnTo>
                  <a:lnTo>
                    <a:pt x="42992" y="81504"/>
                  </a:lnTo>
                  <a:lnTo>
                    <a:pt x="70946" y="51657"/>
                  </a:lnTo>
                  <a:lnTo>
                    <a:pt x="104186" y="27837"/>
                  </a:lnTo>
                  <a:lnTo>
                    <a:pt x="141433" y="10959"/>
                  </a:lnTo>
                  <a:lnTo>
                    <a:pt x="181259" y="1673"/>
                  </a:lnTo>
                  <a:lnTo>
                    <a:pt x="201662" y="0"/>
                  </a:lnTo>
                  <a:lnTo>
                    <a:pt x="222131" y="334"/>
                  </a:lnTo>
                  <a:lnTo>
                    <a:pt x="262478" y="6995"/>
                  </a:lnTo>
                  <a:lnTo>
                    <a:pt x="300750" y="21399"/>
                  </a:lnTo>
                  <a:lnTo>
                    <a:pt x="335477" y="42993"/>
                  </a:lnTo>
                  <a:lnTo>
                    <a:pt x="365325" y="70947"/>
                  </a:lnTo>
                  <a:lnTo>
                    <a:pt x="389145" y="104187"/>
                  </a:lnTo>
                  <a:lnTo>
                    <a:pt x="406023" y="141435"/>
                  </a:lnTo>
                  <a:lnTo>
                    <a:pt x="415309" y="181260"/>
                  </a:lnTo>
                  <a:lnTo>
                    <a:pt x="416982" y="201663"/>
                  </a:lnTo>
                  <a:lnTo>
                    <a:pt x="416982" y="208491"/>
                  </a:lnTo>
                  <a:lnTo>
                    <a:pt x="409986" y="262479"/>
                  </a:lnTo>
                  <a:lnTo>
                    <a:pt x="395582" y="300751"/>
                  </a:lnTo>
                  <a:lnTo>
                    <a:pt x="373989" y="335478"/>
                  </a:lnTo>
                  <a:lnTo>
                    <a:pt x="346034" y="365325"/>
                  </a:lnTo>
                  <a:lnTo>
                    <a:pt x="312794" y="389145"/>
                  </a:lnTo>
                  <a:lnTo>
                    <a:pt x="275546" y="406023"/>
                  </a:lnTo>
                  <a:lnTo>
                    <a:pt x="235722" y="415309"/>
                  </a:lnTo>
                  <a:lnTo>
                    <a:pt x="215319" y="416983"/>
                  </a:lnTo>
                  <a:close/>
                </a:path>
              </a:pathLst>
            </a:custGeom>
            <a:solidFill>
              <a:srgbClr val="00C8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489198" y="4936365"/>
              <a:ext cx="417195" cy="417195"/>
            </a:xfrm>
            <a:custGeom>
              <a:avLst/>
              <a:gdLst/>
              <a:ahLst/>
              <a:cxnLst/>
              <a:rect l="l" t="t" r="r" b="b"/>
              <a:pathLst>
                <a:path w="417194" h="417195">
                  <a:moveTo>
                    <a:pt x="215319" y="416982"/>
                  </a:moveTo>
                  <a:lnTo>
                    <a:pt x="174513" y="414308"/>
                  </a:lnTo>
                  <a:lnTo>
                    <a:pt x="135012" y="403724"/>
                  </a:lnTo>
                  <a:lnTo>
                    <a:pt x="98336" y="385638"/>
                  </a:lnTo>
                  <a:lnTo>
                    <a:pt x="65893" y="360745"/>
                  </a:lnTo>
                  <a:lnTo>
                    <a:pt x="38929" y="329999"/>
                  </a:lnTo>
                  <a:lnTo>
                    <a:pt x="18482" y="294586"/>
                  </a:lnTo>
                  <a:lnTo>
                    <a:pt x="5337" y="255862"/>
                  </a:lnTo>
                  <a:lnTo>
                    <a:pt x="0" y="215319"/>
                  </a:lnTo>
                  <a:lnTo>
                    <a:pt x="334" y="194850"/>
                  </a:lnTo>
                  <a:lnTo>
                    <a:pt x="6994" y="154503"/>
                  </a:lnTo>
                  <a:lnTo>
                    <a:pt x="21398" y="116230"/>
                  </a:lnTo>
                  <a:lnTo>
                    <a:pt x="42992" y="81503"/>
                  </a:lnTo>
                  <a:lnTo>
                    <a:pt x="70946" y="51656"/>
                  </a:lnTo>
                  <a:lnTo>
                    <a:pt x="104186" y="27836"/>
                  </a:lnTo>
                  <a:lnTo>
                    <a:pt x="141433" y="10959"/>
                  </a:lnTo>
                  <a:lnTo>
                    <a:pt x="181259" y="1673"/>
                  </a:lnTo>
                  <a:lnTo>
                    <a:pt x="201662" y="0"/>
                  </a:lnTo>
                  <a:lnTo>
                    <a:pt x="222131" y="334"/>
                  </a:lnTo>
                  <a:lnTo>
                    <a:pt x="262478" y="6995"/>
                  </a:lnTo>
                  <a:lnTo>
                    <a:pt x="300750" y="21399"/>
                  </a:lnTo>
                  <a:lnTo>
                    <a:pt x="335477" y="42992"/>
                  </a:lnTo>
                  <a:lnTo>
                    <a:pt x="365325" y="70947"/>
                  </a:lnTo>
                  <a:lnTo>
                    <a:pt x="389145" y="104186"/>
                  </a:lnTo>
                  <a:lnTo>
                    <a:pt x="406023" y="141434"/>
                  </a:lnTo>
                  <a:lnTo>
                    <a:pt x="415309" y="181259"/>
                  </a:lnTo>
                  <a:lnTo>
                    <a:pt x="416983" y="201662"/>
                  </a:lnTo>
                  <a:lnTo>
                    <a:pt x="416982" y="208491"/>
                  </a:lnTo>
                  <a:lnTo>
                    <a:pt x="409988" y="262478"/>
                  </a:lnTo>
                  <a:lnTo>
                    <a:pt x="395582" y="300751"/>
                  </a:lnTo>
                  <a:lnTo>
                    <a:pt x="373989" y="335477"/>
                  </a:lnTo>
                  <a:lnTo>
                    <a:pt x="346034" y="365325"/>
                  </a:lnTo>
                  <a:lnTo>
                    <a:pt x="312795" y="389145"/>
                  </a:lnTo>
                  <a:lnTo>
                    <a:pt x="275547" y="406022"/>
                  </a:lnTo>
                  <a:lnTo>
                    <a:pt x="235722" y="415309"/>
                  </a:lnTo>
                  <a:lnTo>
                    <a:pt x="215319" y="416982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025956" y="2990443"/>
              <a:ext cx="5560060" cy="3752850"/>
            </a:xfrm>
            <a:custGeom>
              <a:avLst/>
              <a:gdLst/>
              <a:ahLst/>
              <a:cxnLst/>
              <a:rect l="l" t="t" r="r" b="b"/>
              <a:pathLst>
                <a:path w="5560059" h="3752850">
                  <a:moveTo>
                    <a:pt x="5559776" y="3752849"/>
                  </a:moveTo>
                  <a:lnTo>
                    <a:pt x="0" y="3752849"/>
                  </a:lnTo>
                  <a:lnTo>
                    <a:pt x="1129" y="386311"/>
                  </a:lnTo>
                  <a:lnTo>
                    <a:pt x="10132" y="325618"/>
                  </a:lnTo>
                  <a:lnTo>
                    <a:pt x="27939" y="266915"/>
                  </a:lnTo>
                  <a:lnTo>
                    <a:pt x="54173" y="211450"/>
                  </a:lnTo>
                  <a:lnTo>
                    <a:pt x="88254" y="160444"/>
                  </a:lnTo>
                  <a:lnTo>
                    <a:pt x="129458" y="114982"/>
                  </a:lnTo>
                  <a:lnTo>
                    <a:pt x="176878" y="76065"/>
                  </a:lnTo>
                  <a:lnTo>
                    <a:pt x="229505" y="44522"/>
                  </a:lnTo>
                  <a:lnTo>
                    <a:pt x="286180" y="21046"/>
                  </a:lnTo>
                  <a:lnTo>
                    <a:pt x="345698" y="6138"/>
                  </a:lnTo>
                  <a:lnTo>
                    <a:pt x="406746" y="125"/>
                  </a:lnTo>
                  <a:lnTo>
                    <a:pt x="416983" y="0"/>
                  </a:lnTo>
                  <a:lnTo>
                    <a:pt x="5173466" y="1129"/>
                  </a:lnTo>
                  <a:lnTo>
                    <a:pt x="5234157" y="10132"/>
                  </a:lnTo>
                  <a:lnTo>
                    <a:pt x="5292860" y="27939"/>
                  </a:lnTo>
                  <a:lnTo>
                    <a:pt x="5348326" y="54172"/>
                  </a:lnTo>
                  <a:lnTo>
                    <a:pt x="5399332" y="88253"/>
                  </a:lnTo>
                  <a:lnTo>
                    <a:pt x="5444794" y="129458"/>
                  </a:lnTo>
                  <a:lnTo>
                    <a:pt x="5483710" y="176878"/>
                  </a:lnTo>
                  <a:lnTo>
                    <a:pt x="5515254" y="229505"/>
                  </a:lnTo>
                  <a:lnTo>
                    <a:pt x="5538729" y="286180"/>
                  </a:lnTo>
                  <a:lnTo>
                    <a:pt x="5553638" y="345697"/>
                  </a:lnTo>
                  <a:lnTo>
                    <a:pt x="5559651" y="406746"/>
                  </a:lnTo>
                  <a:lnTo>
                    <a:pt x="5559776" y="3752849"/>
                  </a:lnTo>
                  <a:close/>
                </a:path>
              </a:pathLst>
            </a:custGeom>
            <a:solidFill>
              <a:srgbClr val="A5B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303945" y="3268432"/>
              <a:ext cx="5003800" cy="3197225"/>
            </a:xfrm>
            <a:custGeom>
              <a:avLst/>
              <a:gdLst/>
              <a:ahLst/>
              <a:cxnLst/>
              <a:rect l="l" t="t" r="r" b="b"/>
              <a:pathLst>
                <a:path w="5003800" h="3197225">
                  <a:moveTo>
                    <a:pt x="4864804" y="3196871"/>
                  </a:moveTo>
                  <a:lnTo>
                    <a:pt x="125370" y="3196203"/>
                  </a:lnTo>
                  <a:lnTo>
                    <a:pt x="61773" y="3173446"/>
                  </a:lnTo>
                  <a:lnTo>
                    <a:pt x="16410" y="3123398"/>
                  </a:lnTo>
                  <a:lnTo>
                    <a:pt x="0" y="3057877"/>
                  </a:lnTo>
                  <a:lnTo>
                    <a:pt x="667" y="125370"/>
                  </a:lnTo>
                  <a:lnTo>
                    <a:pt x="23424" y="61773"/>
                  </a:lnTo>
                  <a:lnTo>
                    <a:pt x="73471" y="16410"/>
                  </a:lnTo>
                  <a:lnTo>
                    <a:pt x="138994" y="0"/>
                  </a:lnTo>
                  <a:lnTo>
                    <a:pt x="4878428" y="667"/>
                  </a:lnTo>
                  <a:lnTo>
                    <a:pt x="4942025" y="23424"/>
                  </a:lnTo>
                  <a:lnTo>
                    <a:pt x="4987387" y="73471"/>
                  </a:lnTo>
                  <a:lnTo>
                    <a:pt x="5003799" y="138994"/>
                  </a:lnTo>
                  <a:lnTo>
                    <a:pt x="5003131" y="3071500"/>
                  </a:lnTo>
                  <a:lnTo>
                    <a:pt x="4980374" y="3135097"/>
                  </a:lnTo>
                  <a:lnTo>
                    <a:pt x="4930326" y="3180460"/>
                  </a:lnTo>
                  <a:lnTo>
                    <a:pt x="4864804" y="31968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03945" y="6187315"/>
              <a:ext cx="5003800" cy="278130"/>
            </a:xfrm>
            <a:custGeom>
              <a:avLst/>
              <a:gdLst/>
              <a:ahLst/>
              <a:cxnLst/>
              <a:rect l="l" t="t" r="r" b="b"/>
              <a:pathLst>
                <a:path w="5003800" h="278129">
                  <a:moveTo>
                    <a:pt x="4864804" y="277988"/>
                  </a:moveTo>
                  <a:lnTo>
                    <a:pt x="125370" y="277320"/>
                  </a:lnTo>
                  <a:lnTo>
                    <a:pt x="61773" y="254563"/>
                  </a:lnTo>
                  <a:lnTo>
                    <a:pt x="16410" y="204515"/>
                  </a:lnTo>
                  <a:lnTo>
                    <a:pt x="0" y="138994"/>
                  </a:lnTo>
                  <a:lnTo>
                    <a:pt x="0" y="0"/>
                  </a:lnTo>
                  <a:lnTo>
                    <a:pt x="5003799" y="0"/>
                  </a:lnTo>
                  <a:lnTo>
                    <a:pt x="5003131" y="152618"/>
                  </a:lnTo>
                  <a:lnTo>
                    <a:pt x="4980374" y="216214"/>
                  </a:lnTo>
                  <a:lnTo>
                    <a:pt x="4930326" y="261577"/>
                  </a:lnTo>
                  <a:lnTo>
                    <a:pt x="4864804" y="277988"/>
                  </a:lnTo>
                  <a:close/>
                </a:path>
              </a:pathLst>
            </a:custGeom>
            <a:solidFill>
              <a:srgbClr val="E7E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025956" y="6743292"/>
              <a:ext cx="5560060" cy="695325"/>
            </a:xfrm>
            <a:custGeom>
              <a:avLst/>
              <a:gdLst/>
              <a:ahLst/>
              <a:cxnLst/>
              <a:rect l="l" t="t" r="r" b="b"/>
              <a:pathLst>
                <a:path w="5560059" h="695325">
                  <a:moveTo>
                    <a:pt x="5153030" y="694846"/>
                  </a:moveTo>
                  <a:lnTo>
                    <a:pt x="386311" y="693842"/>
                  </a:lnTo>
                  <a:lnTo>
                    <a:pt x="325618" y="684839"/>
                  </a:lnTo>
                  <a:lnTo>
                    <a:pt x="266915" y="667031"/>
                  </a:lnTo>
                  <a:lnTo>
                    <a:pt x="211450" y="640799"/>
                  </a:lnTo>
                  <a:lnTo>
                    <a:pt x="160444" y="606718"/>
                  </a:lnTo>
                  <a:lnTo>
                    <a:pt x="114982" y="565513"/>
                  </a:lnTo>
                  <a:lnTo>
                    <a:pt x="76065" y="518094"/>
                  </a:lnTo>
                  <a:lnTo>
                    <a:pt x="44522" y="465466"/>
                  </a:lnTo>
                  <a:lnTo>
                    <a:pt x="21046" y="408791"/>
                  </a:lnTo>
                  <a:lnTo>
                    <a:pt x="6138" y="349274"/>
                  </a:lnTo>
                  <a:lnTo>
                    <a:pt x="125" y="288225"/>
                  </a:lnTo>
                  <a:lnTo>
                    <a:pt x="0" y="0"/>
                  </a:lnTo>
                  <a:lnTo>
                    <a:pt x="5559776" y="0"/>
                  </a:lnTo>
                  <a:lnTo>
                    <a:pt x="5558647" y="308661"/>
                  </a:lnTo>
                  <a:lnTo>
                    <a:pt x="5549644" y="369353"/>
                  </a:lnTo>
                  <a:lnTo>
                    <a:pt x="5531837" y="428055"/>
                  </a:lnTo>
                  <a:lnTo>
                    <a:pt x="5505604" y="483522"/>
                  </a:lnTo>
                  <a:lnTo>
                    <a:pt x="5471523" y="534528"/>
                  </a:lnTo>
                  <a:lnTo>
                    <a:pt x="5430318" y="579989"/>
                  </a:lnTo>
                  <a:lnTo>
                    <a:pt x="5382898" y="618906"/>
                  </a:lnTo>
                  <a:lnTo>
                    <a:pt x="5330270" y="650450"/>
                  </a:lnTo>
                  <a:lnTo>
                    <a:pt x="5273596" y="673925"/>
                  </a:lnTo>
                  <a:lnTo>
                    <a:pt x="5214078" y="688833"/>
                  </a:lnTo>
                  <a:lnTo>
                    <a:pt x="5153030" y="694846"/>
                  </a:lnTo>
                  <a:close/>
                </a:path>
              </a:pathLst>
            </a:custGeom>
            <a:solidFill>
              <a:srgbClr val="4E6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041376" y="7438264"/>
              <a:ext cx="1529080" cy="695325"/>
            </a:xfrm>
            <a:custGeom>
              <a:avLst/>
              <a:gdLst/>
              <a:ahLst/>
              <a:cxnLst/>
              <a:rect l="l" t="t" r="r" b="b"/>
              <a:pathLst>
                <a:path w="1529080" h="695325">
                  <a:moveTo>
                    <a:pt x="1528938" y="694972"/>
                  </a:moveTo>
                  <a:lnTo>
                    <a:pt x="0" y="694972"/>
                  </a:lnTo>
                  <a:lnTo>
                    <a:pt x="59616" y="592425"/>
                  </a:lnTo>
                  <a:lnTo>
                    <a:pt x="107432" y="503376"/>
                  </a:lnTo>
                  <a:lnTo>
                    <a:pt x="127257" y="462130"/>
                  </a:lnTo>
                  <a:lnTo>
                    <a:pt x="144543" y="422120"/>
                  </a:lnTo>
                  <a:lnTo>
                    <a:pt x="159427" y="382632"/>
                  </a:lnTo>
                  <a:lnTo>
                    <a:pt x="172046" y="342954"/>
                  </a:lnTo>
                  <a:lnTo>
                    <a:pt x="182538" y="302373"/>
                  </a:lnTo>
                  <a:lnTo>
                    <a:pt x="191040" y="260176"/>
                  </a:lnTo>
                  <a:lnTo>
                    <a:pt x="197688" y="215650"/>
                  </a:lnTo>
                  <a:lnTo>
                    <a:pt x="202620" y="168083"/>
                  </a:lnTo>
                  <a:lnTo>
                    <a:pt x="205973" y="116760"/>
                  </a:lnTo>
                  <a:lnTo>
                    <a:pt x="207885" y="60970"/>
                  </a:lnTo>
                  <a:lnTo>
                    <a:pt x="208491" y="0"/>
                  </a:lnTo>
                  <a:lnTo>
                    <a:pt x="1320447" y="0"/>
                  </a:lnTo>
                  <a:lnTo>
                    <a:pt x="1322836" y="113628"/>
                  </a:lnTo>
                  <a:lnTo>
                    <a:pt x="1326051" y="164080"/>
                  </a:lnTo>
                  <a:lnTo>
                    <a:pt x="1330815" y="211166"/>
                  </a:lnTo>
                  <a:lnTo>
                    <a:pt x="1337280" y="255543"/>
                  </a:lnTo>
                  <a:lnTo>
                    <a:pt x="1345599" y="297870"/>
                  </a:lnTo>
                  <a:lnTo>
                    <a:pt x="1355923" y="338803"/>
                  </a:lnTo>
                  <a:lnTo>
                    <a:pt x="1368404" y="379000"/>
                  </a:lnTo>
                  <a:lnTo>
                    <a:pt x="1383194" y="419118"/>
                  </a:lnTo>
                  <a:lnTo>
                    <a:pt x="1400446" y="459814"/>
                  </a:lnTo>
                  <a:lnTo>
                    <a:pt x="1420310" y="501745"/>
                  </a:lnTo>
                  <a:lnTo>
                    <a:pt x="1468486" y="591944"/>
                  </a:lnTo>
                  <a:lnTo>
                    <a:pt x="1528938" y="694972"/>
                  </a:lnTo>
                  <a:close/>
                </a:path>
              </a:pathLst>
            </a:custGeom>
            <a:solidFill>
              <a:srgbClr val="323F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503467" y="8133499"/>
              <a:ext cx="2623185" cy="278130"/>
            </a:xfrm>
            <a:custGeom>
              <a:avLst/>
              <a:gdLst/>
              <a:ahLst/>
              <a:cxnLst/>
              <a:rect l="l" t="t" r="r" b="b"/>
              <a:pathLst>
                <a:path w="2623184" h="278129">
                  <a:moveTo>
                    <a:pt x="2497454" y="277058"/>
                  </a:moveTo>
                  <a:lnTo>
                    <a:pt x="462851" y="277726"/>
                  </a:lnTo>
                  <a:lnTo>
                    <a:pt x="367798" y="241540"/>
                  </a:lnTo>
                  <a:lnTo>
                    <a:pt x="273986" y="202598"/>
                  </a:lnTo>
                  <a:lnTo>
                    <a:pt x="181415" y="160900"/>
                  </a:lnTo>
                  <a:lnTo>
                    <a:pt x="90087" y="116445"/>
                  </a:lnTo>
                  <a:lnTo>
                    <a:pt x="0" y="69235"/>
                  </a:lnTo>
                  <a:lnTo>
                    <a:pt x="15924" y="47021"/>
                  </a:lnTo>
                  <a:lnTo>
                    <a:pt x="35919" y="28330"/>
                  </a:lnTo>
                  <a:lnTo>
                    <a:pt x="59192" y="13923"/>
                  </a:lnTo>
                  <a:lnTo>
                    <a:pt x="84798" y="4366"/>
                  </a:lnTo>
                  <a:lnTo>
                    <a:pt x="111779" y="0"/>
                  </a:lnTo>
                  <a:lnTo>
                    <a:pt x="2497454" y="405"/>
                  </a:lnTo>
                  <a:lnTo>
                    <a:pt x="2561050" y="23161"/>
                  </a:lnTo>
                  <a:lnTo>
                    <a:pt x="2606413" y="73208"/>
                  </a:lnTo>
                  <a:lnTo>
                    <a:pt x="2622824" y="138732"/>
                  </a:lnTo>
                  <a:lnTo>
                    <a:pt x="2618657" y="172512"/>
                  </a:lnTo>
                  <a:lnTo>
                    <a:pt x="2586824" y="232069"/>
                  </a:lnTo>
                  <a:lnTo>
                    <a:pt x="2530648" y="269604"/>
                  </a:lnTo>
                  <a:lnTo>
                    <a:pt x="2497454" y="277058"/>
                  </a:lnTo>
                  <a:close/>
                </a:path>
              </a:pathLst>
            </a:custGeom>
            <a:solidFill>
              <a:srgbClr val="4E6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666850" y="6951784"/>
              <a:ext cx="278130" cy="278130"/>
            </a:xfrm>
            <a:custGeom>
              <a:avLst/>
              <a:gdLst/>
              <a:ahLst/>
              <a:cxnLst/>
              <a:rect l="l" t="t" r="r" b="b"/>
              <a:pathLst>
                <a:path w="278129" h="278129">
                  <a:moveTo>
                    <a:pt x="138994" y="277988"/>
                  </a:moveTo>
                  <a:lnTo>
                    <a:pt x="98645" y="272004"/>
                  </a:lnTo>
                  <a:lnTo>
                    <a:pt x="61772" y="254563"/>
                  </a:lnTo>
                  <a:lnTo>
                    <a:pt x="31548" y="227171"/>
                  </a:lnTo>
                  <a:lnTo>
                    <a:pt x="10579" y="192184"/>
                  </a:lnTo>
                  <a:lnTo>
                    <a:pt x="667" y="152617"/>
                  </a:lnTo>
                  <a:lnTo>
                    <a:pt x="0" y="138994"/>
                  </a:lnTo>
                  <a:lnTo>
                    <a:pt x="667" y="125370"/>
                  </a:lnTo>
                  <a:lnTo>
                    <a:pt x="10579" y="85803"/>
                  </a:lnTo>
                  <a:lnTo>
                    <a:pt x="31548" y="50816"/>
                  </a:lnTo>
                  <a:lnTo>
                    <a:pt x="61772" y="23424"/>
                  </a:lnTo>
                  <a:lnTo>
                    <a:pt x="98645" y="5983"/>
                  </a:lnTo>
                  <a:lnTo>
                    <a:pt x="138994" y="0"/>
                  </a:lnTo>
                  <a:lnTo>
                    <a:pt x="152618" y="667"/>
                  </a:lnTo>
                  <a:lnTo>
                    <a:pt x="192184" y="10580"/>
                  </a:lnTo>
                  <a:lnTo>
                    <a:pt x="227172" y="31548"/>
                  </a:lnTo>
                  <a:lnTo>
                    <a:pt x="254563" y="61772"/>
                  </a:lnTo>
                  <a:lnTo>
                    <a:pt x="272004" y="98645"/>
                  </a:lnTo>
                  <a:lnTo>
                    <a:pt x="277988" y="138994"/>
                  </a:lnTo>
                  <a:lnTo>
                    <a:pt x="277320" y="152617"/>
                  </a:lnTo>
                  <a:lnTo>
                    <a:pt x="267408" y="192184"/>
                  </a:lnTo>
                  <a:lnTo>
                    <a:pt x="246439" y="227171"/>
                  </a:lnTo>
                  <a:lnTo>
                    <a:pt x="216214" y="254563"/>
                  </a:lnTo>
                  <a:lnTo>
                    <a:pt x="179342" y="272004"/>
                  </a:lnTo>
                  <a:lnTo>
                    <a:pt x="138994" y="2779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581934" y="3546420"/>
              <a:ext cx="2363470" cy="1529080"/>
            </a:xfrm>
            <a:custGeom>
              <a:avLst/>
              <a:gdLst/>
              <a:ahLst/>
              <a:cxnLst/>
              <a:rect l="l" t="t" r="r" b="b"/>
              <a:pathLst>
                <a:path w="2363470" h="1529079">
                  <a:moveTo>
                    <a:pt x="2223910" y="1528938"/>
                  </a:moveTo>
                  <a:lnTo>
                    <a:pt x="125370" y="1528270"/>
                  </a:lnTo>
                  <a:lnTo>
                    <a:pt x="61773" y="1505512"/>
                  </a:lnTo>
                  <a:lnTo>
                    <a:pt x="16410" y="1455466"/>
                  </a:lnTo>
                  <a:lnTo>
                    <a:pt x="0" y="1389944"/>
                  </a:lnTo>
                  <a:lnTo>
                    <a:pt x="667" y="125370"/>
                  </a:lnTo>
                  <a:lnTo>
                    <a:pt x="23424" y="61773"/>
                  </a:lnTo>
                  <a:lnTo>
                    <a:pt x="73471" y="16410"/>
                  </a:lnTo>
                  <a:lnTo>
                    <a:pt x="138994" y="0"/>
                  </a:lnTo>
                  <a:lnTo>
                    <a:pt x="2237534" y="667"/>
                  </a:lnTo>
                  <a:lnTo>
                    <a:pt x="2301131" y="23424"/>
                  </a:lnTo>
                  <a:lnTo>
                    <a:pt x="2346493" y="73471"/>
                  </a:lnTo>
                  <a:lnTo>
                    <a:pt x="2362905" y="138994"/>
                  </a:lnTo>
                  <a:lnTo>
                    <a:pt x="2362237" y="1403567"/>
                  </a:lnTo>
                  <a:lnTo>
                    <a:pt x="2339479" y="1467164"/>
                  </a:lnTo>
                  <a:lnTo>
                    <a:pt x="2289432" y="1512526"/>
                  </a:lnTo>
                  <a:lnTo>
                    <a:pt x="2223910" y="1528938"/>
                  </a:lnTo>
                  <a:close/>
                </a:path>
              </a:pathLst>
            </a:custGeom>
            <a:solidFill>
              <a:srgbClr val="A5B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512437" y="3476923"/>
              <a:ext cx="2501900" cy="1668145"/>
            </a:xfrm>
            <a:custGeom>
              <a:avLst/>
              <a:gdLst/>
              <a:ahLst/>
              <a:cxnLst/>
              <a:rect l="l" t="t" r="r" b="b"/>
              <a:pathLst>
                <a:path w="2501900" h="1668145">
                  <a:moveTo>
                    <a:pt x="2300236" y="1667933"/>
                  </a:moveTo>
                  <a:lnTo>
                    <a:pt x="201663" y="1667933"/>
                  </a:lnTo>
                  <a:lnTo>
                    <a:pt x="194851" y="1667598"/>
                  </a:lnTo>
                  <a:lnTo>
                    <a:pt x="154502" y="1660937"/>
                  </a:lnTo>
                  <a:lnTo>
                    <a:pt x="116230" y="1646533"/>
                  </a:lnTo>
                  <a:lnTo>
                    <a:pt x="81504" y="1624939"/>
                  </a:lnTo>
                  <a:lnTo>
                    <a:pt x="51657" y="1596985"/>
                  </a:lnTo>
                  <a:lnTo>
                    <a:pt x="27837" y="1563745"/>
                  </a:lnTo>
                  <a:lnTo>
                    <a:pt x="10959" y="1526497"/>
                  </a:lnTo>
                  <a:lnTo>
                    <a:pt x="1673" y="1486672"/>
                  </a:lnTo>
                  <a:lnTo>
                    <a:pt x="0" y="1466269"/>
                  </a:lnTo>
                  <a:lnTo>
                    <a:pt x="0" y="201663"/>
                  </a:lnTo>
                  <a:lnTo>
                    <a:pt x="5338" y="161119"/>
                  </a:lnTo>
                  <a:lnTo>
                    <a:pt x="18483" y="122396"/>
                  </a:lnTo>
                  <a:lnTo>
                    <a:pt x="38930" y="86982"/>
                  </a:lnTo>
                  <a:lnTo>
                    <a:pt x="65894" y="56237"/>
                  </a:lnTo>
                  <a:lnTo>
                    <a:pt x="98337" y="31343"/>
                  </a:lnTo>
                  <a:lnTo>
                    <a:pt x="135014" y="13257"/>
                  </a:lnTo>
                  <a:lnTo>
                    <a:pt x="174513" y="2674"/>
                  </a:lnTo>
                  <a:lnTo>
                    <a:pt x="201666" y="0"/>
                  </a:lnTo>
                  <a:lnTo>
                    <a:pt x="2300233" y="0"/>
                  </a:lnTo>
                  <a:lnTo>
                    <a:pt x="2340779" y="5338"/>
                  </a:lnTo>
                  <a:lnTo>
                    <a:pt x="2379502" y="18483"/>
                  </a:lnTo>
                  <a:lnTo>
                    <a:pt x="2414917" y="38930"/>
                  </a:lnTo>
                  <a:lnTo>
                    <a:pt x="2445661" y="65894"/>
                  </a:lnTo>
                  <a:lnTo>
                    <a:pt x="2470555" y="98337"/>
                  </a:lnTo>
                  <a:lnTo>
                    <a:pt x="2488641" y="135013"/>
                  </a:lnTo>
                  <a:lnTo>
                    <a:pt x="2490065" y="138994"/>
                  </a:lnTo>
                  <a:lnTo>
                    <a:pt x="270344" y="138994"/>
                  </a:lnTo>
                  <a:lnTo>
                    <a:pt x="401536" y="221001"/>
                  </a:lnTo>
                  <a:lnTo>
                    <a:pt x="138994" y="221001"/>
                  </a:lnTo>
                  <a:lnTo>
                    <a:pt x="138994" y="1446931"/>
                  </a:lnTo>
                  <a:lnTo>
                    <a:pt x="401536" y="1446931"/>
                  </a:lnTo>
                  <a:lnTo>
                    <a:pt x="270344" y="1528938"/>
                  </a:lnTo>
                  <a:lnTo>
                    <a:pt x="2490065" y="1528938"/>
                  </a:lnTo>
                  <a:lnTo>
                    <a:pt x="2488641" y="1532918"/>
                  </a:lnTo>
                  <a:lnTo>
                    <a:pt x="2470555" y="1569595"/>
                  </a:lnTo>
                  <a:lnTo>
                    <a:pt x="2445661" y="1602038"/>
                  </a:lnTo>
                  <a:lnTo>
                    <a:pt x="2414916" y="1629002"/>
                  </a:lnTo>
                  <a:lnTo>
                    <a:pt x="2379502" y="1649449"/>
                  </a:lnTo>
                  <a:lnTo>
                    <a:pt x="2340779" y="1662594"/>
                  </a:lnTo>
                  <a:lnTo>
                    <a:pt x="2307048" y="1667598"/>
                  </a:lnTo>
                  <a:lnTo>
                    <a:pt x="2300236" y="1667933"/>
                  </a:lnTo>
                  <a:close/>
                </a:path>
                <a:path w="2501900" h="1668145">
                  <a:moveTo>
                    <a:pt x="1513491" y="751959"/>
                  </a:moveTo>
                  <a:lnTo>
                    <a:pt x="1250949" y="751959"/>
                  </a:lnTo>
                  <a:lnTo>
                    <a:pt x="2231555" y="138994"/>
                  </a:lnTo>
                  <a:lnTo>
                    <a:pt x="2490065" y="138994"/>
                  </a:lnTo>
                  <a:lnTo>
                    <a:pt x="2490939" y="141435"/>
                  </a:lnTo>
                  <a:lnTo>
                    <a:pt x="2500226" y="181260"/>
                  </a:lnTo>
                  <a:lnTo>
                    <a:pt x="2501899" y="201663"/>
                  </a:lnTo>
                  <a:lnTo>
                    <a:pt x="2501899" y="221001"/>
                  </a:lnTo>
                  <a:lnTo>
                    <a:pt x="2362905" y="221001"/>
                  </a:lnTo>
                  <a:lnTo>
                    <a:pt x="1513491" y="751959"/>
                  </a:lnTo>
                  <a:close/>
                </a:path>
                <a:path w="2501900" h="1668145">
                  <a:moveTo>
                    <a:pt x="401536" y="1446931"/>
                  </a:moveTo>
                  <a:lnTo>
                    <a:pt x="138994" y="1446931"/>
                  </a:lnTo>
                  <a:lnTo>
                    <a:pt x="1119600" y="833966"/>
                  </a:lnTo>
                  <a:lnTo>
                    <a:pt x="138994" y="221001"/>
                  </a:lnTo>
                  <a:lnTo>
                    <a:pt x="401536" y="221001"/>
                  </a:lnTo>
                  <a:lnTo>
                    <a:pt x="1250949" y="751959"/>
                  </a:lnTo>
                  <a:lnTo>
                    <a:pt x="1513491" y="751959"/>
                  </a:lnTo>
                  <a:lnTo>
                    <a:pt x="1382299" y="833966"/>
                  </a:lnTo>
                  <a:lnTo>
                    <a:pt x="1513491" y="915973"/>
                  </a:lnTo>
                  <a:lnTo>
                    <a:pt x="1250949" y="915973"/>
                  </a:lnTo>
                  <a:lnTo>
                    <a:pt x="401536" y="1446931"/>
                  </a:lnTo>
                  <a:close/>
                </a:path>
                <a:path w="2501900" h="1668145">
                  <a:moveTo>
                    <a:pt x="2501899" y="1446931"/>
                  </a:moveTo>
                  <a:lnTo>
                    <a:pt x="2362905" y="1446931"/>
                  </a:lnTo>
                  <a:lnTo>
                    <a:pt x="2362905" y="221001"/>
                  </a:lnTo>
                  <a:lnTo>
                    <a:pt x="2501899" y="221001"/>
                  </a:lnTo>
                  <a:lnTo>
                    <a:pt x="2501899" y="1446931"/>
                  </a:lnTo>
                  <a:close/>
                </a:path>
                <a:path w="2501900" h="1668145">
                  <a:moveTo>
                    <a:pt x="2490065" y="1528938"/>
                  </a:moveTo>
                  <a:lnTo>
                    <a:pt x="2231555" y="1528938"/>
                  </a:lnTo>
                  <a:lnTo>
                    <a:pt x="1250949" y="915973"/>
                  </a:lnTo>
                  <a:lnTo>
                    <a:pt x="1513491" y="915973"/>
                  </a:lnTo>
                  <a:lnTo>
                    <a:pt x="2362905" y="1446931"/>
                  </a:lnTo>
                  <a:lnTo>
                    <a:pt x="2501899" y="1446931"/>
                  </a:lnTo>
                  <a:lnTo>
                    <a:pt x="2501899" y="1466269"/>
                  </a:lnTo>
                  <a:lnTo>
                    <a:pt x="2501565" y="1473081"/>
                  </a:lnTo>
                  <a:lnTo>
                    <a:pt x="2494903" y="1513428"/>
                  </a:lnTo>
                  <a:lnTo>
                    <a:pt x="2490939" y="1526497"/>
                  </a:lnTo>
                  <a:lnTo>
                    <a:pt x="2490065" y="1528938"/>
                  </a:lnTo>
                  <a:close/>
                </a:path>
              </a:pathLst>
            </a:custGeom>
            <a:solidFill>
              <a:srgbClr val="4E6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292325" y="3476923"/>
              <a:ext cx="1250950" cy="139065"/>
            </a:xfrm>
            <a:custGeom>
              <a:avLst/>
              <a:gdLst/>
              <a:ahLst/>
              <a:cxnLst/>
              <a:rect l="l" t="t" r="r" b="b"/>
              <a:pathLst>
                <a:path w="1250950" h="139064">
                  <a:moveTo>
                    <a:pt x="1186015" y="138994"/>
                  </a:moveTo>
                  <a:lnTo>
                    <a:pt x="1181452" y="138994"/>
                  </a:lnTo>
                  <a:lnTo>
                    <a:pt x="60414" y="138549"/>
                  </a:lnTo>
                  <a:lnTo>
                    <a:pt x="23581" y="121865"/>
                  </a:lnTo>
                  <a:lnTo>
                    <a:pt x="2225" y="87530"/>
                  </a:lnTo>
                  <a:lnTo>
                    <a:pt x="0" y="64933"/>
                  </a:lnTo>
                  <a:lnTo>
                    <a:pt x="3543" y="47117"/>
                  </a:lnTo>
                  <a:lnTo>
                    <a:pt x="14247" y="27092"/>
                  </a:lnTo>
                  <a:lnTo>
                    <a:pt x="27092" y="14247"/>
                  </a:lnTo>
                  <a:lnTo>
                    <a:pt x="47117" y="3543"/>
                  </a:lnTo>
                  <a:lnTo>
                    <a:pt x="64934" y="0"/>
                  </a:lnTo>
                  <a:lnTo>
                    <a:pt x="1190535" y="445"/>
                  </a:lnTo>
                  <a:lnTo>
                    <a:pt x="1227367" y="17128"/>
                  </a:lnTo>
                  <a:lnTo>
                    <a:pt x="1248723" y="51463"/>
                  </a:lnTo>
                  <a:lnTo>
                    <a:pt x="1250949" y="74060"/>
                  </a:lnTo>
                  <a:lnTo>
                    <a:pt x="1247405" y="91876"/>
                  </a:lnTo>
                  <a:lnTo>
                    <a:pt x="1236701" y="111901"/>
                  </a:lnTo>
                  <a:lnTo>
                    <a:pt x="1223856" y="124746"/>
                  </a:lnTo>
                  <a:lnTo>
                    <a:pt x="1203831" y="135450"/>
                  </a:lnTo>
                  <a:lnTo>
                    <a:pt x="1186015" y="138994"/>
                  </a:lnTo>
                  <a:close/>
                </a:path>
              </a:pathLst>
            </a:custGeom>
            <a:solidFill>
              <a:srgbClr val="FF4D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92315" y="3824414"/>
              <a:ext cx="1807210" cy="834390"/>
            </a:xfrm>
            <a:custGeom>
              <a:avLst/>
              <a:gdLst/>
              <a:ahLst/>
              <a:cxnLst/>
              <a:rect l="l" t="t" r="r" b="b"/>
              <a:pathLst>
                <a:path w="1807209" h="834389">
                  <a:moveTo>
                    <a:pt x="1250950" y="769035"/>
                  </a:moveTo>
                  <a:lnTo>
                    <a:pt x="1241780" y="729653"/>
                  </a:lnTo>
                  <a:lnTo>
                    <a:pt x="1212265" y="702005"/>
                  </a:lnTo>
                  <a:lnTo>
                    <a:pt x="64935" y="694969"/>
                  </a:lnTo>
                  <a:lnTo>
                    <a:pt x="47117" y="698512"/>
                  </a:lnTo>
                  <a:lnTo>
                    <a:pt x="27101" y="709218"/>
                  </a:lnTo>
                  <a:lnTo>
                    <a:pt x="14249" y="722071"/>
                  </a:lnTo>
                  <a:lnTo>
                    <a:pt x="3543" y="742086"/>
                  </a:lnTo>
                  <a:lnTo>
                    <a:pt x="0" y="759904"/>
                  </a:lnTo>
                  <a:lnTo>
                    <a:pt x="2235" y="782510"/>
                  </a:lnTo>
                  <a:lnTo>
                    <a:pt x="23583" y="816838"/>
                  </a:lnTo>
                  <a:lnTo>
                    <a:pt x="60413" y="833526"/>
                  </a:lnTo>
                  <a:lnTo>
                    <a:pt x="1181455" y="833970"/>
                  </a:lnTo>
                  <a:lnTo>
                    <a:pt x="1186014" y="833970"/>
                  </a:lnTo>
                  <a:lnTo>
                    <a:pt x="1223860" y="819721"/>
                  </a:lnTo>
                  <a:lnTo>
                    <a:pt x="1247406" y="786853"/>
                  </a:lnTo>
                  <a:lnTo>
                    <a:pt x="1250950" y="769035"/>
                  </a:lnTo>
                  <a:close/>
                </a:path>
                <a:path w="1807209" h="834389">
                  <a:moveTo>
                    <a:pt x="1806930" y="421551"/>
                  </a:moveTo>
                  <a:lnTo>
                    <a:pt x="1797748" y="382168"/>
                  </a:lnTo>
                  <a:lnTo>
                    <a:pt x="1768246" y="354520"/>
                  </a:lnTo>
                  <a:lnTo>
                    <a:pt x="64935" y="347484"/>
                  </a:lnTo>
                  <a:lnTo>
                    <a:pt x="47117" y="351028"/>
                  </a:lnTo>
                  <a:lnTo>
                    <a:pt x="27101" y="361734"/>
                  </a:lnTo>
                  <a:lnTo>
                    <a:pt x="14249" y="374586"/>
                  </a:lnTo>
                  <a:lnTo>
                    <a:pt x="3543" y="394601"/>
                  </a:lnTo>
                  <a:lnTo>
                    <a:pt x="0" y="412419"/>
                  </a:lnTo>
                  <a:lnTo>
                    <a:pt x="2235" y="435013"/>
                  </a:lnTo>
                  <a:lnTo>
                    <a:pt x="23583" y="469353"/>
                  </a:lnTo>
                  <a:lnTo>
                    <a:pt x="60413" y="486041"/>
                  </a:lnTo>
                  <a:lnTo>
                    <a:pt x="1737436" y="486486"/>
                  </a:lnTo>
                  <a:lnTo>
                    <a:pt x="1741995" y="486486"/>
                  </a:lnTo>
                  <a:lnTo>
                    <a:pt x="1779841" y="472236"/>
                  </a:lnTo>
                  <a:lnTo>
                    <a:pt x="1803387" y="439369"/>
                  </a:lnTo>
                  <a:lnTo>
                    <a:pt x="1806930" y="421551"/>
                  </a:lnTo>
                  <a:close/>
                </a:path>
                <a:path w="1807209" h="834389">
                  <a:moveTo>
                    <a:pt x="1806930" y="74066"/>
                  </a:moveTo>
                  <a:lnTo>
                    <a:pt x="1797748" y="34683"/>
                  </a:lnTo>
                  <a:lnTo>
                    <a:pt x="1768246" y="7035"/>
                  </a:lnTo>
                  <a:lnTo>
                    <a:pt x="64935" y="0"/>
                  </a:lnTo>
                  <a:lnTo>
                    <a:pt x="47117" y="3543"/>
                  </a:lnTo>
                  <a:lnTo>
                    <a:pt x="27101" y="14249"/>
                  </a:lnTo>
                  <a:lnTo>
                    <a:pt x="14249" y="27089"/>
                  </a:lnTo>
                  <a:lnTo>
                    <a:pt x="3543" y="47117"/>
                  </a:lnTo>
                  <a:lnTo>
                    <a:pt x="0" y="64935"/>
                  </a:lnTo>
                  <a:lnTo>
                    <a:pt x="2235" y="87528"/>
                  </a:lnTo>
                  <a:lnTo>
                    <a:pt x="23583" y="121869"/>
                  </a:lnTo>
                  <a:lnTo>
                    <a:pt x="60413" y="138557"/>
                  </a:lnTo>
                  <a:lnTo>
                    <a:pt x="1737436" y="139001"/>
                  </a:lnTo>
                  <a:lnTo>
                    <a:pt x="1741995" y="139001"/>
                  </a:lnTo>
                  <a:lnTo>
                    <a:pt x="1779841" y="124752"/>
                  </a:lnTo>
                  <a:lnTo>
                    <a:pt x="1803387" y="91884"/>
                  </a:lnTo>
                  <a:lnTo>
                    <a:pt x="1806930" y="74066"/>
                  </a:lnTo>
                  <a:close/>
                </a:path>
              </a:pathLst>
            </a:custGeom>
            <a:solidFill>
              <a:srgbClr val="A5B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581934" y="5353348"/>
              <a:ext cx="1250950" cy="139065"/>
            </a:xfrm>
            <a:custGeom>
              <a:avLst/>
              <a:gdLst/>
              <a:ahLst/>
              <a:cxnLst/>
              <a:rect l="l" t="t" r="r" b="b"/>
              <a:pathLst>
                <a:path w="1250950" h="139064">
                  <a:moveTo>
                    <a:pt x="1186016" y="138994"/>
                  </a:moveTo>
                  <a:lnTo>
                    <a:pt x="60414" y="138548"/>
                  </a:lnTo>
                  <a:lnTo>
                    <a:pt x="23581" y="121865"/>
                  </a:lnTo>
                  <a:lnTo>
                    <a:pt x="2225" y="87530"/>
                  </a:lnTo>
                  <a:lnTo>
                    <a:pt x="0" y="64933"/>
                  </a:lnTo>
                  <a:lnTo>
                    <a:pt x="3543" y="47117"/>
                  </a:lnTo>
                  <a:lnTo>
                    <a:pt x="14247" y="27091"/>
                  </a:lnTo>
                  <a:lnTo>
                    <a:pt x="27092" y="14247"/>
                  </a:lnTo>
                  <a:lnTo>
                    <a:pt x="47117" y="3543"/>
                  </a:lnTo>
                  <a:lnTo>
                    <a:pt x="64934" y="0"/>
                  </a:lnTo>
                  <a:lnTo>
                    <a:pt x="1190535" y="445"/>
                  </a:lnTo>
                  <a:lnTo>
                    <a:pt x="1227367" y="17128"/>
                  </a:lnTo>
                  <a:lnTo>
                    <a:pt x="1248723" y="51462"/>
                  </a:lnTo>
                  <a:lnTo>
                    <a:pt x="1250949" y="74060"/>
                  </a:lnTo>
                  <a:lnTo>
                    <a:pt x="1247405" y="91876"/>
                  </a:lnTo>
                  <a:lnTo>
                    <a:pt x="1236702" y="111901"/>
                  </a:lnTo>
                  <a:lnTo>
                    <a:pt x="1223857" y="124746"/>
                  </a:lnTo>
                  <a:lnTo>
                    <a:pt x="1203832" y="135450"/>
                  </a:lnTo>
                  <a:lnTo>
                    <a:pt x="1186016" y="138994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581932" y="4936375"/>
              <a:ext cx="4448175" cy="973455"/>
            </a:xfrm>
            <a:custGeom>
              <a:avLst/>
              <a:gdLst/>
              <a:ahLst/>
              <a:cxnLst/>
              <a:rect l="l" t="t" r="r" b="b"/>
              <a:pathLst>
                <a:path w="4448175" h="973454">
                  <a:moveTo>
                    <a:pt x="416979" y="838530"/>
                  </a:moveTo>
                  <a:lnTo>
                    <a:pt x="407797" y="799147"/>
                  </a:lnTo>
                  <a:lnTo>
                    <a:pt x="378294" y="771499"/>
                  </a:lnTo>
                  <a:lnTo>
                    <a:pt x="352044" y="764463"/>
                  </a:lnTo>
                  <a:lnTo>
                    <a:pt x="69494" y="764463"/>
                  </a:lnTo>
                  <a:lnTo>
                    <a:pt x="23583" y="781596"/>
                  </a:lnTo>
                  <a:lnTo>
                    <a:pt x="2222" y="815924"/>
                  </a:lnTo>
                  <a:lnTo>
                    <a:pt x="0" y="829398"/>
                  </a:lnTo>
                  <a:lnTo>
                    <a:pt x="444" y="843051"/>
                  </a:lnTo>
                  <a:lnTo>
                    <a:pt x="17119" y="879881"/>
                  </a:lnTo>
                  <a:lnTo>
                    <a:pt x="51460" y="901230"/>
                  </a:lnTo>
                  <a:lnTo>
                    <a:pt x="64935" y="903465"/>
                  </a:lnTo>
                  <a:lnTo>
                    <a:pt x="347484" y="903465"/>
                  </a:lnTo>
                  <a:lnTo>
                    <a:pt x="393395" y="886333"/>
                  </a:lnTo>
                  <a:lnTo>
                    <a:pt x="414756" y="851992"/>
                  </a:lnTo>
                  <a:lnTo>
                    <a:pt x="416979" y="838530"/>
                  </a:lnTo>
                  <a:close/>
                </a:path>
                <a:path w="4448175" h="973454">
                  <a:moveTo>
                    <a:pt x="4447819" y="138988"/>
                  </a:moveTo>
                  <a:lnTo>
                    <a:pt x="4431411" y="73469"/>
                  </a:lnTo>
                  <a:lnTo>
                    <a:pt x="4386046" y="23418"/>
                  </a:lnTo>
                  <a:lnTo>
                    <a:pt x="4322445" y="660"/>
                  </a:lnTo>
                  <a:lnTo>
                    <a:pt x="3196869" y="0"/>
                  </a:lnTo>
                  <a:lnTo>
                    <a:pt x="3163087" y="4165"/>
                  </a:lnTo>
                  <a:lnTo>
                    <a:pt x="3103537" y="35991"/>
                  </a:lnTo>
                  <a:lnTo>
                    <a:pt x="3065996" y="92176"/>
                  </a:lnTo>
                  <a:lnTo>
                    <a:pt x="3057868" y="833958"/>
                  </a:lnTo>
                  <a:lnTo>
                    <a:pt x="3062046" y="867740"/>
                  </a:lnTo>
                  <a:lnTo>
                    <a:pt x="3093872" y="927303"/>
                  </a:lnTo>
                  <a:lnTo>
                    <a:pt x="3150044" y="964831"/>
                  </a:lnTo>
                  <a:lnTo>
                    <a:pt x="4308818" y="972959"/>
                  </a:lnTo>
                  <a:lnTo>
                    <a:pt x="4342600" y="968794"/>
                  </a:lnTo>
                  <a:lnTo>
                    <a:pt x="4402163" y="936955"/>
                  </a:lnTo>
                  <a:lnTo>
                    <a:pt x="4439691" y="880783"/>
                  </a:lnTo>
                  <a:lnTo>
                    <a:pt x="4447819" y="138988"/>
                  </a:lnTo>
                  <a:close/>
                </a:path>
              </a:pathLst>
            </a:custGeom>
            <a:solidFill>
              <a:srgbClr val="A5B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570315" y="4866868"/>
              <a:ext cx="1529080" cy="1112520"/>
            </a:xfrm>
            <a:custGeom>
              <a:avLst/>
              <a:gdLst/>
              <a:ahLst/>
              <a:cxnLst/>
              <a:rect l="l" t="t" r="r" b="b"/>
              <a:pathLst>
                <a:path w="1529080" h="1112520">
                  <a:moveTo>
                    <a:pt x="1327275" y="1111955"/>
                  </a:moveTo>
                  <a:lnTo>
                    <a:pt x="201662" y="1111955"/>
                  </a:lnTo>
                  <a:lnTo>
                    <a:pt x="194851" y="1111620"/>
                  </a:lnTo>
                  <a:lnTo>
                    <a:pt x="154503" y="1104960"/>
                  </a:lnTo>
                  <a:lnTo>
                    <a:pt x="116229" y="1090555"/>
                  </a:lnTo>
                  <a:lnTo>
                    <a:pt x="81503" y="1068961"/>
                  </a:lnTo>
                  <a:lnTo>
                    <a:pt x="51657" y="1041008"/>
                  </a:lnTo>
                  <a:lnTo>
                    <a:pt x="27836" y="1007767"/>
                  </a:lnTo>
                  <a:lnTo>
                    <a:pt x="10959" y="970519"/>
                  </a:lnTo>
                  <a:lnTo>
                    <a:pt x="1672" y="930694"/>
                  </a:lnTo>
                  <a:lnTo>
                    <a:pt x="0" y="910292"/>
                  </a:lnTo>
                  <a:lnTo>
                    <a:pt x="0" y="201663"/>
                  </a:lnTo>
                  <a:lnTo>
                    <a:pt x="5338" y="161119"/>
                  </a:lnTo>
                  <a:lnTo>
                    <a:pt x="18484" y="122396"/>
                  </a:lnTo>
                  <a:lnTo>
                    <a:pt x="38930" y="86982"/>
                  </a:lnTo>
                  <a:lnTo>
                    <a:pt x="65894" y="56237"/>
                  </a:lnTo>
                  <a:lnTo>
                    <a:pt x="98337" y="31343"/>
                  </a:lnTo>
                  <a:lnTo>
                    <a:pt x="135014" y="13257"/>
                  </a:lnTo>
                  <a:lnTo>
                    <a:pt x="174513" y="2674"/>
                  </a:lnTo>
                  <a:lnTo>
                    <a:pt x="201668" y="0"/>
                  </a:lnTo>
                  <a:lnTo>
                    <a:pt x="1327269" y="0"/>
                  </a:lnTo>
                  <a:lnTo>
                    <a:pt x="1367818" y="5338"/>
                  </a:lnTo>
                  <a:lnTo>
                    <a:pt x="1406541" y="18483"/>
                  </a:lnTo>
                  <a:lnTo>
                    <a:pt x="1441955" y="38930"/>
                  </a:lnTo>
                  <a:lnTo>
                    <a:pt x="1472700" y="65894"/>
                  </a:lnTo>
                  <a:lnTo>
                    <a:pt x="1497593" y="98337"/>
                  </a:lnTo>
                  <a:lnTo>
                    <a:pt x="1515680" y="135013"/>
                  </a:lnTo>
                  <a:lnTo>
                    <a:pt x="1517105" y="138994"/>
                  </a:lnTo>
                  <a:lnTo>
                    <a:pt x="264089" y="138994"/>
                  </a:lnTo>
                  <a:lnTo>
                    <a:pt x="389184" y="222391"/>
                  </a:lnTo>
                  <a:lnTo>
                    <a:pt x="138994" y="222391"/>
                  </a:lnTo>
                  <a:lnTo>
                    <a:pt x="138994" y="889564"/>
                  </a:lnTo>
                  <a:lnTo>
                    <a:pt x="389184" y="889564"/>
                  </a:lnTo>
                  <a:lnTo>
                    <a:pt x="264089" y="972960"/>
                  </a:lnTo>
                  <a:lnTo>
                    <a:pt x="1517104" y="972960"/>
                  </a:lnTo>
                  <a:lnTo>
                    <a:pt x="1515680" y="976941"/>
                  </a:lnTo>
                  <a:lnTo>
                    <a:pt x="1497594" y="1013617"/>
                  </a:lnTo>
                  <a:lnTo>
                    <a:pt x="1472700" y="1046061"/>
                  </a:lnTo>
                  <a:lnTo>
                    <a:pt x="1441955" y="1073024"/>
                  </a:lnTo>
                  <a:lnTo>
                    <a:pt x="1406541" y="1093471"/>
                  </a:lnTo>
                  <a:lnTo>
                    <a:pt x="1367818" y="1106617"/>
                  </a:lnTo>
                  <a:lnTo>
                    <a:pt x="1334087" y="1111620"/>
                  </a:lnTo>
                  <a:lnTo>
                    <a:pt x="1327275" y="1111955"/>
                  </a:lnTo>
                  <a:close/>
                </a:path>
                <a:path w="1529080" h="1112520">
                  <a:moveTo>
                    <a:pt x="1014659" y="472580"/>
                  </a:moveTo>
                  <a:lnTo>
                    <a:pt x="764469" y="472580"/>
                  </a:lnTo>
                  <a:lnTo>
                    <a:pt x="1264848" y="138994"/>
                  </a:lnTo>
                  <a:lnTo>
                    <a:pt x="1517105" y="138994"/>
                  </a:lnTo>
                  <a:lnTo>
                    <a:pt x="1517978" y="141435"/>
                  </a:lnTo>
                  <a:lnTo>
                    <a:pt x="1527265" y="181260"/>
                  </a:lnTo>
                  <a:lnTo>
                    <a:pt x="1528938" y="201663"/>
                  </a:lnTo>
                  <a:lnTo>
                    <a:pt x="1528938" y="222391"/>
                  </a:lnTo>
                  <a:lnTo>
                    <a:pt x="1389943" y="222391"/>
                  </a:lnTo>
                  <a:lnTo>
                    <a:pt x="1014659" y="472580"/>
                  </a:lnTo>
                  <a:close/>
                </a:path>
                <a:path w="1529080" h="1112520">
                  <a:moveTo>
                    <a:pt x="389184" y="889564"/>
                  </a:moveTo>
                  <a:lnTo>
                    <a:pt x="138994" y="889564"/>
                  </a:lnTo>
                  <a:lnTo>
                    <a:pt x="639373" y="555977"/>
                  </a:lnTo>
                  <a:lnTo>
                    <a:pt x="138994" y="222391"/>
                  </a:lnTo>
                  <a:lnTo>
                    <a:pt x="389184" y="222391"/>
                  </a:lnTo>
                  <a:lnTo>
                    <a:pt x="764469" y="472580"/>
                  </a:lnTo>
                  <a:lnTo>
                    <a:pt x="1014659" y="472580"/>
                  </a:lnTo>
                  <a:lnTo>
                    <a:pt x="889564" y="555977"/>
                  </a:lnTo>
                  <a:lnTo>
                    <a:pt x="1014659" y="639374"/>
                  </a:lnTo>
                  <a:lnTo>
                    <a:pt x="764469" y="639374"/>
                  </a:lnTo>
                  <a:lnTo>
                    <a:pt x="389184" y="889564"/>
                  </a:lnTo>
                  <a:close/>
                </a:path>
                <a:path w="1529080" h="1112520">
                  <a:moveTo>
                    <a:pt x="1528938" y="889564"/>
                  </a:moveTo>
                  <a:lnTo>
                    <a:pt x="1389943" y="889564"/>
                  </a:lnTo>
                  <a:lnTo>
                    <a:pt x="1389943" y="222391"/>
                  </a:lnTo>
                  <a:lnTo>
                    <a:pt x="1528938" y="222391"/>
                  </a:lnTo>
                  <a:lnTo>
                    <a:pt x="1528938" y="889564"/>
                  </a:lnTo>
                  <a:close/>
                </a:path>
                <a:path w="1529080" h="1112520">
                  <a:moveTo>
                    <a:pt x="1517104" y="972960"/>
                  </a:moveTo>
                  <a:lnTo>
                    <a:pt x="1264848" y="972960"/>
                  </a:lnTo>
                  <a:lnTo>
                    <a:pt x="764469" y="639374"/>
                  </a:lnTo>
                  <a:lnTo>
                    <a:pt x="1014659" y="639374"/>
                  </a:lnTo>
                  <a:lnTo>
                    <a:pt x="1389943" y="889564"/>
                  </a:lnTo>
                  <a:lnTo>
                    <a:pt x="1528938" y="889564"/>
                  </a:lnTo>
                  <a:lnTo>
                    <a:pt x="1528938" y="910292"/>
                  </a:lnTo>
                  <a:lnTo>
                    <a:pt x="1528604" y="917104"/>
                  </a:lnTo>
                  <a:lnTo>
                    <a:pt x="1521942" y="957451"/>
                  </a:lnTo>
                  <a:lnTo>
                    <a:pt x="1517978" y="970519"/>
                  </a:lnTo>
                  <a:lnTo>
                    <a:pt x="1517104" y="972960"/>
                  </a:lnTo>
                  <a:close/>
                </a:path>
              </a:pathLst>
            </a:custGeom>
            <a:solidFill>
              <a:srgbClr val="4E6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473903" y="5839829"/>
              <a:ext cx="1946275" cy="3058160"/>
            </a:xfrm>
            <a:custGeom>
              <a:avLst/>
              <a:gdLst/>
              <a:ahLst/>
              <a:cxnLst/>
              <a:rect l="l" t="t" r="r" b="b"/>
              <a:pathLst>
                <a:path w="1946275" h="3058159">
                  <a:moveTo>
                    <a:pt x="1539049" y="3057751"/>
                  </a:moveTo>
                  <a:lnTo>
                    <a:pt x="386185" y="3056747"/>
                  </a:lnTo>
                  <a:lnTo>
                    <a:pt x="325493" y="3047745"/>
                  </a:lnTo>
                  <a:lnTo>
                    <a:pt x="266789" y="3029937"/>
                  </a:lnTo>
                  <a:lnTo>
                    <a:pt x="211324" y="3003704"/>
                  </a:lnTo>
                  <a:lnTo>
                    <a:pt x="160318" y="2969623"/>
                  </a:lnTo>
                  <a:lnTo>
                    <a:pt x="114856" y="2928418"/>
                  </a:lnTo>
                  <a:lnTo>
                    <a:pt x="75939" y="2880998"/>
                  </a:lnTo>
                  <a:lnTo>
                    <a:pt x="44396" y="2828371"/>
                  </a:lnTo>
                  <a:lnTo>
                    <a:pt x="20920" y="2771696"/>
                  </a:lnTo>
                  <a:lnTo>
                    <a:pt x="6012" y="2712178"/>
                  </a:lnTo>
                  <a:lnTo>
                    <a:pt x="0" y="2651130"/>
                  </a:lnTo>
                  <a:lnTo>
                    <a:pt x="1003" y="386311"/>
                  </a:lnTo>
                  <a:lnTo>
                    <a:pt x="10006" y="325618"/>
                  </a:lnTo>
                  <a:lnTo>
                    <a:pt x="27813" y="266915"/>
                  </a:lnTo>
                  <a:lnTo>
                    <a:pt x="54047" y="211450"/>
                  </a:lnTo>
                  <a:lnTo>
                    <a:pt x="88128" y="160444"/>
                  </a:lnTo>
                  <a:lnTo>
                    <a:pt x="129332" y="114982"/>
                  </a:lnTo>
                  <a:lnTo>
                    <a:pt x="176752" y="76065"/>
                  </a:lnTo>
                  <a:lnTo>
                    <a:pt x="229379" y="44521"/>
                  </a:lnTo>
                  <a:lnTo>
                    <a:pt x="286054" y="21047"/>
                  </a:lnTo>
                  <a:lnTo>
                    <a:pt x="345572" y="6138"/>
                  </a:lnTo>
                  <a:lnTo>
                    <a:pt x="406621" y="125"/>
                  </a:lnTo>
                  <a:lnTo>
                    <a:pt x="416857" y="0"/>
                  </a:lnTo>
                  <a:lnTo>
                    <a:pt x="1559485" y="1129"/>
                  </a:lnTo>
                  <a:lnTo>
                    <a:pt x="1620177" y="10132"/>
                  </a:lnTo>
                  <a:lnTo>
                    <a:pt x="1678880" y="27939"/>
                  </a:lnTo>
                  <a:lnTo>
                    <a:pt x="1734345" y="54172"/>
                  </a:lnTo>
                  <a:lnTo>
                    <a:pt x="1785352" y="88253"/>
                  </a:lnTo>
                  <a:lnTo>
                    <a:pt x="1830814" y="129458"/>
                  </a:lnTo>
                  <a:lnTo>
                    <a:pt x="1869730" y="176878"/>
                  </a:lnTo>
                  <a:lnTo>
                    <a:pt x="1901274" y="229505"/>
                  </a:lnTo>
                  <a:lnTo>
                    <a:pt x="1924749" y="286180"/>
                  </a:lnTo>
                  <a:lnTo>
                    <a:pt x="1939658" y="345697"/>
                  </a:lnTo>
                  <a:lnTo>
                    <a:pt x="1945671" y="406746"/>
                  </a:lnTo>
                  <a:lnTo>
                    <a:pt x="1944667" y="2671566"/>
                  </a:lnTo>
                  <a:lnTo>
                    <a:pt x="1935664" y="2732258"/>
                  </a:lnTo>
                  <a:lnTo>
                    <a:pt x="1917856" y="2790960"/>
                  </a:lnTo>
                  <a:lnTo>
                    <a:pt x="1891623" y="2846427"/>
                  </a:lnTo>
                  <a:lnTo>
                    <a:pt x="1857542" y="2897432"/>
                  </a:lnTo>
                  <a:lnTo>
                    <a:pt x="1816337" y="2942895"/>
                  </a:lnTo>
                  <a:lnTo>
                    <a:pt x="1768917" y="2981811"/>
                  </a:lnTo>
                  <a:lnTo>
                    <a:pt x="1716290" y="3013354"/>
                  </a:lnTo>
                  <a:lnTo>
                    <a:pt x="1659615" y="3036830"/>
                  </a:lnTo>
                  <a:lnTo>
                    <a:pt x="1600097" y="3051738"/>
                  </a:lnTo>
                  <a:lnTo>
                    <a:pt x="1539049" y="3057751"/>
                  </a:lnTo>
                  <a:close/>
                </a:path>
              </a:pathLst>
            </a:custGeom>
            <a:solidFill>
              <a:srgbClr val="7E95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682270" y="6048320"/>
              <a:ext cx="1529080" cy="2640965"/>
            </a:xfrm>
            <a:custGeom>
              <a:avLst/>
              <a:gdLst/>
              <a:ahLst/>
              <a:cxnLst/>
              <a:rect l="l" t="t" r="r" b="b"/>
              <a:pathLst>
                <a:path w="1529080" h="2640965">
                  <a:moveTo>
                    <a:pt x="1327274" y="2640894"/>
                  </a:moveTo>
                  <a:lnTo>
                    <a:pt x="181259" y="2639220"/>
                  </a:lnTo>
                  <a:lnTo>
                    <a:pt x="135012" y="2627635"/>
                  </a:lnTo>
                  <a:lnTo>
                    <a:pt x="98335" y="2609548"/>
                  </a:lnTo>
                  <a:lnTo>
                    <a:pt x="65893" y="2584655"/>
                  </a:lnTo>
                  <a:lnTo>
                    <a:pt x="38929" y="2553911"/>
                  </a:lnTo>
                  <a:lnTo>
                    <a:pt x="18482" y="2518496"/>
                  </a:lnTo>
                  <a:lnTo>
                    <a:pt x="5337" y="2479773"/>
                  </a:lnTo>
                  <a:lnTo>
                    <a:pt x="0" y="2439230"/>
                  </a:lnTo>
                  <a:lnTo>
                    <a:pt x="1673" y="181259"/>
                  </a:lnTo>
                  <a:lnTo>
                    <a:pt x="13257" y="135013"/>
                  </a:lnTo>
                  <a:lnTo>
                    <a:pt x="31343" y="98337"/>
                  </a:lnTo>
                  <a:lnTo>
                    <a:pt x="56237" y="65894"/>
                  </a:lnTo>
                  <a:lnTo>
                    <a:pt x="86982" y="38931"/>
                  </a:lnTo>
                  <a:lnTo>
                    <a:pt x="122396" y="18484"/>
                  </a:lnTo>
                  <a:lnTo>
                    <a:pt x="161119" y="5338"/>
                  </a:lnTo>
                  <a:lnTo>
                    <a:pt x="201663" y="0"/>
                  </a:lnTo>
                  <a:lnTo>
                    <a:pt x="347485" y="0"/>
                  </a:lnTo>
                  <a:lnTo>
                    <a:pt x="371005" y="16288"/>
                  </a:lnTo>
                  <a:lnTo>
                    <a:pt x="444955" y="52122"/>
                  </a:lnTo>
                  <a:lnTo>
                    <a:pt x="574415" y="87957"/>
                  </a:lnTo>
                  <a:lnTo>
                    <a:pt x="764468" y="104245"/>
                  </a:lnTo>
                  <a:lnTo>
                    <a:pt x="954521" y="87957"/>
                  </a:lnTo>
                  <a:lnTo>
                    <a:pt x="1083982" y="52122"/>
                  </a:lnTo>
                  <a:lnTo>
                    <a:pt x="1157931" y="16288"/>
                  </a:lnTo>
                  <a:lnTo>
                    <a:pt x="1181452" y="0"/>
                  </a:lnTo>
                  <a:lnTo>
                    <a:pt x="1347677" y="1673"/>
                  </a:lnTo>
                  <a:lnTo>
                    <a:pt x="1393923" y="13257"/>
                  </a:lnTo>
                  <a:lnTo>
                    <a:pt x="1430600" y="31342"/>
                  </a:lnTo>
                  <a:lnTo>
                    <a:pt x="1463043" y="56237"/>
                  </a:lnTo>
                  <a:lnTo>
                    <a:pt x="1490007" y="86982"/>
                  </a:lnTo>
                  <a:lnTo>
                    <a:pt x="1510454" y="122396"/>
                  </a:lnTo>
                  <a:lnTo>
                    <a:pt x="1523599" y="161118"/>
                  </a:lnTo>
                  <a:lnTo>
                    <a:pt x="1528938" y="201663"/>
                  </a:lnTo>
                  <a:lnTo>
                    <a:pt x="1528938" y="208491"/>
                  </a:lnTo>
                  <a:lnTo>
                    <a:pt x="1527265" y="2459633"/>
                  </a:lnTo>
                  <a:lnTo>
                    <a:pt x="1515680" y="2505878"/>
                  </a:lnTo>
                  <a:lnTo>
                    <a:pt x="1497594" y="2542555"/>
                  </a:lnTo>
                  <a:lnTo>
                    <a:pt x="1472700" y="2574999"/>
                  </a:lnTo>
                  <a:lnTo>
                    <a:pt x="1441955" y="2601961"/>
                  </a:lnTo>
                  <a:lnTo>
                    <a:pt x="1406540" y="2622409"/>
                  </a:lnTo>
                  <a:lnTo>
                    <a:pt x="1367817" y="2635554"/>
                  </a:lnTo>
                  <a:lnTo>
                    <a:pt x="1327274" y="26408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029756" y="6048320"/>
              <a:ext cx="834390" cy="208915"/>
            </a:xfrm>
            <a:custGeom>
              <a:avLst/>
              <a:gdLst/>
              <a:ahLst/>
              <a:cxnLst/>
              <a:rect l="l" t="t" r="r" b="b"/>
              <a:pathLst>
                <a:path w="834390" h="208914">
                  <a:moveTo>
                    <a:pt x="694972" y="208491"/>
                  </a:moveTo>
                  <a:lnTo>
                    <a:pt x="125370" y="207823"/>
                  </a:lnTo>
                  <a:lnTo>
                    <a:pt x="61772" y="185066"/>
                  </a:lnTo>
                  <a:lnTo>
                    <a:pt x="16410" y="135018"/>
                  </a:lnTo>
                  <a:lnTo>
                    <a:pt x="0" y="69497"/>
                  </a:lnTo>
                  <a:lnTo>
                    <a:pt x="0" y="0"/>
                  </a:lnTo>
                  <a:lnTo>
                    <a:pt x="833966" y="0"/>
                  </a:lnTo>
                  <a:lnTo>
                    <a:pt x="833298" y="83121"/>
                  </a:lnTo>
                  <a:lnTo>
                    <a:pt x="810540" y="146718"/>
                  </a:lnTo>
                  <a:lnTo>
                    <a:pt x="760493" y="192080"/>
                  </a:lnTo>
                  <a:lnTo>
                    <a:pt x="694972" y="208491"/>
                  </a:lnTo>
                  <a:close/>
                </a:path>
              </a:pathLst>
            </a:custGeom>
            <a:solidFill>
              <a:srgbClr val="7E95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960258" y="8341729"/>
              <a:ext cx="973455" cy="139065"/>
            </a:xfrm>
            <a:custGeom>
              <a:avLst/>
              <a:gdLst/>
              <a:ahLst/>
              <a:cxnLst/>
              <a:rect l="l" t="t" r="r" b="b"/>
              <a:pathLst>
                <a:path w="973455" h="139065">
                  <a:moveTo>
                    <a:pt x="908026" y="138993"/>
                  </a:moveTo>
                  <a:lnTo>
                    <a:pt x="60414" y="138547"/>
                  </a:lnTo>
                  <a:lnTo>
                    <a:pt x="23581" y="121864"/>
                  </a:lnTo>
                  <a:lnTo>
                    <a:pt x="2225" y="87529"/>
                  </a:lnTo>
                  <a:lnTo>
                    <a:pt x="0" y="64933"/>
                  </a:lnTo>
                  <a:lnTo>
                    <a:pt x="3543" y="47116"/>
                  </a:lnTo>
                  <a:lnTo>
                    <a:pt x="14247" y="27091"/>
                  </a:lnTo>
                  <a:lnTo>
                    <a:pt x="27092" y="14245"/>
                  </a:lnTo>
                  <a:lnTo>
                    <a:pt x="47117" y="3542"/>
                  </a:lnTo>
                  <a:lnTo>
                    <a:pt x="64934" y="0"/>
                  </a:lnTo>
                  <a:lnTo>
                    <a:pt x="912545" y="444"/>
                  </a:lnTo>
                  <a:lnTo>
                    <a:pt x="949378" y="17127"/>
                  </a:lnTo>
                  <a:lnTo>
                    <a:pt x="970735" y="51462"/>
                  </a:lnTo>
                  <a:lnTo>
                    <a:pt x="972960" y="74059"/>
                  </a:lnTo>
                  <a:lnTo>
                    <a:pt x="969416" y="91875"/>
                  </a:lnTo>
                  <a:lnTo>
                    <a:pt x="958712" y="111901"/>
                  </a:lnTo>
                  <a:lnTo>
                    <a:pt x="945867" y="124745"/>
                  </a:lnTo>
                  <a:lnTo>
                    <a:pt x="925842" y="135449"/>
                  </a:lnTo>
                  <a:lnTo>
                    <a:pt x="908026" y="138993"/>
                  </a:lnTo>
                  <a:close/>
                </a:path>
              </a:pathLst>
            </a:custGeom>
            <a:solidFill>
              <a:srgbClr val="A5B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4890928" y="6604298"/>
              <a:ext cx="417195" cy="417195"/>
            </a:xfrm>
            <a:custGeom>
              <a:avLst/>
              <a:gdLst/>
              <a:ahLst/>
              <a:cxnLst/>
              <a:rect l="l" t="t" r="r" b="b"/>
              <a:pathLst>
                <a:path w="417194" h="417195">
                  <a:moveTo>
                    <a:pt x="284650" y="416816"/>
                  </a:moveTo>
                  <a:lnTo>
                    <a:pt x="131999" y="416816"/>
                  </a:lnTo>
                  <a:lnTo>
                    <a:pt x="111710" y="414312"/>
                  </a:lnTo>
                  <a:lnTo>
                    <a:pt x="73305" y="400571"/>
                  </a:lnTo>
                  <a:lnTo>
                    <a:pt x="40543" y="376272"/>
                  </a:lnTo>
                  <a:lnTo>
                    <a:pt x="16243" y="343510"/>
                  </a:lnTo>
                  <a:lnTo>
                    <a:pt x="2503" y="305104"/>
                  </a:lnTo>
                  <a:lnTo>
                    <a:pt x="0" y="284817"/>
                  </a:lnTo>
                  <a:lnTo>
                    <a:pt x="0" y="132165"/>
                  </a:lnTo>
                  <a:lnTo>
                    <a:pt x="7954" y="92175"/>
                  </a:lnTo>
                  <a:lnTo>
                    <a:pt x="27190" y="56187"/>
                  </a:lnTo>
                  <a:lnTo>
                    <a:pt x="56021" y="27356"/>
                  </a:lnTo>
                  <a:lnTo>
                    <a:pt x="92008" y="8121"/>
                  </a:lnTo>
                  <a:lnTo>
                    <a:pt x="131999" y="166"/>
                  </a:lnTo>
                  <a:lnTo>
                    <a:pt x="138827" y="0"/>
                  </a:lnTo>
                  <a:lnTo>
                    <a:pt x="284650" y="166"/>
                  </a:lnTo>
                  <a:lnTo>
                    <a:pt x="324640" y="8121"/>
                  </a:lnTo>
                  <a:lnTo>
                    <a:pt x="360627" y="27356"/>
                  </a:lnTo>
                  <a:lnTo>
                    <a:pt x="389458" y="56187"/>
                  </a:lnTo>
                  <a:lnTo>
                    <a:pt x="408694" y="92175"/>
                  </a:lnTo>
                  <a:lnTo>
                    <a:pt x="416649" y="132165"/>
                  </a:lnTo>
                  <a:lnTo>
                    <a:pt x="416649" y="284817"/>
                  </a:lnTo>
                  <a:lnTo>
                    <a:pt x="408694" y="324806"/>
                  </a:lnTo>
                  <a:lnTo>
                    <a:pt x="389458" y="360794"/>
                  </a:lnTo>
                  <a:lnTo>
                    <a:pt x="360627" y="389625"/>
                  </a:lnTo>
                  <a:lnTo>
                    <a:pt x="324640" y="408861"/>
                  </a:lnTo>
                  <a:lnTo>
                    <a:pt x="284650" y="416816"/>
                  </a:lnTo>
                  <a:close/>
                </a:path>
              </a:pathLst>
            </a:custGeom>
            <a:solidFill>
              <a:srgbClr val="00C8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585900" y="6604298"/>
              <a:ext cx="417195" cy="417195"/>
            </a:xfrm>
            <a:custGeom>
              <a:avLst/>
              <a:gdLst/>
              <a:ahLst/>
              <a:cxnLst/>
              <a:rect l="l" t="t" r="r" b="b"/>
              <a:pathLst>
                <a:path w="417194" h="417195">
                  <a:moveTo>
                    <a:pt x="284650" y="416816"/>
                  </a:moveTo>
                  <a:lnTo>
                    <a:pt x="131998" y="416816"/>
                  </a:lnTo>
                  <a:lnTo>
                    <a:pt x="111710" y="414312"/>
                  </a:lnTo>
                  <a:lnTo>
                    <a:pt x="73304" y="400571"/>
                  </a:lnTo>
                  <a:lnTo>
                    <a:pt x="40543" y="376272"/>
                  </a:lnTo>
                  <a:lnTo>
                    <a:pt x="16243" y="343510"/>
                  </a:lnTo>
                  <a:lnTo>
                    <a:pt x="2503" y="305104"/>
                  </a:lnTo>
                  <a:lnTo>
                    <a:pt x="0" y="284817"/>
                  </a:lnTo>
                  <a:lnTo>
                    <a:pt x="0" y="132165"/>
                  </a:lnTo>
                  <a:lnTo>
                    <a:pt x="7954" y="92175"/>
                  </a:lnTo>
                  <a:lnTo>
                    <a:pt x="27189" y="56187"/>
                  </a:lnTo>
                  <a:lnTo>
                    <a:pt x="56021" y="27356"/>
                  </a:lnTo>
                  <a:lnTo>
                    <a:pt x="92008" y="8121"/>
                  </a:lnTo>
                  <a:lnTo>
                    <a:pt x="131998" y="166"/>
                  </a:lnTo>
                  <a:lnTo>
                    <a:pt x="138827" y="0"/>
                  </a:lnTo>
                  <a:lnTo>
                    <a:pt x="284650" y="166"/>
                  </a:lnTo>
                  <a:lnTo>
                    <a:pt x="324639" y="8121"/>
                  </a:lnTo>
                  <a:lnTo>
                    <a:pt x="360627" y="27356"/>
                  </a:lnTo>
                  <a:lnTo>
                    <a:pt x="389458" y="56187"/>
                  </a:lnTo>
                  <a:lnTo>
                    <a:pt x="408694" y="92175"/>
                  </a:lnTo>
                  <a:lnTo>
                    <a:pt x="416649" y="132165"/>
                  </a:lnTo>
                  <a:lnTo>
                    <a:pt x="416649" y="284817"/>
                  </a:lnTo>
                  <a:lnTo>
                    <a:pt x="408694" y="324806"/>
                  </a:lnTo>
                  <a:lnTo>
                    <a:pt x="389458" y="360794"/>
                  </a:lnTo>
                  <a:lnTo>
                    <a:pt x="360627" y="389625"/>
                  </a:lnTo>
                  <a:lnTo>
                    <a:pt x="324639" y="408861"/>
                  </a:lnTo>
                  <a:lnTo>
                    <a:pt x="284650" y="416816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4890928" y="7229773"/>
              <a:ext cx="417195" cy="417195"/>
            </a:xfrm>
            <a:custGeom>
              <a:avLst/>
              <a:gdLst/>
              <a:ahLst/>
              <a:cxnLst/>
              <a:rect l="l" t="t" r="r" b="b"/>
              <a:pathLst>
                <a:path w="417194" h="417195">
                  <a:moveTo>
                    <a:pt x="284650" y="416816"/>
                  </a:moveTo>
                  <a:lnTo>
                    <a:pt x="131999" y="416816"/>
                  </a:lnTo>
                  <a:lnTo>
                    <a:pt x="111710" y="414312"/>
                  </a:lnTo>
                  <a:lnTo>
                    <a:pt x="73305" y="400571"/>
                  </a:lnTo>
                  <a:lnTo>
                    <a:pt x="40543" y="376272"/>
                  </a:lnTo>
                  <a:lnTo>
                    <a:pt x="16243" y="343510"/>
                  </a:lnTo>
                  <a:lnTo>
                    <a:pt x="2503" y="305104"/>
                  </a:lnTo>
                  <a:lnTo>
                    <a:pt x="0" y="284817"/>
                  </a:lnTo>
                  <a:lnTo>
                    <a:pt x="0" y="132165"/>
                  </a:lnTo>
                  <a:lnTo>
                    <a:pt x="7954" y="92175"/>
                  </a:lnTo>
                  <a:lnTo>
                    <a:pt x="27190" y="56188"/>
                  </a:lnTo>
                  <a:lnTo>
                    <a:pt x="56021" y="27357"/>
                  </a:lnTo>
                  <a:lnTo>
                    <a:pt x="92008" y="8121"/>
                  </a:lnTo>
                  <a:lnTo>
                    <a:pt x="131999" y="167"/>
                  </a:lnTo>
                  <a:lnTo>
                    <a:pt x="138827" y="0"/>
                  </a:lnTo>
                  <a:lnTo>
                    <a:pt x="284650" y="167"/>
                  </a:lnTo>
                  <a:lnTo>
                    <a:pt x="324640" y="8121"/>
                  </a:lnTo>
                  <a:lnTo>
                    <a:pt x="360627" y="27357"/>
                  </a:lnTo>
                  <a:lnTo>
                    <a:pt x="389458" y="56188"/>
                  </a:lnTo>
                  <a:lnTo>
                    <a:pt x="408694" y="92175"/>
                  </a:lnTo>
                  <a:lnTo>
                    <a:pt x="416649" y="132165"/>
                  </a:lnTo>
                  <a:lnTo>
                    <a:pt x="416649" y="284817"/>
                  </a:lnTo>
                  <a:lnTo>
                    <a:pt x="408694" y="324805"/>
                  </a:lnTo>
                  <a:lnTo>
                    <a:pt x="389458" y="360794"/>
                  </a:lnTo>
                  <a:lnTo>
                    <a:pt x="360627" y="389625"/>
                  </a:lnTo>
                  <a:lnTo>
                    <a:pt x="324640" y="408861"/>
                  </a:lnTo>
                  <a:lnTo>
                    <a:pt x="284650" y="416816"/>
                  </a:lnTo>
                  <a:close/>
                </a:path>
              </a:pathLst>
            </a:custGeom>
            <a:solidFill>
              <a:srgbClr val="FF4D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585900" y="7229773"/>
              <a:ext cx="417195" cy="417195"/>
            </a:xfrm>
            <a:custGeom>
              <a:avLst/>
              <a:gdLst/>
              <a:ahLst/>
              <a:cxnLst/>
              <a:rect l="l" t="t" r="r" b="b"/>
              <a:pathLst>
                <a:path w="417194" h="417195">
                  <a:moveTo>
                    <a:pt x="284650" y="416816"/>
                  </a:moveTo>
                  <a:lnTo>
                    <a:pt x="131998" y="416816"/>
                  </a:lnTo>
                  <a:lnTo>
                    <a:pt x="111710" y="414312"/>
                  </a:lnTo>
                  <a:lnTo>
                    <a:pt x="73304" y="400571"/>
                  </a:lnTo>
                  <a:lnTo>
                    <a:pt x="40543" y="376272"/>
                  </a:lnTo>
                  <a:lnTo>
                    <a:pt x="16243" y="343510"/>
                  </a:lnTo>
                  <a:lnTo>
                    <a:pt x="2503" y="305104"/>
                  </a:lnTo>
                  <a:lnTo>
                    <a:pt x="0" y="284817"/>
                  </a:lnTo>
                  <a:lnTo>
                    <a:pt x="0" y="132165"/>
                  </a:lnTo>
                  <a:lnTo>
                    <a:pt x="7954" y="92175"/>
                  </a:lnTo>
                  <a:lnTo>
                    <a:pt x="27189" y="56188"/>
                  </a:lnTo>
                  <a:lnTo>
                    <a:pt x="56021" y="27357"/>
                  </a:lnTo>
                  <a:lnTo>
                    <a:pt x="92008" y="8121"/>
                  </a:lnTo>
                  <a:lnTo>
                    <a:pt x="131998" y="167"/>
                  </a:lnTo>
                  <a:lnTo>
                    <a:pt x="138827" y="0"/>
                  </a:lnTo>
                  <a:lnTo>
                    <a:pt x="284650" y="167"/>
                  </a:lnTo>
                  <a:lnTo>
                    <a:pt x="324639" y="8121"/>
                  </a:lnTo>
                  <a:lnTo>
                    <a:pt x="360627" y="27357"/>
                  </a:lnTo>
                  <a:lnTo>
                    <a:pt x="389458" y="56188"/>
                  </a:lnTo>
                  <a:lnTo>
                    <a:pt x="408694" y="92175"/>
                  </a:lnTo>
                  <a:lnTo>
                    <a:pt x="416649" y="132165"/>
                  </a:lnTo>
                  <a:lnTo>
                    <a:pt x="416649" y="284817"/>
                  </a:lnTo>
                  <a:lnTo>
                    <a:pt x="408694" y="324805"/>
                  </a:lnTo>
                  <a:lnTo>
                    <a:pt x="389458" y="360794"/>
                  </a:lnTo>
                  <a:lnTo>
                    <a:pt x="360627" y="389625"/>
                  </a:lnTo>
                  <a:lnTo>
                    <a:pt x="324639" y="408861"/>
                  </a:lnTo>
                  <a:lnTo>
                    <a:pt x="284650" y="416816"/>
                  </a:lnTo>
                  <a:close/>
                </a:path>
              </a:pathLst>
            </a:custGeom>
            <a:solidFill>
              <a:srgbClr val="00C8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/>
          <p:nvPr/>
        </p:nvSpPr>
        <p:spPr>
          <a:xfrm>
            <a:off x="16053227" y="247159"/>
            <a:ext cx="297180" cy="297180"/>
          </a:xfrm>
          <a:custGeom>
            <a:avLst/>
            <a:gdLst/>
            <a:ahLst/>
            <a:cxnLst/>
            <a:rect l="l" t="t" r="r" b="b"/>
            <a:pathLst>
              <a:path w="297180" h="297180">
                <a:moveTo>
                  <a:pt x="148522" y="297045"/>
                </a:moveTo>
                <a:lnTo>
                  <a:pt x="101578" y="289473"/>
                </a:lnTo>
                <a:lnTo>
                  <a:pt x="60807" y="268388"/>
                </a:lnTo>
                <a:lnTo>
                  <a:pt x="28656" y="236238"/>
                </a:lnTo>
                <a:lnTo>
                  <a:pt x="7571" y="195467"/>
                </a:lnTo>
                <a:lnTo>
                  <a:pt x="0" y="148522"/>
                </a:lnTo>
                <a:lnTo>
                  <a:pt x="7571" y="101577"/>
                </a:lnTo>
                <a:lnTo>
                  <a:pt x="28656" y="60807"/>
                </a:lnTo>
                <a:lnTo>
                  <a:pt x="60807" y="28656"/>
                </a:lnTo>
                <a:lnTo>
                  <a:pt x="101578" y="7571"/>
                </a:lnTo>
                <a:lnTo>
                  <a:pt x="148522" y="0"/>
                </a:lnTo>
                <a:lnTo>
                  <a:pt x="195467" y="7571"/>
                </a:lnTo>
                <a:lnTo>
                  <a:pt x="236238" y="28656"/>
                </a:lnTo>
                <a:lnTo>
                  <a:pt x="268388" y="60807"/>
                </a:lnTo>
                <a:lnTo>
                  <a:pt x="289472" y="101577"/>
                </a:lnTo>
                <a:lnTo>
                  <a:pt x="297044" y="148522"/>
                </a:lnTo>
                <a:lnTo>
                  <a:pt x="289472" y="195467"/>
                </a:lnTo>
                <a:lnTo>
                  <a:pt x="268388" y="236238"/>
                </a:lnTo>
                <a:lnTo>
                  <a:pt x="236238" y="268388"/>
                </a:lnTo>
                <a:lnTo>
                  <a:pt x="195467" y="289473"/>
                </a:lnTo>
                <a:lnTo>
                  <a:pt x="148522" y="2970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6507741" y="247159"/>
            <a:ext cx="297180" cy="297180"/>
          </a:xfrm>
          <a:custGeom>
            <a:avLst/>
            <a:gdLst/>
            <a:ahLst/>
            <a:cxnLst/>
            <a:rect l="l" t="t" r="r" b="b"/>
            <a:pathLst>
              <a:path w="297180" h="297180">
                <a:moveTo>
                  <a:pt x="148522" y="297045"/>
                </a:moveTo>
                <a:lnTo>
                  <a:pt x="101578" y="289473"/>
                </a:lnTo>
                <a:lnTo>
                  <a:pt x="60807" y="268388"/>
                </a:lnTo>
                <a:lnTo>
                  <a:pt x="28656" y="236238"/>
                </a:lnTo>
                <a:lnTo>
                  <a:pt x="7571" y="195467"/>
                </a:lnTo>
                <a:lnTo>
                  <a:pt x="0" y="148522"/>
                </a:lnTo>
                <a:lnTo>
                  <a:pt x="7571" y="101577"/>
                </a:lnTo>
                <a:lnTo>
                  <a:pt x="28656" y="60807"/>
                </a:lnTo>
                <a:lnTo>
                  <a:pt x="60807" y="28656"/>
                </a:lnTo>
                <a:lnTo>
                  <a:pt x="101578" y="7571"/>
                </a:lnTo>
                <a:lnTo>
                  <a:pt x="148522" y="0"/>
                </a:lnTo>
                <a:lnTo>
                  <a:pt x="195467" y="7571"/>
                </a:lnTo>
                <a:lnTo>
                  <a:pt x="236237" y="28656"/>
                </a:lnTo>
                <a:lnTo>
                  <a:pt x="268388" y="60807"/>
                </a:lnTo>
                <a:lnTo>
                  <a:pt x="289472" y="101577"/>
                </a:lnTo>
                <a:lnTo>
                  <a:pt x="297044" y="148522"/>
                </a:lnTo>
                <a:lnTo>
                  <a:pt x="289472" y="195467"/>
                </a:lnTo>
                <a:lnTo>
                  <a:pt x="268388" y="236238"/>
                </a:lnTo>
                <a:lnTo>
                  <a:pt x="236237" y="268388"/>
                </a:lnTo>
                <a:lnTo>
                  <a:pt x="195467" y="289473"/>
                </a:lnTo>
                <a:lnTo>
                  <a:pt x="148522" y="2970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6962254" y="247159"/>
            <a:ext cx="297180" cy="297180"/>
          </a:xfrm>
          <a:custGeom>
            <a:avLst/>
            <a:gdLst/>
            <a:ahLst/>
            <a:cxnLst/>
            <a:rect l="l" t="t" r="r" b="b"/>
            <a:pathLst>
              <a:path w="297180" h="297180">
                <a:moveTo>
                  <a:pt x="148523" y="297045"/>
                </a:moveTo>
                <a:lnTo>
                  <a:pt x="101578" y="289473"/>
                </a:lnTo>
                <a:lnTo>
                  <a:pt x="60807" y="268388"/>
                </a:lnTo>
                <a:lnTo>
                  <a:pt x="28656" y="236238"/>
                </a:lnTo>
                <a:lnTo>
                  <a:pt x="7571" y="195467"/>
                </a:lnTo>
                <a:lnTo>
                  <a:pt x="0" y="148522"/>
                </a:lnTo>
                <a:lnTo>
                  <a:pt x="7571" y="101577"/>
                </a:lnTo>
                <a:lnTo>
                  <a:pt x="28656" y="60807"/>
                </a:lnTo>
                <a:lnTo>
                  <a:pt x="60807" y="28656"/>
                </a:lnTo>
                <a:lnTo>
                  <a:pt x="101578" y="7571"/>
                </a:lnTo>
                <a:lnTo>
                  <a:pt x="148523" y="0"/>
                </a:lnTo>
                <a:lnTo>
                  <a:pt x="195467" y="7571"/>
                </a:lnTo>
                <a:lnTo>
                  <a:pt x="236238" y="28656"/>
                </a:lnTo>
                <a:lnTo>
                  <a:pt x="268388" y="60807"/>
                </a:lnTo>
                <a:lnTo>
                  <a:pt x="289472" y="101577"/>
                </a:lnTo>
                <a:lnTo>
                  <a:pt x="297044" y="148522"/>
                </a:lnTo>
                <a:lnTo>
                  <a:pt x="289472" y="195467"/>
                </a:lnTo>
                <a:lnTo>
                  <a:pt x="268388" y="236238"/>
                </a:lnTo>
                <a:lnTo>
                  <a:pt x="236238" y="268388"/>
                </a:lnTo>
                <a:lnTo>
                  <a:pt x="195467" y="289473"/>
                </a:lnTo>
                <a:lnTo>
                  <a:pt x="148523" y="2970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5967960" y="3697408"/>
            <a:ext cx="989965" cy="990600"/>
          </a:xfrm>
          <a:custGeom>
            <a:avLst/>
            <a:gdLst/>
            <a:ahLst/>
            <a:cxnLst/>
            <a:rect l="l" t="t" r="r" b="b"/>
            <a:pathLst>
              <a:path w="989965" h="990600">
                <a:moveTo>
                  <a:pt x="461422" y="990600"/>
                </a:moveTo>
                <a:lnTo>
                  <a:pt x="454235" y="990600"/>
                </a:lnTo>
                <a:lnTo>
                  <a:pt x="454235" y="771368"/>
                </a:lnTo>
                <a:lnTo>
                  <a:pt x="222825" y="539957"/>
                </a:lnTo>
                <a:lnTo>
                  <a:pt x="0" y="539957"/>
                </a:lnTo>
                <a:lnTo>
                  <a:pt x="47161" y="445642"/>
                </a:lnTo>
                <a:lnTo>
                  <a:pt x="70388" y="404326"/>
                </a:lnTo>
                <a:lnTo>
                  <a:pt x="98503" y="366944"/>
                </a:lnTo>
                <a:lnTo>
                  <a:pt x="132572" y="336510"/>
                </a:lnTo>
                <a:lnTo>
                  <a:pt x="173658" y="316040"/>
                </a:lnTo>
                <a:lnTo>
                  <a:pt x="222825" y="308547"/>
                </a:lnTo>
                <a:lnTo>
                  <a:pt x="346367" y="308547"/>
                </a:lnTo>
                <a:lnTo>
                  <a:pt x="381993" y="264992"/>
                </a:lnTo>
                <a:lnTo>
                  <a:pt x="419854" y="224421"/>
                </a:lnTo>
                <a:lnTo>
                  <a:pt x="459596" y="186922"/>
                </a:lnTo>
                <a:lnTo>
                  <a:pt x="500865" y="152581"/>
                </a:lnTo>
                <a:lnTo>
                  <a:pt x="543308" y="121486"/>
                </a:lnTo>
                <a:lnTo>
                  <a:pt x="586572" y="93723"/>
                </a:lnTo>
                <a:lnTo>
                  <a:pt x="630304" y="69380"/>
                </a:lnTo>
                <a:lnTo>
                  <a:pt x="674148" y="48543"/>
                </a:lnTo>
                <a:lnTo>
                  <a:pt x="717754" y="31299"/>
                </a:lnTo>
                <a:lnTo>
                  <a:pt x="760765" y="17736"/>
                </a:lnTo>
                <a:lnTo>
                  <a:pt x="802831" y="7940"/>
                </a:lnTo>
                <a:lnTo>
                  <a:pt x="843596" y="1999"/>
                </a:lnTo>
                <a:lnTo>
                  <a:pt x="882708" y="0"/>
                </a:lnTo>
                <a:lnTo>
                  <a:pt x="989704" y="0"/>
                </a:lnTo>
                <a:lnTo>
                  <a:pt x="989704" y="167672"/>
                </a:lnTo>
                <a:lnTo>
                  <a:pt x="986252" y="191362"/>
                </a:lnTo>
                <a:lnTo>
                  <a:pt x="976926" y="231410"/>
                </a:lnTo>
                <a:lnTo>
                  <a:pt x="685646" y="231410"/>
                </a:lnTo>
                <a:lnTo>
                  <a:pt x="655620" y="237472"/>
                </a:lnTo>
                <a:lnTo>
                  <a:pt x="631101" y="254002"/>
                </a:lnTo>
                <a:lnTo>
                  <a:pt x="614570" y="278521"/>
                </a:lnTo>
                <a:lnTo>
                  <a:pt x="608509" y="308547"/>
                </a:lnTo>
                <a:lnTo>
                  <a:pt x="614570" y="338572"/>
                </a:lnTo>
                <a:lnTo>
                  <a:pt x="631101" y="363091"/>
                </a:lnTo>
                <a:lnTo>
                  <a:pt x="655620" y="379622"/>
                </a:lnTo>
                <a:lnTo>
                  <a:pt x="685646" y="385684"/>
                </a:lnTo>
                <a:lnTo>
                  <a:pt x="912680" y="385684"/>
                </a:lnTo>
                <a:lnTo>
                  <a:pt x="900469" y="407620"/>
                </a:lnTo>
                <a:lnTo>
                  <a:pt x="872706" y="450884"/>
                </a:lnTo>
                <a:lnTo>
                  <a:pt x="841611" y="493327"/>
                </a:lnTo>
                <a:lnTo>
                  <a:pt x="807270" y="534597"/>
                </a:lnTo>
                <a:lnTo>
                  <a:pt x="769771" y="574338"/>
                </a:lnTo>
                <a:lnTo>
                  <a:pt x="729201" y="612199"/>
                </a:lnTo>
                <a:lnTo>
                  <a:pt x="685646" y="647825"/>
                </a:lnTo>
                <a:lnTo>
                  <a:pt x="685646" y="771368"/>
                </a:lnTo>
                <a:lnTo>
                  <a:pt x="678152" y="820535"/>
                </a:lnTo>
                <a:lnTo>
                  <a:pt x="657682" y="861621"/>
                </a:lnTo>
                <a:lnTo>
                  <a:pt x="627248" y="895691"/>
                </a:lnTo>
                <a:lnTo>
                  <a:pt x="589867" y="923809"/>
                </a:lnTo>
                <a:lnTo>
                  <a:pt x="548550" y="947039"/>
                </a:lnTo>
                <a:lnTo>
                  <a:pt x="461422" y="990600"/>
                </a:lnTo>
                <a:close/>
              </a:path>
              <a:path w="989965" h="990600">
                <a:moveTo>
                  <a:pt x="912680" y="385684"/>
                </a:moveTo>
                <a:lnTo>
                  <a:pt x="685646" y="385684"/>
                </a:lnTo>
                <a:lnTo>
                  <a:pt x="715671" y="379622"/>
                </a:lnTo>
                <a:lnTo>
                  <a:pt x="740190" y="363091"/>
                </a:lnTo>
                <a:lnTo>
                  <a:pt x="756721" y="338572"/>
                </a:lnTo>
                <a:lnTo>
                  <a:pt x="762782" y="308547"/>
                </a:lnTo>
                <a:lnTo>
                  <a:pt x="756721" y="278521"/>
                </a:lnTo>
                <a:lnTo>
                  <a:pt x="740190" y="254002"/>
                </a:lnTo>
                <a:lnTo>
                  <a:pt x="715671" y="237472"/>
                </a:lnTo>
                <a:lnTo>
                  <a:pt x="685646" y="231410"/>
                </a:lnTo>
                <a:lnTo>
                  <a:pt x="976926" y="231410"/>
                </a:lnTo>
                <a:lnTo>
                  <a:pt x="976456" y="233427"/>
                </a:lnTo>
                <a:lnTo>
                  <a:pt x="962893" y="276439"/>
                </a:lnTo>
                <a:lnTo>
                  <a:pt x="945650" y="320044"/>
                </a:lnTo>
                <a:lnTo>
                  <a:pt x="924813" y="363889"/>
                </a:lnTo>
                <a:lnTo>
                  <a:pt x="912680" y="385684"/>
                </a:lnTo>
                <a:close/>
              </a:path>
              <a:path w="989965" h="990600">
                <a:moveTo>
                  <a:pt x="68551" y="925641"/>
                </a:moveTo>
                <a:lnTo>
                  <a:pt x="86229" y="850111"/>
                </a:lnTo>
                <a:lnTo>
                  <a:pt x="110133" y="786433"/>
                </a:lnTo>
                <a:lnTo>
                  <a:pt x="145688" y="732799"/>
                </a:lnTo>
                <a:lnTo>
                  <a:pt x="184256" y="694231"/>
                </a:lnTo>
                <a:lnTo>
                  <a:pt x="299961" y="809936"/>
                </a:lnTo>
                <a:lnTo>
                  <a:pt x="261393" y="848504"/>
                </a:lnTo>
                <a:lnTo>
                  <a:pt x="205163" y="886656"/>
                </a:lnTo>
                <a:lnTo>
                  <a:pt x="141773" y="910272"/>
                </a:lnTo>
                <a:lnTo>
                  <a:pt x="89983" y="922288"/>
                </a:lnTo>
                <a:lnTo>
                  <a:pt x="68551" y="925641"/>
                </a:lnTo>
                <a:close/>
              </a:path>
            </a:pathLst>
          </a:custGeom>
          <a:solidFill>
            <a:srgbClr val="4E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75975" y="7827332"/>
            <a:ext cx="615315" cy="615315"/>
          </a:xfrm>
          <a:custGeom>
            <a:avLst/>
            <a:gdLst/>
            <a:ahLst/>
            <a:cxnLst/>
            <a:rect l="l" t="t" r="r" b="b"/>
            <a:pathLst>
              <a:path w="615315" h="615315">
                <a:moveTo>
                  <a:pt x="307496" y="614992"/>
                </a:moveTo>
                <a:lnTo>
                  <a:pt x="262056" y="611658"/>
                </a:lnTo>
                <a:lnTo>
                  <a:pt x="218687" y="601973"/>
                </a:lnTo>
                <a:lnTo>
                  <a:pt x="177863" y="586412"/>
                </a:lnTo>
                <a:lnTo>
                  <a:pt x="140061" y="565452"/>
                </a:lnTo>
                <a:lnTo>
                  <a:pt x="105756" y="539568"/>
                </a:lnTo>
                <a:lnTo>
                  <a:pt x="75423" y="509236"/>
                </a:lnTo>
                <a:lnTo>
                  <a:pt x="49539" y="474931"/>
                </a:lnTo>
                <a:lnTo>
                  <a:pt x="28579" y="437128"/>
                </a:lnTo>
                <a:lnTo>
                  <a:pt x="13019" y="396305"/>
                </a:lnTo>
                <a:lnTo>
                  <a:pt x="3334" y="352935"/>
                </a:lnTo>
                <a:lnTo>
                  <a:pt x="0" y="307496"/>
                </a:lnTo>
                <a:lnTo>
                  <a:pt x="3334" y="262056"/>
                </a:lnTo>
                <a:lnTo>
                  <a:pt x="13019" y="218687"/>
                </a:lnTo>
                <a:lnTo>
                  <a:pt x="28579" y="177863"/>
                </a:lnTo>
                <a:lnTo>
                  <a:pt x="49539" y="140061"/>
                </a:lnTo>
                <a:lnTo>
                  <a:pt x="75423" y="105755"/>
                </a:lnTo>
                <a:lnTo>
                  <a:pt x="105756" y="75423"/>
                </a:lnTo>
                <a:lnTo>
                  <a:pt x="140061" y="49539"/>
                </a:lnTo>
                <a:lnTo>
                  <a:pt x="177863" y="28579"/>
                </a:lnTo>
                <a:lnTo>
                  <a:pt x="218687" y="13019"/>
                </a:lnTo>
                <a:lnTo>
                  <a:pt x="262056" y="3334"/>
                </a:lnTo>
                <a:lnTo>
                  <a:pt x="307496" y="0"/>
                </a:lnTo>
                <a:lnTo>
                  <a:pt x="352935" y="3334"/>
                </a:lnTo>
                <a:lnTo>
                  <a:pt x="396305" y="13019"/>
                </a:lnTo>
                <a:lnTo>
                  <a:pt x="437129" y="28579"/>
                </a:lnTo>
                <a:lnTo>
                  <a:pt x="474931" y="49539"/>
                </a:lnTo>
                <a:lnTo>
                  <a:pt x="509236" y="75423"/>
                </a:lnTo>
                <a:lnTo>
                  <a:pt x="539569" y="105755"/>
                </a:lnTo>
                <a:lnTo>
                  <a:pt x="565453" y="140061"/>
                </a:lnTo>
                <a:lnTo>
                  <a:pt x="586413" y="177863"/>
                </a:lnTo>
                <a:lnTo>
                  <a:pt x="601973" y="218687"/>
                </a:lnTo>
                <a:lnTo>
                  <a:pt x="611658" y="262056"/>
                </a:lnTo>
                <a:lnTo>
                  <a:pt x="614992" y="307496"/>
                </a:lnTo>
                <a:lnTo>
                  <a:pt x="611658" y="352935"/>
                </a:lnTo>
                <a:lnTo>
                  <a:pt x="601973" y="396305"/>
                </a:lnTo>
                <a:lnTo>
                  <a:pt x="586413" y="437128"/>
                </a:lnTo>
                <a:lnTo>
                  <a:pt x="565453" y="474931"/>
                </a:lnTo>
                <a:lnTo>
                  <a:pt x="539569" y="509236"/>
                </a:lnTo>
                <a:lnTo>
                  <a:pt x="509236" y="539568"/>
                </a:lnTo>
                <a:lnTo>
                  <a:pt x="474931" y="565452"/>
                </a:lnTo>
                <a:lnTo>
                  <a:pt x="437129" y="586412"/>
                </a:lnTo>
                <a:lnTo>
                  <a:pt x="396305" y="601973"/>
                </a:lnTo>
                <a:lnTo>
                  <a:pt x="352935" y="611658"/>
                </a:lnTo>
                <a:lnTo>
                  <a:pt x="307496" y="614992"/>
                </a:lnTo>
                <a:close/>
              </a:path>
            </a:pathLst>
          </a:custGeom>
          <a:solidFill>
            <a:srgbClr val="00C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7358934" y="9357935"/>
            <a:ext cx="575310" cy="575310"/>
          </a:xfrm>
          <a:custGeom>
            <a:avLst/>
            <a:gdLst/>
            <a:ahLst/>
            <a:cxnLst/>
            <a:rect l="l" t="t" r="r" b="b"/>
            <a:pathLst>
              <a:path w="575309" h="575309">
                <a:moveTo>
                  <a:pt x="287568" y="575139"/>
                </a:moveTo>
                <a:lnTo>
                  <a:pt x="240923" y="571375"/>
                </a:lnTo>
                <a:lnTo>
                  <a:pt x="196675" y="560478"/>
                </a:lnTo>
                <a:lnTo>
                  <a:pt x="155414" y="543041"/>
                </a:lnTo>
                <a:lnTo>
                  <a:pt x="117734" y="519654"/>
                </a:lnTo>
                <a:lnTo>
                  <a:pt x="84227" y="490911"/>
                </a:lnTo>
                <a:lnTo>
                  <a:pt x="55484" y="457404"/>
                </a:lnTo>
                <a:lnTo>
                  <a:pt x="32098" y="419724"/>
                </a:lnTo>
                <a:lnTo>
                  <a:pt x="14660" y="378463"/>
                </a:lnTo>
                <a:lnTo>
                  <a:pt x="3763" y="334214"/>
                </a:lnTo>
                <a:lnTo>
                  <a:pt x="0" y="287569"/>
                </a:lnTo>
                <a:lnTo>
                  <a:pt x="3763" y="240924"/>
                </a:lnTo>
                <a:lnTo>
                  <a:pt x="14660" y="196675"/>
                </a:lnTo>
                <a:lnTo>
                  <a:pt x="32098" y="155414"/>
                </a:lnTo>
                <a:lnTo>
                  <a:pt x="55484" y="117734"/>
                </a:lnTo>
                <a:lnTo>
                  <a:pt x="84227" y="84227"/>
                </a:lnTo>
                <a:lnTo>
                  <a:pt x="117734" y="55484"/>
                </a:lnTo>
                <a:lnTo>
                  <a:pt x="155414" y="32097"/>
                </a:lnTo>
                <a:lnTo>
                  <a:pt x="196675" y="14660"/>
                </a:lnTo>
                <a:lnTo>
                  <a:pt x="240923" y="3763"/>
                </a:lnTo>
                <a:lnTo>
                  <a:pt x="287568" y="0"/>
                </a:lnTo>
                <a:lnTo>
                  <a:pt x="334214" y="3763"/>
                </a:lnTo>
                <a:lnTo>
                  <a:pt x="378463" y="14660"/>
                </a:lnTo>
                <a:lnTo>
                  <a:pt x="419723" y="32097"/>
                </a:lnTo>
                <a:lnTo>
                  <a:pt x="457403" y="55484"/>
                </a:lnTo>
                <a:lnTo>
                  <a:pt x="490911" y="84227"/>
                </a:lnTo>
                <a:lnTo>
                  <a:pt x="519654" y="117734"/>
                </a:lnTo>
                <a:lnTo>
                  <a:pt x="543040" y="155414"/>
                </a:lnTo>
                <a:lnTo>
                  <a:pt x="560478" y="196675"/>
                </a:lnTo>
                <a:lnTo>
                  <a:pt x="571374" y="240924"/>
                </a:lnTo>
                <a:lnTo>
                  <a:pt x="575138" y="287569"/>
                </a:lnTo>
                <a:lnTo>
                  <a:pt x="571374" y="334214"/>
                </a:lnTo>
                <a:lnTo>
                  <a:pt x="560478" y="378463"/>
                </a:lnTo>
                <a:lnTo>
                  <a:pt x="543040" y="419724"/>
                </a:lnTo>
                <a:lnTo>
                  <a:pt x="519654" y="457404"/>
                </a:lnTo>
                <a:lnTo>
                  <a:pt x="490911" y="490911"/>
                </a:lnTo>
                <a:lnTo>
                  <a:pt x="457403" y="519654"/>
                </a:lnTo>
                <a:lnTo>
                  <a:pt x="419723" y="543041"/>
                </a:lnTo>
                <a:lnTo>
                  <a:pt x="378463" y="560478"/>
                </a:lnTo>
                <a:lnTo>
                  <a:pt x="334214" y="571375"/>
                </a:lnTo>
                <a:lnTo>
                  <a:pt x="287568" y="575139"/>
                </a:lnTo>
                <a:close/>
              </a:path>
            </a:pathLst>
          </a:custGeom>
          <a:solidFill>
            <a:srgbClr val="FF4D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587138" y="2466943"/>
            <a:ext cx="386080" cy="386080"/>
          </a:xfrm>
          <a:custGeom>
            <a:avLst/>
            <a:gdLst/>
            <a:ahLst/>
            <a:cxnLst/>
            <a:rect l="l" t="t" r="r" b="b"/>
            <a:pathLst>
              <a:path w="386080" h="386080">
                <a:moveTo>
                  <a:pt x="192830" y="385660"/>
                </a:moveTo>
                <a:lnTo>
                  <a:pt x="148616" y="380567"/>
                </a:lnTo>
                <a:lnTo>
                  <a:pt x="108028" y="366061"/>
                </a:lnTo>
                <a:lnTo>
                  <a:pt x="72224" y="343298"/>
                </a:lnTo>
                <a:lnTo>
                  <a:pt x="42362" y="313436"/>
                </a:lnTo>
                <a:lnTo>
                  <a:pt x="19599" y="277632"/>
                </a:lnTo>
                <a:lnTo>
                  <a:pt x="5092" y="237044"/>
                </a:lnTo>
                <a:lnTo>
                  <a:pt x="0" y="192830"/>
                </a:lnTo>
                <a:lnTo>
                  <a:pt x="5092" y="148616"/>
                </a:lnTo>
                <a:lnTo>
                  <a:pt x="19599" y="108028"/>
                </a:lnTo>
                <a:lnTo>
                  <a:pt x="42362" y="72224"/>
                </a:lnTo>
                <a:lnTo>
                  <a:pt x="72224" y="42362"/>
                </a:lnTo>
                <a:lnTo>
                  <a:pt x="108028" y="19599"/>
                </a:lnTo>
                <a:lnTo>
                  <a:pt x="148616" y="5092"/>
                </a:lnTo>
                <a:lnTo>
                  <a:pt x="192830" y="0"/>
                </a:lnTo>
                <a:lnTo>
                  <a:pt x="237044" y="5092"/>
                </a:lnTo>
                <a:lnTo>
                  <a:pt x="277632" y="19599"/>
                </a:lnTo>
                <a:lnTo>
                  <a:pt x="313436" y="42362"/>
                </a:lnTo>
                <a:lnTo>
                  <a:pt x="343298" y="72224"/>
                </a:lnTo>
                <a:lnTo>
                  <a:pt x="366061" y="108028"/>
                </a:lnTo>
                <a:lnTo>
                  <a:pt x="380568" y="148616"/>
                </a:lnTo>
                <a:lnTo>
                  <a:pt x="385660" y="192830"/>
                </a:lnTo>
                <a:lnTo>
                  <a:pt x="380568" y="237044"/>
                </a:lnTo>
                <a:lnTo>
                  <a:pt x="366061" y="277632"/>
                </a:lnTo>
                <a:lnTo>
                  <a:pt x="343298" y="313436"/>
                </a:lnTo>
                <a:lnTo>
                  <a:pt x="313436" y="343298"/>
                </a:lnTo>
                <a:lnTo>
                  <a:pt x="277632" y="366061"/>
                </a:lnTo>
                <a:lnTo>
                  <a:pt x="237044" y="380567"/>
                </a:lnTo>
                <a:lnTo>
                  <a:pt x="192830" y="385660"/>
                </a:lnTo>
                <a:close/>
              </a:path>
            </a:pathLst>
          </a:custGeom>
          <a:solidFill>
            <a:srgbClr val="FFA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 descr="$PPTXTitle"/>
          <p:cNvSpPr txBox="1">
            <a:spLocks noGrp="1"/>
          </p:cNvSpPr>
          <p:nvPr>
            <p:ph type="title"/>
          </p:nvPr>
        </p:nvSpPr>
        <p:spPr>
          <a:xfrm>
            <a:off x="1016000" y="3272438"/>
            <a:ext cx="7573645" cy="1351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700" spc="605" dirty="0"/>
              <a:t>PROPUESTA</a:t>
            </a:r>
            <a:endParaRPr sz="8700"/>
          </a:p>
        </p:txBody>
      </p:sp>
      <p:sp>
        <p:nvSpPr>
          <p:cNvPr id="39" name="object 39"/>
          <p:cNvSpPr txBox="1"/>
          <p:nvPr/>
        </p:nvSpPr>
        <p:spPr>
          <a:xfrm>
            <a:off x="1016000" y="4645705"/>
            <a:ext cx="5292090" cy="1459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47545" algn="l"/>
              </a:tabLst>
            </a:pPr>
            <a:r>
              <a:rPr sz="4200" b="1" spc="350" dirty="0">
                <a:latin typeface="Trebuchet MS"/>
                <a:cs typeface="Trebuchet MS"/>
              </a:rPr>
              <a:t>D</a:t>
            </a:r>
            <a:r>
              <a:rPr sz="4200" b="1" spc="235" dirty="0">
                <a:latin typeface="Trebuchet MS"/>
                <a:cs typeface="Trebuchet MS"/>
              </a:rPr>
              <a:t>  </a:t>
            </a:r>
            <a:r>
              <a:rPr sz="4200" b="1" spc="-50" dirty="0">
                <a:latin typeface="Trebuchet MS"/>
                <a:cs typeface="Trebuchet MS"/>
              </a:rPr>
              <a:t>E</a:t>
            </a:r>
            <a:r>
              <a:rPr sz="4200" b="1" dirty="0">
                <a:latin typeface="Trebuchet MS"/>
                <a:cs typeface="Trebuchet MS"/>
              </a:rPr>
              <a:t>	</a:t>
            </a:r>
            <a:r>
              <a:rPr sz="4200" b="1" spc="440" dirty="0">
                <a:latin typeface="Trebuchet MS"/>
                <a:cs typeface="Trebuchet MS"/>
              </a:rPr>
              <a:t>V</a:t>
            </a:r>
            <a:r>
              <a:rPr sz="4200" b="1" spc="235" dirty="0">
                <a:latin typeface="Trebuchet MS"/>
                <a:cs typeface="Trebuchet MS"/>
              </a:rPr>
              <a:t>  </a:t>
            </a:r>
            <a:r>
              <a:rPr sz="4200" b="1" spc="425" dirty="0">
                <a:latin typeface="Trebuchet MS"/>
                <a:cs typeface="Trebuchet MS"/>
              </a:rPr>
              <a:t>A</a:t>
            </a:r>
            <a:r>
              <a:rPr sz="4200" b="1" spc="240" dirty="0">
                <a:latin typeface="Trebuchet MS"/>
                <a:cs typeface="Trebuchet MS"/>
              </a:rPr>
              <a:t>  </a:t>
            </a:r>
            <a:r>
              <a:rPr sz="4200" b="1" spc="-330" dirty="0">
                <a:latin typeface="Trebuchet MS"/>
                <a:cs typeface="Trebuchet MS"/>
              </a:rPr>
              <a:t>L</a:t>
            </a:r>
            <a:r>
              <a:rPr sz="4200" b="1" spc="235" dirty="0">
                <a:latin typeface="Trebuchet MS"/>
                <a:cs typeface="Trebuchet MS"/>
              </a:rPr>
              <a:t>  </a:t>
            </a:r>
            <a:r>
              <a:rPr sz="4200" b="1" spc="320" dirty="0">
                <a:latin typeface="Trebuchet MS"/>
                <a:cs typeface="Trebuchet MS"/>
              </a:rPr>
              <a:t>O</a:t>
            </a:r>
            <a:r>
              <a:rPr sz="4200" b="1" spc="240" dirty="0">
                <a:latin typeface="Trebuchet MS"/>
                <a:cs typeface="Trebuchet MS"/>
              </a:rPr>
              <a:t>  </a:t>
            </a:r>
            <a:r>
              <a:rPr sz="4200" b="1" spc="100" dirty="0">
                <a:latin typeface="Trebuchet MS"/>
                <a:cs typeface="Trebuchet MS"/>
              </a:rPr>
              <a:t>R</a:t>
            </a:r>
            <a:endParaRPr sz="4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125"/>
              </a:spcBef>
            </a:pPr>
            <a:r>
              <a:rPr sz="2600" i="1" spc="-210" dirty="0">
                <a:latin typeface="Arial"/>
                <a:cs typeface="Arial"/>
              </a:rPr>
              <a:t>Y,</a:t>
            </a:r>
            <a:r>
              <a:rPr sz="2600" i="1" spc="25" dirty="0">
                <a:latin typeface="Arial"/>
                <a:cs typeface="Arial"/>
              </a:rPr>
              <a:t> </a:t>
            </a:r>
            <a:r>
              <a:rPr sz="2600" i="1" spc="-120" dirty="0">
                <a:latin typeface="Arial"/>
                <a:cs typeface="Arial"/>
              </a:rPr>
              <a:t>ANÁLISIS</a:t>
            </a:r>
            <a:r>
              <a:rPr sz="2600" i="1" spc="-60" dirty="0">
                <a:latin typeface="Arial"/>
                <a:cs typeface="Arial"/>
              </a:rPr>
              <a:t> </a:t>
            </a:r>
            <a:r>
              <a:rPr sz="2600" i="1" spc="-229" dirty="0">
                <a:latin typeface="Arial"/>
                <a:cs typeface="Arial"/>
              </a:rPr>
              <a:t>DE</a:t>
            </a:r>
            <a:r>
              <a:rPr sz="2600" i="1" spc="50" dirty="0">
                <a:latin typeface="Arial"/>
                <a:cs typeface="Arial"/>
              </a:rPr>
              <a:t> </a:t>
            </a:r>
            <a:r>
              <a:rPr sz="2600" i="1" spc="-110" dirty="0">
                <a:latin typeface="Arial"/>
                <a:cs typeface="Arial"/>
              </a:rPr>
              <a:t>LA</a:t>
            </a:r>
            <a:r>
              <a:rPr sz="2600" i="1" spc="-45" dirty="0">
                <a:latin typeface="Arial"/>
                <a:cs typeface="Arial"/>
              </a:rPr>
              <a:t> </a:t>
            </a:r>
            <a:r>
              <a:rPr sz="2600" i="1" spc="-10" dirty="0">
                <a:latin typeface="Arial"/>
                <a:cs typeface="Arial"/>
              </a:rPr>
              <a:t>COMPETENCIA</a:t>
            </a:r>
            <a:endParaRPr sz="26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16000" y="993838"/>
            <a:ext cx="7048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Lucida Sans Unicode"/>
                <a:cs typeface="Lucida Sans Unicode"/>
              </a:rPr>
              <a:t>UADE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16000" y="8921813"/>
            <a:ext cx="340614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2000" dirty="0">
                <a:latin typeface="Lucida Sans Unicode"/>
                <a:cs typeface="Lucida Sans Unicode"/>
              </a:rPr>
              <a:t>ING</a:t>
            </a:r>
            <a:r>
              <a:rPr sz="2000" dirty="0">
                <a:latin typeface="Lucida Sans Unicode"/>
                <a:cs typeface="Lucida Sans Unicode"/>
              </a:rPr>
              <a:t>.</a:t>
            </a:r>
            <a:r>
              <a:rPr sz="2000" spc="265" dirty="0">
                <a:latin typeface="Lucida Sans Unicode"/>
                <a:cs typeface="Lucida Sans Unicode"/>
              </a:rPr>
              <a:t> </a:t>
            </a:r>
            <a:r>
              <a:rPr lang="es-MX" sz="2000" spc="265" dirty="0">
                <a:latin typeface="Lucida Sans Unicode"/>
                <a:cs typeface="Lucida Sans Unicode"/>
              </a:rPr>
              <a:t>MARIOS BARRIOS</a:t>
            </a:r>
            <a:endParaRPr sz="20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92711" y="2677348"/>
            <a:ext cx="11866880" cy="4932680"/>
          </a:xfrm>
          <a:custGeom>
            <a:avLst/>
            <a:gdLst/>
            <a:ahLst/>
            <a:cxnLst/>
            <a:rect l="l" t="t" r="r" b="b"/>
            <a:pathLst>
              <a:path w="11866880" h="4932680">
                <a:moveTo>
                  <a:pt x="0" y="0"/>
                </a:moveTo>
                <a:lnTo>
                  <a:pt x="11866511" y="0"/>
                </a:lnTo>
                <a:lnTo>
                  <a:pt x="11866511" y="4932292"/>
                </a:lnTo>
                <a:lnTo>
                  <a:pt x="0" y="4932292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4E6A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9175" y="1873054"/>
            <a:ext cx="2148840" cy="6540500"/>
          </a:xfrm>
          <a:custGeom>
            <a:avLst/>
            <a:gdLst/>
            <a:ahLst/>
            <a:cxnLst/>
            <a:rect l="l" t="t" r="r" b="b"/>
            <a:pathLst>
              <a:path w="2148840" h="6540500">
                <a:moveTo>
                  <a:pt x="0" y="3269606"/>
                </a:moveTo>
                <a:lnTo>
                  <a:pt x="568" y="3206018"/>
                </a:lnTo>
                <a:lnTo>
                  <a:pt x="2270" y="3142449"/>
                </a:lnTo>
                <a:lnTo>
                  <a:pt x="5108" y="3078922"/>
                </a:lnTo>
                <a:lnTo>
                  <a:pt x="9080" y="3015455"/>
                </a:lnTo>
                <a:lnTo>
                  <a:pt x="14184" y="2952069"/>
                </a:lnTo>
                <a:lnTo>
                  <a:pt x="20420" y="2888784"/>
                </a:lnTo>
                <a:lnTo>
                  <a:pt x="27784" y="2825621"/>
                </a:lnTo>
                <a:lnTo>
                  <a:pt x="36275" y="2762599"/>
                </a:lnTo>
                <a:lnTo>
                  <a:pt x="45891" y="2699739"/>
                </a:lnTo>
                <a:lnTo>
                  <a:pt x="56626" y="2637061"/>
                </a:lnTo>
                <a:lnTo>
                  <a:pt x="68479" y="2574584"/>
                </a:lnTo>
                <a:lnTo>
                  <a:pt x="81446" y="2512329"/>
                </a:lnTo>
                <a:lnTo>
                  <a:pt x="95523" y="2450316"/>
                </a:lnTo>
                <a:lnTo>
                  <a:pt x="110705" y="2388563"/>
                </a:lnTo>
                <a:lnTo>
                  <a:pt x="126987" y="2327092"/>
                </a:lnTo>
                <a:lnTo>
                  <a:pt x="144364" y="2265921"/>
                </a:lnTo>
                <a:lnTo>
                  <a:pt x="162830" y="2205070"/>
                </a:lnTo>
                <a:lnTo>
                  <a:pt x="182380" y="2144559"/>
                </a:lnTo>
                <a:lnTo>
                  <a:pt x="203008" y="2084406"/>
                </a:lnTo>
                <a:lnTo>
                  <a:pt x="224706" y="2024631"/>
                </a:lnTo>
                <a:lnTo>
                  <a:pt x="247468" y="1965253"/>
                </a:lnTo>
                <a:lnTo>
                  <a:pt x="271287" y="1906292"/>
                </a:lnTo>
                <a:lnTo>
                  <a:pt x="296155" y="1847764"/>
                </a:lnTo>
                <a:lnTo>
                  <a:pt x="322064" y="1789691"/>
                </a:lnTo>
                <a:lnTo>
                  <a:pt x="349005" y="1732089"/>
                </a:lnTo>
                <a:lnTo>
                  <a:pt x="376972" y="1674977"/>
                </a:lnTo>
                <a:lnTo>
                  <a:pt x="405953" y="1618374"/>
                </a:lnTo>
                <a:lnTo>
                  <a:pt x="435940" y="1562297"/>
                </a:lnTo>
                <a:lnTo>
                  <a:pt x="466924" y="1506765"/>
                </a:lnTo>
                <a:lnTo>
                  <a:pt x="498895" y="1451794"/>
                </a:lnTo>
                <a:lnTo>
                  <a:pt x="531842" y="1397404"/>
                </a:lnTo>
                <a:lnTo>
                  <a:pt x="565755" y="1343610"/>
                </a:lnTo>
                <a:lnTo>
                  <a:pt x="600623" y="1290431"/>
                </a:lnTo>
                <a:lnTo>
                  <a:pt x="636434" y="1237882"/>
                </a:lnTo>
                <a:lnTo>
                  <a:pt x="673179" y="1185982"/>
                </a:lnTo>
                <a:lnTo>
                  <a:pt x="710844" y="1134746"/>
                </a:lnTo>
                <a:lnTo>
                  <a:pt x="749419" y="1084191"/>
                </a:lnTo>
                <a:lnTo>
                  <a:pt x="788890" y="1034332"/>
                </a:lnTo>
                <a:lnTo>
                  <a:pt x="829245" y="985186"/>
                </a:lnTo>
                <a:lnTo>
                  <a:pt x="870471" y="936769"/>
                </a:lnTo>
                <a:lnTo>
                  <a:pt x="912555" y="889095"/>
                </a:lnTo>
                <a:lnTo>
                  <a:pt x="955484" y="842180"/>
                </a:lnTo>
                <a:lnTo>
                  <a:pt x="999243" y="796040"/>
                </a:lnTo>
                <a:lnTo>
                  <a:pt x="1043819" y="750688"/>
                </a:lnTo>
                <a:lnTo>
                  <a:pt x="1089199" y="706139"/>
                </a:lnTo>
                <a:lnTo>
                  <a:pt x="1135366" y="662408"/>
                </a:lnTo>
                <a:lnTo>
                  <a:pt x="1182307" y="619508"/>
                </a:lnTo>
                <a:lnTo>
                  <a:pt x="1230006" y="577453"/>
                </a:lnTo>
                <a:lnTo>
                  <a:pt x="1278449" y="536257"/>
                </a:lnTo>
                <a:lnTo>
                  <a:pt x="1327619" y="495932"/>
                </a:lnTo>
                <a:lnTo>
                  <a:pt x="1377502" y="456492"/>
                </a:lnTo>
                <a:lnTo>
                  <a:pt x="1428080" y="417948"/>
                </a:lnTo>
                <a:lnTo>
                  <a:pt x="1479340" y="380314"/>
                </a:lnTo>
                <a:lnTo>
                  <a:pt x="1531263" y="343601"/>
                </a:lnTo>
                <a:lnTo>
                  <a:pt x="1583833" y="307821"/>
                </a:lnTo>
                <a:lnTo>
                  <a:pt x="1637034" y="272985"/>
                </a:lnTo>
                <a:lnTo>
                  <a:pt x="1690848" y="239105"/>
                </a:lnTo>
                <a:lnTo>
                  <a:pt x="1745259" y="206192"/>
                </a:lnTo>
                <a:lnTo>
                  <a:pt x="1800249" y="174255"/>
                </a:lnTo>
                <a:lnTo>
                  <a:pt x="1855800" y="143305"/>
                </a:lnTo>
                <a:lnTo>
                  <a:pt x="1911895" y="113352"/>
                </a:lnTo>
                <a:lnTo>
                  <a:pt x="1968516" y="84405"/>
                </a:lnTo>
                <a:lnTo>
                  <a:pt x="2025645" y="56474"/>
                </a:lnTo>
                <a:lnTo>
                  <a:pt x="2083263" y="29567"/>
                </a:lnTo>
                <a:lnTo>
                  <a:pt x="2148606" y="0"/>
                </a:lnTo>
                <a:lnTo>
                  <a:pt x="2148606" y="1715257"/>
                </a:lnTo>
                <a:lnTo>
                  <a:pt x="2118767" y="1756384"/>
                </a:lnTo>
                <a:lnTo>
                  <a:pt x="2089728" y="1797992"/>
                </a:lnTo>
                <a:lnTo>
                  <a:pt x="2061496" y="1840069"/>
                </a:lnTo>
                <a:lnTo>
                  <a:pt x="2034078" y="1882605"/>
                </a:lnTo>
                <a:lnTo>
                  <a:pt x="2007483" y="1925591"/>
                </a:lnTo>
                <a:lnTo>
                  <a:pt x="1981717" y="1969014"/>
                </a:lnTo>
                <a:lnTo>
                  <a:pt x="1956789" y="2012865"/>
                </a:lnTo>
                <a:lnTo>
                  <a:pt x="1932705" y="2057134"/>
                </a:lnTo>
                <a:lnTo>
                  <a:pt x="1909474" y="2101810"/>
                </a:lnTo>
                <a:lnTo>
                  <a:pt x="1887102" y="2146882"/>
                </a:lnTo>
                <a:lnTo>
                  <a:pt x="1865598" y="2192340"/>
                </a:lnTo>
                <a:lnTo>
                  <a:pt x="1844968" y="2238174"/>
                </a:lnTo>
                <a:lnTo>
                  <a:pt x="1825221" y="2284373"/>
                </a:lnTo>
                <a:lnTo>
                  <a:pt x="1806364" y="2330927"/>
                </a:lnTo>
                <a:lnTo>
                  <a:pt x="1788404" y="2377825"/>
                </a:lnTo>
                <a:lnTo>
                  <a:pt x="1771349" y="2425057"/>
                </a:lnTo>
                <a:lnTo>
                  <a:pt x="1755207" y="2472612"/>
                </a:lnTo>
                <a:lnTo>
                  <a:pt x="1739984" y="2520480"/>
                </a:lnTo>
                <a:lnTo>
                  <a:pt x="1725689" y="2568651"/>
                </a:lnTo>
                <a:lnTo>
                  <a:pt x="1712330" y="2617114"/>
                </a:lnTo>
                <a:lnTo>
                  <a:pt x="1699912" y="2665858"/>
                </a:lnTo>
                <a:lnTo>
                  <a:pt x="1688445" y="2714873"/>
                </a:lnTo>
                <a:lnTo>
                  <a:pt x="1677936" y="2764150"/>
                </a:lnTo>
                <a:lnTo>
                  <a:pt x="1668391" y="2813676"/>
                </a:lnTo>
                <a:lnTo>
                  <a:pt x="1659820" y="2863442"/>
                </a:lnTo>
                <a:lnTo>
                  <a:pt x="1652229" y="2913438"/>
                </a:lnTo>
                <a:lnTo>
                  <a:pt x="1645625" y="2963653"/>
                </a:lnTo>
                <a:lnTo>
                  <a:pt x="1640017" y="3014076"/>
                </a:lnTo>
                <a:lnTo>
                  <a:pt x="1635411" y="3064697"/>
                </a:lnTo>
                <a:lnTo>
                  <a:pt x="1631816" y="3115506"/>
                </a:lnTo>
                <a:lnTo>
                  <a:pt x="1629239" y="3166492"/>
                </a:lnTo>
                <a:lnTo>
                  <a:pt x="1627687" y="3217644"/>
                </a:lnTo>
                <a:lnTo>
                  <a:pt x="1627168" y="3268953"/>
                </a:lnTo>
                <a:lnTo>
                  <a:pt x="1627687" y="3320264"/>
                </a:lnTo>
                <a:lnTo>
                  <a:pt x="1629239" y="3371423"/>
                </a:lnTo>
                <a:lnTo>
                  <a:pt x="1631816" y="3422419"/>
                </a:lnTo>
                <a:lnTo>
                  <a:pt x="1635411" y="3473241"/>
                </a:lnTo>
                <a:lnTo>
                  <a:pt x="1640017" y="3523879"/>
                </a:lnTo>
                <a:lnTo>
                  <a:pt x="1645625" y="3574322"/>
                </a:lnTo>
                <a:lnTo>
                  <a:pt x="1652229" y="3624559"/>
                </a:lnTo>
                <a:lnTo>
                  <a:pt x="1659820" y="3674579"/>
                </a:lnTo>
                <a:lnTo>
                  <a:pt x="1668391" y="3724372"/>
                </a:lnTo>
                <a:lnTo>
                  <a:pt x="1677936" y="3773926"/>
                </a:lnTo>
                <a:lnTo>
                  <a:pt x="1688445" y="3823232"/>
                </a:lnTo>
                <a:lnTo>
                  <a:pt x="1699912" y="3872278"/>
                </a:lnTo>
                <a:lnTo>
                  <a:pt x="1712330" y="3921053"/>
                </a:lnTo>
                <a:lnTo>
                  <a:pt x="1725689" y="3969546"/>
                </a:lnTo>
                <a:lnTo>
                  <a:pt x="1739984" y="4017748"/>
                </a:lnTo>
                <a:lnTo>
                  <a:pt x="1755207" y="4065646"/>
                </a:lnTo>
                <a:lnTo>
                  <a:pt x="1771349" y="4113231"/>
                </a:lnTo>
                <a:lnTo>
                  <a:pt x="1788404" y="4160492"/>
                </a:lnTo>
                <a:lnTo>
                  <a:pt x="1806364" y="4207417"/>
                </a:lnTo>
                <a:lnTo>
                  <a:pt x="1825221" y="4253996"/>
                </a:lnTo>
                <a:lnTo>
                  <a:pt x="1844968" y="4300219"/>
                </a:lnTo>
                <a:lnTo>
                  <a:pt x="1865598" y="4346074"/>
                </a:lnTo>
                <a:lnTo>
                  <a:pt x="1887102" y="4391550"/>
                </a:lnTo>
                <a:lnTo>
                  <a:pt x="1909474" y="4436638"/>
                </a:lnTo>
                <a:lnTo>
                  <a:pt x="1932705" y="4481326"/>
                </a:lnTo>
                <a:lnTo>
                  <a:pt x="1956789" y="4525603"/>
                </a:lnTo>
                <a:lnTo>
                  <a:pt x="1981717" y="4569458"/>
                </a:lnTo>
                <a:lnTo>
                  <a:pt x="2007483" y="4612882"/>
                </a:lnTo>
                <a:lnTo>
                  <a:pt x="2034078" y="4655862"/>
                </a:lnTo>
                <a:lnTo>
                  <a:pt x="2061496" y="4698389"/>
                </a:lnTo>
                <a:lnTo>
                  <a:pt x="2089728" y="4740451"/>
                </a:lnTo>
                <a:lnTo>
                  <a:pt x="2118767" y="4782038"/>
                </a:lnTo>
                <a:lnTo>
                  <a:pt x="2148606" y="4823139"/>
                </a:lnTo>
                <a:lnTo>
                  <a:pt x="2148606" y="6540193"/>
                </a:lnTo>
                <a:lnTo>
                  <a:pt x="2025645" y="6482739"/>
                </a:lnTo>
                <a:lnTo>
                  <a:pt x="1968516" y="6454808"/>
                </a:lnTo>
                <a:lnTo>
                  <a:pt x="1911895" y="6425861"/>
                </a:lnTo>
                <a:lnTo>
                  <a:pt x="1855800" y="6395909"/>
                </a:lnTo>
                <a:lnTo>
                  <a:pt x="1800249" y="6364959"/>
                </a:lnTo>
                <a:lnTo>
                  <a:pt x="1745259" y="6333022"/>
                </a:lnTo>
                <a:lnTo>
                  <a:pt x="1690848" y="6300108"/>
                </a:lnTo>
                <a:lnTo>
                  <a:pt x="1637034" y="6266228"/>
                </a:lnTo>
                <a:lnTo>
                  <a:pt x="1583833" y="6231392"/>
                </a:lnTo>
                <a:lnTo>
                  <a:pt x="1531263" y="6195612"/>
                </a:lnTo>
                <a:lnTo>
                  <a:pt x="1479340" y="6158900"/>
                </a:lnTo>
                <a:lnTo>
                  <a:pt x="1428080" y="6121266"/>
                </a:lnTo>
                <a:lnTo>
                  <a:pt x="1377502" y="6082722"/>
                </a:lnTo>
                <a:lnTo>
                  <a:pt x="1327619" y="6043281"/>
                </a:lnTo>
                <a:lnTo>
                  <a:pt x="1278449" y="6002956"/>
                </a:lnTo>
                <a:lnTo>
                  <a:pt x="1230006" y="5961760"/>
                </a:lnTo>
                <a:lnTo>
                  <a:pt x="1182307" y="5919705"/>
                </a:lnTo>
                <a:lnTo>
                  <a:pt x="1135366" y="5876806"/>
                </a:lnTo>
                <a:lnTo>
                  <a:pt x="1089199" y="5833074"/>
                </a:lnTo>
                <a:lnTo>
                  <a:pt x="1043820" y="5788526"/>
                </a:lnTo>
                <a:lnTo>
                  <a:pt x="999243" y="5743174"/>
                </a:lnTo>
                <a:lnTo>
                  <a:pt x="955484" y="5697033"/>
                </a:lnTo>
                <a:lnTo>
                  <a:pt x="912555" y="5650118"/>
                </a:lnTo>
                <a:lnTo>
                  <a:pt x="870471" y="5602445"/>
                </a:lnTo>
                <a:lnTo>
                  <a:pt x="829245" y="5554027"/>
                </a:lnTo>
                <a:lnTo>
                  <a:pt x="788891" y="5504881"/>
                </a:lnTo>
                <a:lnTo>
                  <a:pt x="749419" y="5455023"/>
                </a:lnTo>
                <a:lnTo>
                  <a:pt x="710845" y="5404467"/>
                </a:lnTo>
                <a:lnTo>
                  <a:pt x="673180" y="5353231"/>
                </a:lnTo>
                <a:lnTo>
                  <a:pt x="636436" y="5301330"/>
                </a:lnTo>
                <a:lnTo>
                  <a:pt x="600623" y="5248782"/>
                </a:lnTo>
                <a:lnTo>
                  <a:pt x="565755" y="5195602"/>
                </a:lnTo>
                <a:lnTo>
                  <a:pt x="531842" y="5141809"/>
                </a:lnTo>
                <a:lnTo>
                  <a:pt x="498895" y="5087418"/>
                </a:lnTo>
                <a:lnTo>
                  <a:pt x="466925" y="5032448"/>
                </a:lnTo>
                <a:lnTo>
                  <a:pt x="435940" y="4976916"/>
                </a:lnTo>
                <a:lnTo>
                  <a:pt x="405953" y="4920840"/>
                </a:lnTo>
                <a:lnTo>
                  <a:pt x="376972" y="4864236"/>
                </a:lnTo>
                <a:lnTo>
                  <a:pt x="349006" y="4807125"/>
                </a:lnTo>
                <a:lnTo>
                  <a:pt x="322064" y="4749523"/>
                </a:lnTo>
                <a:lnTo>
                  <a:pt x="296155" y="4691449"/>
                </a:lnTo>
                <a:lnTo>
                  <a:pt x="271287" y="4632922"/>
                </a:lnTo>
                <a:lnTo>
                  <a:pt x="247468" y="4573960"/>
                </a:lnTo>
                <a:lnTo>
                  <a:pt x="224706" y="4514582"/>
                </a:lnTo>
                <a:lnTo>
                  <a:pt x="203008" y="4454807"/>
                </a:lnTo>
                <a:lnTo>
                  <a:pt x="182380" y="4394654"/>
                </a:lnTo>
                <a:lnTo>
                  <a:pt x="162830" y="4334143"/>
                </a:lnTo>
                <a:lnTo>
                  <a:pt x="144364" y="4273292"/>
                </a:lnTo>
                <a:lnTo>
                  <a:pt x="126987" y="4212121"/>
                </a:lnTo>
                <a:lnTo>
                  <a:pt x="110705" y="4150650"/>
                </a:lnTo>
                <a:lnTo>
                  <a:pt x="95523" y="4088898"/>
                </a:lnTo>
                <a:lnTo>
                  <a:pt x="81446" y="4026884"/>
                </a:lnTo>
                <a:lnTo>
                  <a:pt x="68479" y="3964629"/>
                </a:lnTo>
                <a:lnTo>
                  <a:pt x="56626" y="3902152"/>
                </a:lnTo>
                <a:lnTo>
                  <a:pt x="45890" y="3839474"/>
                </a:lnTo>
                <a:lnTo>
                  <a:pt x="36275" y="3776614"/>
                </a:lnTo>
                <a:lnTo>
                  <a:pt x="27784" y="3713592"/>
                </a:lnTo>
                <a:lnTo>
                  <a:pt x="20420" y="3650429"/>
                </a:lnTo>
                <a:lnTo>
                  <a:pt x="14184" y="3587144"/>
                </a:lnTo>
                <a:lnTo>
                  <a:pt x="9080" y="3523759"/>
                </a:lnTo>
                <a:lnTo>
                  <a:pt x="5108" y="3460291"/>
                </a:lnTo>
                <a:lnTo>
                  <a:pt x="2271" y="3396763"/>
                </a:lnTo>
                <a:lnTo>
                  <a:pt x="568" y="3333195"/>
                </a:lnTo>
                <a:lnTo>
                  <a:pt x="0" y="3269606"/>
                </a:lnTo>
                <a:close/>
              </a:path>
            </a:pathLst>
          </a:custGeom>
          <a:solidFill>
            <a:srgbClr val="4E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59437" y="4669086"/>
            <a:ext cx="946150" cy="945515"/>
          </a:xfrm>
          <a:custGeom>
            <a:avLst/>
            <a:gdLst/>
            <a:ahLst/>
            <a:cxnLst/>
            <a:rect l="l" t="t" r="r" b="b"/>
            <a:pathLst>
              <a:path w="946150" h="945514">
                <a:moveTo>
                  <a:pt x="0" y="472757"/>
                </a:moveTo>
                <a:lnTo>
                  <a:pt x="3920" y="412641"/>
                </a:lnTo>
                <a:lnTo>
                  <a:pt x="15828" y="351381"/>
                </a:lnTo>
                <a:lnTo>
                  <a:pt x="35775" y="292247"/>
                </a:lnTo>
                <a:lnTo>
                  <a:pt x="64656" y="233902"/>
                </a:lnTo>
                <a:lnTo>
                  <a:pt x="106639" y="173786"/>
                </a:lnTo>
                <a:lnTo>
                  <a:pt x="137608" y="139323"/>
                </a:lnTo>
                <a:lnTo>
                  <a:pt x="174021" y="106356"/>
                </a:lnTo>
                <a:lnTo>
                  <a:pt x="208552" y="80657"/>
                </a:lnTo>
                <a:lnTo>
                  <a:pt x="245365" y="58175"/>
                </a:lnTo>
                <a:lnTo>
                  <a:pt x="283999" y="39194"/>
                </a:lnTo>
                <a:lnTo>
                  <a:pt x="324291" y="23792"/>
                </a:lnTo>
                <a:lnTo>
                  <a:pt x="365734" y="12163"/>
                </a:lnTo>
                <a:lnTo>
                  <a:pt x="408157" y="4356"/>
                </a:lnTo>
                <a:lnTo>
                  <a:pt x="451026" y="468"/>
                </a:lnTo>
                <a:lnTo>
                  <a:pt x="472594" y="0"/>
                </a:lnTo>
                <a:lnTo>
                  <a:pt x="497424" y="0"/>
                </a:lnTo>
                <a:lnTo>
                  <a:pt x="537227" y="3735"/>
                </a:lnTo>
                <a:lnTo>
                  <a:pt x="576569" y="10840"/>
                </a:lnTo>
                <a:lnTo>
                  <a:pt x="615168" y="21251"/>
                </a:lnTo>
                <a:lnTo>
                  <a:pt x="652742" y="34905"/>
                </a:lnTo>
                <a:lnTo>
                  <a:pt x="689025" y="51692"/>
                </a:lnTo>
                <a:lnTo>
                  <a:pt x="723749" y="71502"/>
                </a:lnTo>
                <a:lnTo>
                  <a:pt x="756672" y="94182"/>
                </a:lnTo>
                <a:lnTo>
                  <a:pt x="787548" y="119578"/>
                </a:lnTo>
                <a:lnTo>
                  <a:pt x="838674" y="172973"/>
                </a:lnTo>
                <a:lnTo>
                  <a:pt x="880575" y="233088"/>
                </a:lnTo>
                <a:lnTo>
                  <a:pt x="909576" y="291430"/>
                </a:lnTo>
                <a:lnTo>
                  <a:pt x="929441" y="350569"/>
                </a:lnTo>
                <a:lnTo>
                  <a:pt x="941267" y="411825"/>
                </a:lnTo>
                <a:lnTo>
                  <a:pt x="943881" y="437472"/>
                </a:lnTo>
                <a:lnTo>
                  <a:pt x="946005" y="473574"/>
                </a:lnTo>
                <a:lnTo>
                  <a:pt x="944021" y="516714"/>
                </a:lnTo>
                <a:lnTo>
                  <a:pt x="936905" y="566336"/>
                </a:lnTo>
                <a:lnTo>
                  <a:pt x="923883" y="616597"/>
                </a:lnTo>
                <a:lnTo>
                  <a:pt x="900196" y="676712"/>
                </a:lnTo>
                <a:lnTo>
                  <a:pt x="868900" y="731352"/>
                </a:lnTo>
                <a:lnTo>
                  <a:pt x="844729" y="765125"/>
                </a:lnTo>
                <a:lnTo>
                  <a:pt x="817913" y="796421"/>
                </a:lnTo>
                <a:lnTo>
                  <a:pt x="788452" y="825240"/>
                </a:lnTo>
                <a:lnTo>
                  <a:pt x="756346" y="851584"/>
                </a:lnTo>
                <a:lnTo>
                  <a:pt x="718284" y="877395"/>
                </a:lnTo>
                <a:lnTo>
                  <a:pt x="666728" y="904601"/>
                </a:lnTo>
                <a:lnTo>
                  <a:pt x="612185" y="925173"/>
                </a:lnTo>
                <a:lnTo>
                  <a:pt x="555517" y="938845"/>
                </a:lnTo>
                <a:lnTo>
                  <a:pt x="497587" y="945351"/>
                </a:lnTo>
                <a:lnTo>
                  <a:pt x="472757" y="945351"/>
                </a:lnTo>
                <a:lnTo>
                  <a:pt x="408523" y="940998"/>
                </a:lnTo>
                <a:lnTo>
                  <a:pt x="345495" y="927867"/>
                </a:lnTo>
                <a:lnTo>
                  <a:pt x="284838" y="906284"/>
                </a:lnTo>
                <a:lnTo>
                  <a:pt x="227720" y="876578"/>
                </a:lnTo>
                <a:lnTo>
                  <a:pt x="189658" y="850767"/>
                </a:lnTo>
                <a:lnTo>
                  <a:pt x="157584" y="824426"/>
                </a:lnTo>
                <a:lnTo>
                  <a:pt x="128161" y="795607"/>
                </a:lnTo>
                <a:lnTo>
                  <a:pt x="101389" y="764310"/>
                </a:lnTo>
                <a:lnTo>
                  <a:pt x="77268" y="730536"/>
                </a:lnTo>
                <a:lnTo>
                  <a:pt x="45891" y="675915"/>
                </a:lnTo>
                <a:lnTo>
                  <a:pt x="22123" y="615800"/>
                </a:lnTo>
                <a:lnTo>
                  <a:pt x="7841" y="558683"/>
                </a:lnTo>
                <a:lnTo>
                  <a:pt x="1982" y="515897"/>
                </a:lnTo>
                <a:lnTo>
                  <a:pt x="507" y="494371"/>
                </a:lnTo>
                <a:lnTo>
                  <a:pt x="0" y="472757"/>
                </a:lnTo>
                <a:close/>
              </a:path>
            </a:pathLst>
          </a:custGeom>
          <a:solidFill>
            <a:srgbClr val="4E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51647" y="3642872"/>
            <a:ext cx="1064895" cy="3000375"/>
          </a:xfrm>
          <a:custGeom>
            <a:avLst/>
            <a:gdLst/>
            <a:ahLst/>
            <a:cxnLst/>
            <a:rect l="l" t="t" r="r" b="b"/>
            <a:pathLst>
              <a:path w="1064895" h="3000375">
                <a:moveTo>
                  <a:pt x="0" y="1094497"/>
                </a:moveTo>
                <a:lnTo>
                  <a:pt x="0" y="0"/>
                </a:lnTo>
                <a:lnTo>
                  <a:pt x="32671" y="13885"/>
                </a:lnTo>
                <a:lnTo>
                  <a:pt x="79263" y="34340"/>
                </a:lnTo>
                <a:lnTo>
                  <a:pt x="125005" y="55969"/>
                </a:lnTo>
                <a:lnTo>
                  <a:pt x="169881" y="78745"/>
                </a:lnTo>
                <a:lnTo>
                  <a:pt x="213874" y="102646"/>
                </a:lnTo>
                <a:lnTo>
                  <a:pt x="256966" y="127644"/>
                </a:lnTo>
                <a:lnTo>
                  <a:pt x="299141" y="153717"/>
                </a:lnTo>
                <a:lnTo>
                  <a:pt x="340380" y="180838"/>
                </a:lnTo>
                <a:lnTo>
                  <a:pt x="380668" y="208982"/>
                </a:lnTo>
                <a:lnTo>
                  <a:pt x="419986" y="238126"/>
                </a:lnTo>
                <a:lnTo>
                  <a:pt x="458318" y="268243"/>
                </a:lnTo>
                <a:lnTo>
                  <a:pt x="495646" y="299309"/>
                </a:lnTo>
                <a:lnTo>
                  <a:pt x="531954" y="331300"/>
                </a:lnTo>
                <a:lnTo>
                  <a:pt x="567223" y="364189"/>
                </a:lnTo>
                <a:lnTo>
                  <a:pt x="601438" y="397952"/>
                </a:lnTo>
                <a:lnTo>
                  <a:pt x="634580" y="432565"/>
                </a:lnTo>
                <a:lnTo>
                  <a:pt x="666633" y="468001"/>
                </a:lnTo>
                <a:lnTo>
                  <a:pt x="697579" y="504237"/>
                </a:lnTo>
                <a:lnTo>
                  <a:pt x="727402" y="541248"/>
                </a:lnTo>
                <a:lnTo>
                  <a:pt x="756083" y="579008"/>
                </a:lnTo>
                <a:lnTo>
                  <a:pt x="783607" y="617492"/>
                </a:lnTo>
                <a:lnTo>
                  <a:pt x="809955" y="656676"/>
                </a:lnTo>
                <a:lnTo>
                  <a:pt x="835111" y="696535"/>
                </a:lnTo>
                <a:lnTo>
                  <a:pt x="859057" y="737043"/>
                </a:lnTo>
                <a:lnTo>
                  <a:pt x="881776" y="778176"/>
                </a:lnTo>
                <a:lnTo>
                  <a:pt x="903252" y="819909"/>
                </a:lnTo>
                <a:lnTo>
                  <a:pt x="923466" y="862217"/>
                </a:lnTo>
                <a:lnTo>
                  <a:pt x="942402" y="905075"/>
                </a:lnTo>
                <a:lnTo>
                  <a:pt x="960043" y="948458"/>
                </a:lnTo>
                <a:lnTo>
                  <a:pt x="976371" y="992341"/>
                </a:lnTo>
                <a:lnTo>
                  <a:pt x="991370" y="1036699"/>
                </a:lnTo>
                <a:lnTo>
                  <a:pt x="1005021" y="1081507"/>
                </a:lnTo>
                <a:lnTo>
                  <a:pt x="1017308" y="1126741"/>
                </a:lnTo>
                <a:lnTo>
                  <a:pt x="1028214" y="1172375"/>
                </a:lnTo>
                <a:lnTo>
                  <a:pt x="1037722" y="1218385"/>
                </a:lnTo>
                <a:lnTo>
                  <a:pt x="1045814" y="1264745"/>
                </a:lnTo>
                <a:lnTo>
                  <a:pt x="1052473" y="1311431"/>
                </a:lnTo>
                <a:lnTo>
                  <a:pt x="1057683" y="1358417"/>
                </a:lnTo>
                <a:lnTo>
                  <a:pt x="1061425" y="1405679"/>
                </a:lnTo>
                <a:lnTo>
                  <a:pt x="1063683" y="1453192"/>
                </a:lnTo>
                <a:lnTo>
                  <a:pt x="1064439" y="1500931"/>
                </a:lnTo>
                <a:lnTo>
                  <a:pt x="1063683" y="1548669"/>
                </a:lnTo>
                <a:lnTo>
                  <a:pt x="1061425" y="1596178"/>
                </a:lnTo>
                <a:lnTo>
                  <a:pt x="1057683" y="1643434"/>
                </a:lnTo>
                <a:lnTo>
                  <a:pt x="1052473" y="1690412"/>
                </a:lnTo>
                <a:lnTo>
                  <a:pt x="1045814" y="1737088"/>
                </a:lnTo>
                <a:lnTo>
                  <a:pt x="1037723" y="1783435"/>
                </a:lnTo>
                <a:lnTo>
                  <a:pt x="1028215" y="1829430"/>
                </a:lnTo>
                <a:lnTo>
                  <a:pt x="1017310" y="1875048"/>
                </a:lnTo>
                <a:lnTo>
                  <a:pt x="1005023" y="1920263"/>
                </a:lnTo>
                <a:lnTo>
                  <a:pt x="991372" y="1965051"/>
                </a:lnTo>
                <a:lnTo>
                  <a:pt x="976375" y="2009387"/>
                </a:lnTo>
                <a:lnTo>
                  <a:pt x="960048" y="2053246"/>
                </a:lnTo>
                <a:lnTo>
                  <a:pt x="942408" y="2096603"/>
                </a:lnTo>
                <a:lnTo>
                  <a:pt x="923473" y="2139433"/>
                </a:lnTo>
                <a:lnTo>
                  <a:pt x="903260" y="2181712"/>
                </a:lnTo>
                <a:lnTo>
                  <a:pt x="881787" y="2223414"/>
                </a:lnTo>
                <a:lnTo>
                  <a:pt x="859069" y="2264515"/>
                </a:lnTo>
                <a:lnTo>
                  <a:pt x="835126" y="2304990"/>
                </a:lnTo>
                <a:lnTo>
                  <a:pt x="809972" y="2344814"/>
                </a:lnTo>
                <a:lnTo>
                  <a:pt x="783627" y="2383962"/>
                </a:lnTo>
                <a:lnTo>
                  <a:pt x="756107" y="2422409"/>
                </a:lnTo>
                <a:lnTo>
                  <a:pt x="727429" y="2460130"/>
                </a:lnTo>
                <a:lnTo>
                  <a:pt x="697610" y="2497101"/>
                </a:lnTo>
                <a:lnTo>
                  <a:pt x="666668" y="2533296"/>
                </a:lnTo>
                <a:lnTo>
                  <a:pt x="634620" y="2568691"/>
                </a:lnTo>
                <a:lnTo>
                  <a:pt x="601483" y="2603261"/>
                </a:lnTo>
                <a:lnTo>
                  <a:pt x="567273" y="2636981"/>
                </a:lnTo>
                <a:lnTo>
                  <a:pt x="532010" y="2669826"/>
                </a:lnTo>
                <a:lnTo>
                  <a:pt x="495708" y="2701772"/>
                </a:lnTo>
                <a:lnTo>
                  <a:pt x="458387" y="2732792"/>
                </a:lnTo>
                <a:lnTo>
                  <a:pt x="420062" y="2762863"/>
                </a:lnTo>
                <a:lnTo>
                  <a:pt x="380751" y="2791960"/>
                </a:lnTo>
                <a:lnTo>
                  <a:pt x="340472" y="2820057"/>
                </a:lnTo>
                <a:lnTo>
                  <a:pt x="299241" y="2847131"/>
                </a:lnTo>
                <a:lnTo>
                  <a:pt x="257076" y="2873155"/>
                </a:lnTo>
                <a:lnTo>
                  <a:pt x="213993" y="2898105"/>
                </a:lnTo>
                <a:lnTo>
                  <a:pt x="170010" y="2921957"/>
                </a:lnTo>
                <a:lnTo>
                  <a:pt x="125145" y="2944685"/>
                </a:lnTo>
                <a:lnTo>
                  <a:pt x="79414" y="2966264"/>
                </a:lnTo>
                <a:lnTo>
                  <a:pt x="32834" y="2986671"/>
                </a:lnTo>
                <a:lnTo>
                  <a:pt x="163" y="3000229"/>
                </a:lnTo>
                <a:lnTo>
                  <a:pt x="163" y="1902955"/>
                </a:lnTo>
                <a:lnTo>
                  <a:pt x="980" y="1901975"/>
                </a:lnTo>
                <a:lnTo>
                  <a:pt x="25483" y="1861625"/>
                </a:lnTo>
                <a:lnTo>
                  <a:pt x="48690" y="1816677"/>
                </a:lnTo>
                <a:lnTo>
                  <a:pt x="68678" y="1770466"/>
                </a:lnTo>
                <a:lnTo>
                  <a:pt x="85446" y="1722991"/>
                </a:lnTo>
                <a:lnTo>
                  <a:pt x="98994" y="1674254"/>
                </a:lnTo>
                <a:lnTo>
                  <a:pt x="107489" y="1633904"/>
                </a:lnTo>
                <a:lnTo>
                  <a:pt x="116758" y="1566883"/>
                </a:lnTo>
                <a:lnTo>
                  <a:pt x="119904" y="1499298"/>
                </a:lnTo>
                <a:lnTo>
                  <a:pt x="119756" y="1485729"/>
                </a:lnTo>
                <a:lnTo>
                  <a:pt x="116982" y="1435248"/>
                </a:lnTo>
                <a:lnTo>
                  <a:pt x="106178" y="1356681"/>
                </a:lnTo>
                <a:lnTo>
                  <a:pt x="95504" y="1309142"/>
                </a:lnTo>
                <a:lnTo>
                  <a:pt x="81674" y="1262423"/>
                </a:lnTo>
                <a:lnTo>
                  <a:pt x="64689" y="1216525"/>
                </a:lnTo>
                <a:lnTo>
                  <a:pt x="46720" y="1176176"/>
                </a:lnTo>
                <a:lnTo>
                  <a:pt x="24717" y="1134560"/>
                </a:lnTo>
                <a:lnTo>
                  <a:pt x="12697" y="1114334"/>
                </a:lnTo>
                <a:lnTo>
                  <a:pt x="0" y="1094497"/>
                </a:lnTo>
                <a:close/>
              </a:path>
            </a:pathLst>
          </a:custGeom>
          <a:solidFill>
            <a:srgbClr val="4E6AFF">
              <a:alpha val="3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3339016" y="2619926"/>
            <a:ext cx="4939665" cy="5045710"/>
            <a:chOff x="3339016" y="2619926"/>
            <a:chExt cx="4939665" cy="5045710"/>
          </a:xfrm>
        </p:grpSpPr>
        <p:sp>
          <p:nvSpPr>
            <p:cNvPr id="7" name="object 7"/>
            <p:cNvSpPr/>
            <p:nvPr/>
          </p:nvSpPr>
          <p:spPr>
            <a:xfrm>
              <a:off x="3339016" y="2619926"/>
              <a:ext cx="1789430" cy="5045710"/>
            </a:xfrm>
            <a:custGeom>
              <a:avLst/>
              <a:gdLst/>
              <a:ahLst/>
              <a:cxnLst/>
              <a:rect l="l" t="t" r="r" b="b"/>
              <a:pathLst>
                <a:path w="1789429" h="5045709">
                  <a:moveTo>
                    <a:pt x="0" y="2521427"/>
                  </a:moveTo>
                  <a:lnTo>
                    <a:pt x="518" y="2470160"/>
                  </a:lnTo>
                  <a:lnTo>
                    <a:pt x="2070" y="2419045"/>
                  </a:lnTo>
                  <a:lnTo>
                    <a:pt x="4648" y="2368091"/>
                  </a:lnTo>
                  <a:lnTo>
                    <a:pt x="8243" y="2317310"/>
                  </a:lnTo>
                  <a:lnTo>
                    <a:pt x="12848" y="2266713"/>
                  </a:lnTo>
                  <a:lnTo>
                    <a:pt x="18457" y="2216310"/>
                  </a:lnTo>
                  <a:lnTo>
                    <a:pt x="25060" y="2166112"/>
                  </a:lnTo>
                  <a:lnTo>
                    <a:pt x="32652" y="2116131"/>
                  </a:lnTo>
                  <a:lnTo>
                    <a:pt x="41223" y="2066376"/>
                  </a:lnTo>
                  <a:lnTo>
                    <a:pt x="50767" y="2016859"/>
                  </a:lnTo>
                  <a:lnTo>
                    <a:pt x="61277" y="1967590"/>
                  </a:lnTo>
                  <a:lnTo>
                    <a:pt x="72744" y="1918580"/>
                  </a:lnTo>
                  <a:lnTo>
                    <a:pt x="85161" y="1869841"/>
                  </a:lnTo>
                  <a:lnTo>
                    <a:pt x="98521" y="1821382"/>
                  </a:lnTo>
                  <a:lnTo>
                    <a:pt x="112816" y="1773215"/>
                  </a:lnTo>
                  <a:lnTo>
                    <a:pt x="128038" y="1725350"/>
                  </a:lnTo>
                  <a:lnTo>
                    <a:pt x="144181" y="1677798"/>
                  </a:lnTo>
                  <a:lnTo>
                    <a:pt x="161236" y="1630571"/>
                  </a:lnTo>
                  <a:lnTo>
                    <a:pt x="179195" y="1583678"/>
                  </a:lnTo>
                  <a:lnTo>
                    <a:pt x="198053" y="1537131"/>
                  </a:lnTo>
                  <a:lnTo>
                    <a:pt x="217800" y="1490940"/>
                  </a:lnTo>
                  <a:lnTo>
                    <a:pt x="238429" y="1445117"/>
                  </a:lnTo>
                  <a:lnTo>
                    <a:pt x="259934" y="1399672"/>
                  </a:lnTo>
                  <a:lnTo>
                    <a:pt x="282305" y="1354615"/>
                  </a:lnTo>
                  <a:lnTo>
                    <a:pt x="305537" y="1309958"/>
                  </a:lnTo>
                  <a:lnTo>
                    <a:pt x="329621" y="1265711"/>
                  </a:lnTo>
                  <a:lnTo>
                    <a:pt x="354549" y="1221886"/>
                  </a:lnTo>
                  <a:lnTo>
                    <a:pt x="380315" y="1178493"/>
                  </a:lnTo>
                  <a:lnTo>
                    <a:pt x="406910" y="1135542"/>
                  </a:lnTo>
                  <a:lnTo>
                    <a:pt x="434328" y="1093045"/>
                  </a:lnTo>
                  <a:lnTo>
                    <a:pt x="462560" y="1051013"/>
                  </a:lnTo>
                  <a:lnTo>
                    <a:pt x="491599" y="1009456"/>
                  </a:lnTo>
                  <a:lnTo>
                    <a:pt x="521438" y="968384"/>
                  </a:lnTo>
                  <a:lnTo>
                    <a:pt x="550894" y="929637"/>
                  </a:lnTo>
                  <a:lnTo>
                    <a:pt x="580966" y="891418"/>
                  </a:lnTo>
                  <a:lnTo>
                    <a:pt x="611654" y="853726"/>
                  </a:lnTo>
                  <a:lnTo>
                    <a:pt x="642958" y="816562"/>
                  </a:lnTo>
                  <a:lnTo>
                    <a:pt x="674877" y="779926"/>
                  </a:lnTo>
                  <a:lnTo>
                    <a:pt x="707413" y="743817"/>
                  </a:lnTo>
                  <a:lnTo>
                    <a:pt x="740565" y="708236"/>
                  </a:lnTo>
                  <a:lnTo>
                    <a:pt x="774333" y="673183"/>
                  </a:lnTo>
                  <a:lnTo>
                    <a:pt x="808679" y="638696"/>
                  </a:lnTo>
                  <a:lnTo>
                    <a:pt x="843565" y="604814"/>
                  </a:lnTo>
                  <a:lnTo>
                    <a:pt x="878992" y="571537"/>
                  </a:lnTo>
                  <a:lnTo>
                    <a:pt x="914959" y="538865"/>
                  </a:lnTo>
                  <a:lnTo>
                    <a:pt x="951467" y="506798"/>
                  </a:lnTo>
                  <a:lnTo>
                    <a:pt x="988514" y="475335"/>
                  </a:lnTo>
                  <a:lnTo>
                    <a:pt x="1026102" y="444478"/>
                  </a:lnTo>
                  <a:lnTo>
                    <a:pt x="1064231" y="414225"/>
                  </a:lnTo>
                  <a:lnTo>
                    <a:pt x="1102857" y="384611"/>
                  </a:lnTo>
                  <a:lnTo>
                    <a:pt x="1141938" y="355668"/>
                  </a:lnTo>
                  <a:lnTo>
                    <a:pt x="1181475" y="327396"/>
                  </a:lnTo>
                  <a:lnTo>
                    <a:pt x="1221466" y="299796"/>
                  </a:lnTo>
                  <a:lnTo>
                    <a:pt x="1261913" y="272867"/>
                  </a:lnTo>
                  <a:lnTo>
                    <a:pt x="1302815" y="246610"/>
                  </a:lnTo>
                  <a:lnTo>
                    <a:pt x="1344172" y="221024"/>
                  </a:lnTo>
                  <a:lnTo>
                    <a:pt x="1385984" y="196109"/>
                  </a:lnTo>
                  <a:lnTo>
                    <a:pt x="1428205" y="171893"/>
                  </a:lnTo>
                  <a:lnTo>
                    <a:pt x="1470787" y="148403"/>
                  </a:lnTo>
                  <a:lnTo>
                    <a:pt x="1513731" y="125638"/>
                  </a:lnTo>
                  <a:lnTo>
                    <a:pt x="1557037" y="103600"/>
                  </a:lnTo>
                  <a:lnTo>
                    <a:pt x="1600705" y="82288"/>
                  </a:lnTo>
                  <a:lnTo>
                    <a:pt x="1644735" y="61701"/>
                  </a:lnTo>
                  <a:lnTo>
                    <a:pt x="1689126" y="41841"/>
                  </a:lnTo>
                  <a:lnTo>
                    <a:pt x="1733880" y="22706"/>
                  </a:lnTo>
                  <a:lnTo>
                    <a:pt x="1788278" y="0"/>
                  </a:lnTo>
                  <a:lnTo>
                    <a:pt x="1788278" y="1780600"/>
                  </a:lnTo>
                  <a:lnTo>
                    <a:pt x="1754703" y="1781466"/>
                  </a:lnTo>
                  <a:lnTo>
                    <a:pt x="1721271" y="1783854"/>
                  </a:lnTo>
                  <a:lnTo>
                    <a:pt x="1654840" y="1793199"/>
                  </a:lnTo>
                  <a:lnTo>
                    <a:pt x="1589531" y="1808530"/>
                  </a:lnTo>
                  <a:lnTo>
                    <a:pt x="1525889" y="1829748"/>
                  </a:lnTo>
                  <a:lnTo>
                    <a:pt x="1464434" y="1856651"/>
                  </a:lnTo>
                  <a:lnTo>
                    <a:pt x="1405686" y="1889040"/>
                  </a:lnTo>
                  <a:lnTo>
                    <a:pt x="1350118" y="1926624"/>
                  </a:lnTo>
                  <a:lnTo>
                    <a:pt x="1298204" y="1969115"/>
                  </a:lnTo>
                  <a:lnTo>
                    <a:pt x="1256548" y="2009464"/>
                  </a:lnTo>
                  <a:lnTo>
                    <a:pt x="1225683" y="2043890"/>
                  </a:lnTo>
                  <a:lnTo>
                    <a:pt x="1197182" y="2079954"/>
                  </a:lnTo>
                  <a:lnTo>
                    <a:pt x="1171045" y="2117657"/>
                  </a:lnTo>
                  <a:lnTo>
                    <a:pt x="1147271" y="2156998"/>
                  </a:lnTo>
                  <a:lnTo>
                    <a:pt x="1125862" y="2197979"/>
                  </a:lnTo>
                  <a:lnTo>
                    <a:pt x="1107729" y="2238328"/>
                  </a:lnTo>
                  <a:lnTo>
                    <a:pt x="1090744" y="2284226"/>
                  </a:lnTo>
                  <a:lnTo>
                    <a:pt x="1076915" y="2330945"/>
                  </a:lnTo>
                  <a:lnTo>
                    <a:pt x="1066240" y="2378484"/>
                  </a:lnTo>
                  <a:lnTo>
                    <a:pt x="1058722" y="2426843"/>
                  </a:lnTo>
                  <a:lnTo>
                    <a:pt x="1053410" y="2480578"/>
                  </a:lnTo>
                  <a:lnTo>
                    <a:pt x="1052514" y="2521101"/>
                  </a:lnTo>
                  <a:lnTo>
                    <a:pt x="1053322" y="2554964"/>
                  </a:lnTo>
                  <a:lnTo>
                    <a:pt x="1059529" y="2622268"/>
                  </a:lnTo>
                  <a:lnTo>
                    <a:pt x="1066925" y="2665871"/>
                  </a:lnTo>
                  <a:lnTo>
                    <a:pt x="1087235" y="2745131"/>
                  </a:lnTo>
                  <a:lnTo>
                    <a:pt x="1104172" y="2792908"/>
                  </a:lnTo>
                  <a:lnTo>
                    <a:pt x="1124399" y="2839389"/>
                  </a:lnTo>
                  <a:lnTo>
                    <a:pt x="1147915" y="2884572"/>
                  </a:lnTo>
                  <a:lnTo>
                    <a:pt x="1172582" y="2924921"/>
                  </a:lnTo>
                  <a:lnTo>
                    <a:pt x="1202493" y="2967583"/>
                  </a:lnTo>
                  <a:lnTo>
                    <a:pt x="1235058" y="3007766"/>
                  </a:lnTo>
                  <a:lnTo>
                    <a:pt x="1270278" y="3045469"/>
                  </a:lnTo>
                  <a:lnTo>
                    <a:pt x="1308153" y="3080692"/>
                  </a:lnTo>
                  <a:lnTo>
                    <a:pt x="1348682" y="3113436"/>
                  </a:lnTo>
                  <a:lnTo>
                    <a:pt x="1393015" y="3144268"/>
                  </a:lnTo>
                  <a:lnTo>
                    <a:pt x="1452049" y="3178476"/>
                  </a:lnTo>
                  <a:lnTo>
                    <a:pt x="1497159" y="3200030"/>
                  </a:lnTo>
                  <a:lnTo>
                    <a:pt x="1543639" y="3218445"/>
                  </a:lnTo>
                  <a:lnTo>
                    <a:pt x="1591488" y="3233724"/>
                  </a:lnTo>
                  <a:lnTo>
                    <a:pt x="1640260" y="3245738"/>
                  </a:lnTo>
                  <a:lnTo>
                    <a:pt x="1689505" y="3254361"/>
                  </a:lnTo>
                  <a:lnTo>
                    <a:pt x="1739226" y="3259595"/>
                  </a:lnTo>
                  <a:lnTo>
                    <a:pt x="1789421" y="3261438"/>
                  </a:lnTo>
                  <a:lnTo>
                    <a:pt x="1789421" y="5045469"/>
                  </a:lnTo>
                  <a:lnTo>
                    <a:pt x="1690223" y="5002812"/>
                  </a:lnTo>
                  <a:lnTo>
                    <a:pt x="1645785" y="4982952"/>
                  </a:lnTo>
                  <a:lnTo>
                    <a:pt x="1601709" y="4962364"/>
                  </a:lnTo>
                  <a:lnTo>
                    <a:pt x="1557995" y="4941048"/>
                  </a:lnTo>
                  <a:lnTo>
                    <a:pt x="1514644" y="4919005"/>
                  </a:lnTo>
                  <a:lnTo>
                    <a:pt x="1471655" y="4896234"/>
                  </a:lnTo>
                  <a:lnTo>
                    <a:pt x="1429029" y="4872736"/>
                  </a:lnTo>
                  <a:lnTo>
                    <a:pt x="1386764" y="4848511"/>
                  </a:lnTo>
                  <a:lnTo>
                    <a:pt x="1344909" y="4823585"/>
                  </a:lnTo>
                  <a:lnTo>
                    <a:pt x="1303510" y="4797986"/>
                  </a:lnTo>
                  <a:lnTo>
                    <a:pt x="1262567" y="4771715"/>
                  </a:lnTo>
                  <a:lnTo>
                    <a:pt x="1222079" y="4744771"/>
                  </a:lnTo>
                  <a:lnTo>
                    <a:pt x="1182047" y="4717154"/>
                  </a:lnTo>
                  <a:lnTo>
                    <a:pt x="1142472" y="4688865"/>
                  </a:lnTo>
                  <a:lnTo>
                    <a:pt x="1103352" y="4659902"/>
                  </a:lnTo>
                  <a:lnTo>
                    <a:pt x="1064688" y="4630267"/>
                  </a:lnTo>
                  <a:lnTo>
                    <a:pt x="1026523" y="4599992"/>
                  </a:lnTo>
                  <a:lnTo>
                    <a:pt x="988899" y="4569111"/>
                  </a:lnTo>
                  <a:lnTo>
                    <a:pt x="951816" y="4537624"/>
                  </a:lnTo>
                  <a:lnTo>
                    <a:pt x="915275" y="4505531"/>
                  </a:lnTo>
                  <a:lnTo>
                    <a:pt x="879276" y="4472832"/>
                  </a:lnTo>
                  <a:lnTo>
                    <a:pt x="843817" y="4439526"/>
                  </a:lnTo>
                  <a:lnTo>
                    <a:pt x="808900" y="4405614"/>
                  </a:lnTo>
                  <a:lnTo>
                    <a:pt x="774525" y="4371097"/>
                  </a:lnTo>
                  <a:lnTo>
                    <a:pt x="740729" y="4336012"/>
                  </a:lnTo>
                  <a:lnTo>
                    <a:pt x="707550" y="4300398"/>
                  </a:lnTo>
                  <a:lnTo>
                    <a:pt x="674988" y="4264256"/>
                  </a:lnTo>
                  <a:lnTo>
                    <a:pt x="643043" y="4227585"/>
                  </a:lnTo>
                  <a:lnTo>
                    <a:pt x="611716" y="4190385"/>
                  </a:lnTo>
                  <a:lnTo>
                    <a:pt x="581006" y="4152657"/>
                  </a:lnTo>
                  <a:lnTo>
                    <a:pt x="550913" y="4114400"/>
                  </a:lnTo>
                  <a:lnTo>
                    <a:pt x="521438" y="4075614"/>
                  </a:lnTo>
                  <a:lnTo>
                    <a:pt x="491599" y="4034512"/>
                  </a:lnTo>
                  <a:lnTo>
                    <a:pt x="462560" y="3992921"/>
                  </a:lnTo>
                  <a:lnTo>
                    <a:pt x="434328" y="3950853"/>
                  </a:lnTo>
                  <a:lnTo>
                    <a:pt x="406910" y="3908318"/>
                  </a:lnTo>
                  <a:lnTo>
                    <a:pt x="380315" y="3865328"/>
                  </a:lnTo>
                  <a:lnTo>
                    <a:pt x="354549" y="3821893"/>
                  </a:lnTo>
                  <a:lnTo>
                    <a:pt x="329621" y="3778025"/>
                  </a:lnTo>
                  <a:lnTo>
                    <a:pt x="305537" y="3733735"/>
                  </a:lnTo>
                  <a:lnTo>
                    <a:pt x="282305" y="3689033"/>
                  </a:lnTo>
                  <a:lnTo>
                    <a:pt x="259934" y="3643931"/>
                  </a:lnTo>
                  <a:lnTo>
                    <a:pt x="238429" y="3598440"/>
                  </a:lnTo>
                  <a:lnTo>
                    <a:pt x="217800" y="3552570"/>
                  </a:lnTo>
                  <a:lnTo>
                    <a:pt x="198053" y="3506333"/>
                  </a:lnTo>
                  <a:lnTo>
                    <a:pt x="179195" y="3459739"/>
                  </a:lnTo>
                  <a:lnTo>
                    <a:pt x="161236" y="3412801"/>
                  </a:lnTo>
                  <a:lnTo>
                    <a:pt x="144181" y="3365528"/>
                  </a:lnTo>
                  <a:lnTo>
                    <a:pt x="128038" y="3317932"/>
                  </a:lnTo>
                  <a:lnTo>
                    <a:pt x="112816" y="3270024"/>
                  </a:lnTo>
                  <a:lnTo>
                    <a:pt x="98521" y="3221814"/>
                  </a:lnTo>
                  <a:lnTo>
                    <a:pt x="85161" y="3173314"/>
                  </a:lnTo>
                  <a:lnTo>
                    <a:pt x="72744" y="3124536"/>
                  </a:lnTo>
                  <a:lnTo>
                    <a:pt x="61277" y="3075489"/>
                  </a:lnTo>
                  <a:lnTo>
                    <a:pt x="50767" y="3026185"/>
                  </a:lnTo>
                  <a:lnTo>
                    <a:pt x="41223" y="2976635"/>
                  </a:lnTo>
                  <a:lnTo>
                    <a:pt x="32652" y="2926849"/>
                  </a:lnTo>
                  <a:lnTo>
                    <a:pt x="25060" y="2876840"/>
                  </a:lnTo>
                  <a:lnTo>
                    <a:pt x="18457" y="2826618"/>
                  </a:lnTo>
                  <a:lnTo>
                    <a:pt x="12848" y="2776194"/>
                  </a:lnTo>
                  <a:lnTo>
                    <a:pt x="8243" y="2725578"/>
                  </a:lnTo>
                  <a:lnTo>
                    <a:pt x="4648" y="2674783"/>
                  </a:lnTo>
                  <a:lnTo>
                    <a:pt x="2070" y="2623819"/>
                  </a:lnTo>
                  <a:lnTo>
                    <a:pt x="518" y="2572697"/>
                  </a:lnTo>
                  <a:lnTo>
                    <a:pt x="0" y="2521427"/>
                  </a:lnTo>
                  <a:close/>
                </a:path>
              </a:pathLst>
            </a:custGeom>
            <a:solidFill>
              <a:srgbClr val="4E6AFF">
                <a:alpha val="6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58129" y="2843639"/>
              <a:ext cx="4620895" cy="4597400"/>
            </a:xfrm>
            <a:custGeom>
              <a:avLst/>
              <a:gdLst/>
              <a:ahLst/>
              <a:cxnLst/>
              <a:rect l="l" t="t" r="r" b="b"/>
              <a:pathLst>
                <a:path w="4620895" h="4597400">
                  <a:moveTo>
                    <a:pt x="2643163" y="12699"/>
                  </a:moveTo>
                  <a:lnTo>
                    <a:pt x="1977315" y="12699"/>
                  </a:lnTo>
                  <a:lnTo>
                    <a:pt x="2024053" y="0"/>
                  </a:lnTo>
                  <a:lnTo>
                    <a:pt x="2596425" y="0"/>
                  </a:lnTo>
                  <a:lnTo>
                    <a:pt x="2643163" y="12699"/>
                  </a:lnTo>
                  <a:close/>
                </a:path>
                <a:path w="4620895" h="4597400">
                  <a:moveTo>
                    <a:pt x="2735731" y="25399"/>
                  </a:moveTo>
                  <a:lnTo>
                    <a:pt x="1884747" y="25399"/>
                  </a:lnTo>
                  <a:lnTo>
                    <a:pt x="1930876" y="12699"/>
                  </a:lnTo>
                  <a:lnTo>
                    <a:pt x="2689602" y="12699"/>
                  </a:lnTo>
                  <a:lnTo>
                    <a:pt x="2735731" y="25399"/>
                  </a:lnTo>
                  <a:close/>
                </a:path>
                <a:path w="4620895" h="4597400">
                  <a:moveTo>
                    <a:pt x="2781541" y="4559299"/>
                  </a:moveTo>
                  <a:lnTo>
                    <a:pt x="1838937" y="4559299"/>
                  </a:lnTo>
                  <a:lnTo>
                    <a:pt x="1528010" y="4470399"/>
                  </a:lnTo>
                  <a:lnTo>
                    <a:pt x="1485100" y="4457699"/>
                  </a:lnTo>
                  <a:lnTo>
                    <a:pt x="1442596" y="4432299"/>
                  </a:lnTo>
                  <a:lnTo>
                    <a:pt x="1400507" y="4419599"/>
                  </a:lnTo>
                  <a:lnTo>
                    <a:pt x="1358843" y="4394199"/>
                  </a:lnTo>
                  <a:lnTo>
                    <a:pt x="1317614" y="4381499"/>
                  </a:lnTo>
                  <a:lnTo>
                    <a:pt x="1276830" y="4356099"/>
                  </a:lnTo>
                  <a:lnTo>
                    <a:pt x="1236500" y="4343399"/>
                  </a:lnTo>
                  <a:lnTo>
                    <a:pt x="1157241" y="4292599"/>
                  </a:lnTo>
                  <a:lnTo>
                    <a:pt x="1118331" y="4267199"/>
                  </a:lnTo>
                  <a:lnTo>
                    <a:pt x="1079914" y="4254499"/>
                  </a:lnTo>
                  <a:lnTo>
                    <a:pt x="1004597" y="4203699"/>
                  </a:lnTo>
                  <a:lnTo>
                    <a:pt x="967716" y="4178299"/>
                  </a:lnTo>
                  <a:lnTo>
                    <a:pt x="931366" y="4152899"/>
                  </a:lnTo>
                  <a:lnTo>
                    <a:pt x="895557" y="4114799"/>
                  </a:lnTo>
                  <a:lnTo>
                    <a:pt x="860299" y="4089399"/>
                  </a:lnTo>
                  <a:lnTo>
                    <a:pt x="825601" y="4063999"/>
                  </a:lnTo>
                  <a:lnTo>
                    <a:pt x="791473" y="4038599"/>
                  </a:lnTo>
                  <a:lnTo>
                    <a:pt x="757925" y="4000499"/>
                  </a:lnTo>
                  <a:lnTo>
                    <a:pt x="724966" y="3975099"/>
                  </a:lnTo>
                  <a:lnTo>
                    <a:pt x="692606" y="3936999"/>
                  </a:lnTo>
                  <a:lnTo>
                    <a:pt x="660854" y="3911599"/>
                  </a:lnTo>
                  <a:lnTo>
                    <a:pt x="629720" y="3873499"/>
                  </a:lnTo>
                  <a:lnTo>
                    <a:pt x="599214" y="3848099"/>
                  </a:lnTo>
                  <a:lnTo>
                    <a:pt x="569346" y="3809999"/>
                  </a:lnTo>
                  <a:lnTo>
                    <a:pt x="540124" y="3771899"/>
                  </a:lnTo>
                  <a:lnTo>
                    <a:pt x="511560" y="3746499"/>
                  </a:lnTo>
                  <a:lnTo>
                    <a:pt x="483661" y="3708399"/>
                  </a:lnTo>
                  <a:lnTo>
                    <a:pt x="456439" y="3670299"/>
                  </a:lnTo>
                  <a:lnTo>
                    <a:pt x="429903" y="3632199"/>
                  </a:lnTo>
                  <a:lnTo>
                    <a:pt x="404061" y="3594099"/>
                  </a:lnTo>
                  <a:lnTo>
                    <a:pt x="378925" y="3555999"/>
                  </a:lnTo>
                  <a:lnTo>
                    <a:pt x="354503" y="3517899"/>
                  </a:lnTo>
                  <a:lnTo>
                    <a:pt x="330806" y="3479799"/>
                  </a:lnTo>
                  <a:lnTo>
                    <a:pt x="307843" y="3441699"/>
                  </a:lnTo>
                  <a:lnTo>
                    <a:pt x="285623" y="3403599"/>
                  </a:lnTo>
                  <a:lnTo>
                    <a:pt x="264156" y="3365499"/>
                  </a:lnTo>
                  <a:lnTo>
                    <a:pt x="243452" y="3327399"/>
                  </a:lnTo>
                  <a:lnTo>
                    <a:pt x="223521" y="3289299"/>
                  </a:lnTo>
                  <a:lnTo>
                    <a:pt x="204371" y="3251199"/>
                  </a:lnTo>
                  <a:lnTo>
                    <a:pt x="186014" y="3200399"/>
                  </a:lnTo>
                  <a:lnTo>
                    <a:pt x="168458" y="3162299"/>
                  </a:lnTo>
                  <a:lnTo>
                    <a:pt x="151713" y="3124199"/>
                  </a:lnTo>
                  <a:lnTo>
                    <a:pt x="135789" y="3073399"/>
                  </a:lnTo>
                  <a:lnTo>
                    <a:pt x="120695" y="3035299"/>
                  </a:lnTo>
                  <a:lnTo>
                    <a:pt x="106442" y="2984499"/>
                  </a:lnTo>
                  <a:lnTo>
                    <a:pt x="93038" y="2946399"/>
                  </a:lnTo>
                  <a:lnTo>
                    <a:pt x="80493" y="2895599"/>
                  </a:lnTo>
                  <a:lnTo>
                    <a:pt x="68817" y="2857499"/>
                  </a:lnTo>
                  <a:lnTo>
                    <a:pt x="58020" y="2806699"/>
                  </a:lnTo>
                  <a:lnTo>
                    <a:pt x="48111" y="2768599"/>
                  </a:lnTo>
                  <a:lnTo>
                    <a:pt x="39100" y="2717799"/>
                  </a:lnTo>
                  <a:lnTo>
                    <a:pt x="30997" y="2666999"/>
                  </a:lnTo>
                  <a:lnTo>
                    <a:pt x="23811" y="2628899"/>
                  </a:lnTo>
                  <a:lnTo>
                    <a:pt x="17551" y="2578099"/>
                  </a:lnTo>
                  <a:lnTo>
                    <a:pt x="12228" y="2527299"/>
                  </a:lnTo>
                  <a:lnTo>
                    <a:pt x="7852" y="2489199"/>
                  </a:lnTo>
                  <a:lnTo>
                    <a:pt x="4431" y="2438399"/>
                  </a:lnTo>
                  <a:lnTo>
                    <a:pt x="1975" y="2387599"/>
                  </a:lnTo>
                  <a:lnTo>
                    <a:pt x="495" y="2336799"/>
                  </a:lnTo>
                  <a:lnTo>
                    <a:pt x="0" y="2298699"/>
                  </a:lnTo>
                  <a:lnTo>
                    <a:pt x="495" y="2247899"/>
                  </a:lnTo>
                  <a:lnTo>
                    <a:pt x="1975" y="2197099"/>
                  </a:lnTo>
                  <a:lnTo>
                    <a:pt x="4431" y="2146299"/>
                  </a:lnTo>
                  <a:lnTo>
                    <a:pt x="7852" y="2095499"/>
                  </a:lnTo>
                  <a:lnTo>
                    <a:pt x="12228" y="2057399"/>
                  </a:lnTo>
                  <a:lnTo>
                    <a:pt x="17551" y="2006599"/>
                  </a:lnTo>
                  <a:lnTo>
                    <a:pt x="23811" y="1955799"/>
                  </a:lnTo>
                  <a:lnTo>
                    <a:pt x="30997" y="1917699"/>
                  </a:lnTo>
                  <a:lnTo>
                    <a:pt x="39100" y="1866899"/>
                  </a:lnTo>
                  <a:lnTo>
                    <a:pt x="48111" y="1816099"/>
                  </a:lnTo>
                  <a:lnTo>
                    <a:pt x="58020" y="1777999"/>
                  </a:lnTo>
                  <a:lnTo>
                    <a:pt x="68817" y="1727199"/>
                  </a:lnTo>
                  <a:lnTo>
                    <a:pt x="80493" y="1689099"/>
                  </a:lnTo>
                  <a:lnTo>
                    <a:pt x="93038" y="1638299"/>
                  </a:lnTo>
                  <a:lnTo>
                    <a:pt x="106442" y="1600199"/>
                  </a:lnTo>
                  <a:lnTo>
                    <a:pt x="120695" y="1549399"/>
                  </a:lnTo>
                  <a:lnTo>
                    <a:pt x="135789" y="1511299"/>
                  </a:lnTo>
                  <a:lnTo>
                    <a:pt x="151713" y="1473199"/>
                  </a:lnTo>
                  <a:lnTo>
                    <a:pt x="168458" y="1422399"/>
                  </a:lnTo>
                  <a:lnTo>
                    <a:pt x="186014" y="1384299"/>
                  </a:lnTo>
                  <a:lnTo>
                    <a:pt x="204371" y="1346199"/>
                  </a:lnTo>
                  <a:lnTo>
                    <a:pt x="223521" y="1295399"/>
                  </a:lnTo>
                  <a:lnTo>
                    <a:pt x="243452" y="1257299"/>
                  </a:lnTo>
                  <a:lnTo>
                    <a:pt x="264156" y="1219199"/>
                  </a:lnTo>
                  <a:lnTo>
                    <a:pt x="285623" y="1181099"/>
                  </a:lnTo>
                  <a:lnTo>
                    <a:pt x="307843" y="1142999"/>
                  </a:lnTo>
                  <a:lnTo>
                    <a:pt x="330806" y="1104899"/>
                  </a:lnTo>
                  <a:lnTo>
                    <a:pt x="354503" y="1066799"/>
                  </a:lnTo>
                  <a:lnTo>
                    <a:pt x="378925" y="1028699"/>
                  </a:lnTo>
                  <a:lnTo>
                    <a:pt x="404061" y="990599"/>
                  </a:lnTo>
                  <a:lnTo>
                    <a:pt x="429903" y="952499"/>
                  </a:lnTo>
                  <a:lnTo>
                    <a:pt x="456439" y="914399"/>
                  </a:lnTo>
                  <a:lnTo>
                    <a:pt x="483661" y="876299"/>
                  </a:lnTo>
                  <a:lnTo>
                    <a:pt x="511560" y="838199"/>
                  </a:lnTo>
                  <a:lnTo>
                    <a:pt x="540124" y="812799"/>
                  </a:lnTo>
                  <a:lnTo>
                    <a:pt x="569346" y="774699"/>
                  </a:lnTo>
                  <a:lnTo>
                    <a:pt x="599214" y="736599"/>
                  </a:lnTo>
                  <a:lnTo>
                    <a:pt x="629720" y="711199"/>
                  </a:lnTo>
                  <a:lnTo>
                    <a:pt x="660854" y="673099"/>
                  </a:lnTo>
                  <a:lnTo>
                    <a:pt x="692606" y="647699"/>
                  </a:lnTo>
                  <a:lnTo>
                    <a:pt x="724966" y="609599"/>
                  </a:lnTo>
                  <a:lnTo>
                    <a:pt x="757925" y="584199"/>
                  </a:lnTo>
                  <a:lnTo>
                    <a:pt x="791473" y="558799"/>
                  </a:lnTo>
                  <a:lnTo>
                    <a:pt x="825601" y="520699"/>
                  </a:lnTo>
                  <a:lnTo>
                    <a:pt x="860299" y="495299"/>
                  </a:lnTo>
                  <a:lnTo>
                    <a:pt x="895557" y="469899"/>
                  </a:lnTo>
                  <a:lnTo>
                    <a:pt x="931366" y="444499"/>
                  </a:lnTo>
                  <a:lnTo>
                    <a:pt x="967716" y="419099"/>
                  </a:lnTo>
                  <a:lnTo>
                    <a:pt x="1004597" y="380999"/>
                  </a:lnTo>
                  <a:lnTo>
                    <a:pt x="1041999" y="368299"/>
                  </a:lnTo>
                  <a:lnTo>
                    <a:pt x="1118331" y="317499"/>
                  </a:lnTo>
                  <a:lnTo>
                    <a:pt x="1196634" y="266699"/>
                  </a:lnTo>
                  <a:lnTo>
                    <a:pt x="1236500" y="241299"/>
                  </a:lnTo>
                  <a:lnTo>
                    <a:pt x="1276830" y="228599"/>
                  </a:lnTo>
                  <a:lnTo>
                    <a:pt x="1317614" y="203199"/>
                  </a:lnTo>
                  <a:lnTo>
                    <a:pt x="1358843" y="190499"/>
                  </a:lnTo>
                  <a:lnTo>
                    <a:pt x="1400507" y="165099"/>
                  </a:lnTo>
                  <a:lnTo>
                    <a:pt x="1485100" y="139699"/>
                  </a:lnTo>
                  <a:lnTo>
                    <a:pt x="1528010" y="114299"/>
                  </a:lnTo>
                  <a:lnTo>
                    <a:pt x="1838937" y="25399"/>
                  </a:lnTo>
                  <a:lnTo>
                    <a:pt x="2781541" y="25399"/>
                  </a:lnTo>
                  <a:lnTo>
                    <a:pt x="3092468" y="114299"/>
                  </a:lnTo>
                  <a:lnTo>
                    <a:pt x="3135378" y="139699"/>
                  </a:lnTo>
                  <a:lnTo>
                    <a:pt x="3219971" y="165099"/>
                  </a:lnTo>
                  <a:lnTo>
                    <a:pt x="3261634" y="190499"/>
                  </a:lnTo>
                  <a:lnTo>
                    <a:pt x="3302863" y="203199"/>
                  </a:lnTo>
                  <a:lnTo>
                    <a:pt x="3343647" y="228599"/>
                  </a:lnTo>
                  <a:lnTo>
                    <a:pt x="3383977" y="241299"/>
                  </a:lnTo>
                  <a:lnTo>
                    <a:pt x="3423844" y="266699"/>
                  </a:lnTo>
                  <a:lnTo>
                    <a:pt x="3502146" y="317499"/>
                  </a:lnTo>
                  <a:lnTo>
                    <a:pt x="3578478" y="368299"/>
                  </a:lnTo>
                  <a:lnTo>
                    <a:pt x="3615881" y="380999"/>
                  </a:lnTo>
                  <a:lnTo>
                    <a:pt x="3652762" y="419099"/>
                  </a:lnTo>
                  <a:lnTo>
                    <a:pt x="3689112" y="444499"/>
                  </a:lnTo>
                  <a:lnTo>
                    <a:pt x="3724920" y="469899"/>
                  </a:lnTo>
                  <a:lnTo>
                    <a:pt x="3760178" y="495299"/>
                  </a:lnTo>
                  <a:lnTo>
                    <a:pt x="3794876" y="520699"/>
                  </a:lnTo>
                  <a:lnTo>
                    <a:pt x="3829004" y="558799"/>
                  </a:lnTo>
                  <a:lnTo>
                    <a:pt x="3862553" y="584199"/>
                  </a:lnTo>
                  <a:lnTo>
                    <a:pt x="3895512" y="609599"/>
                  </a:lnTo>
                  <a:lnTo>
                    <a:pt x="3927872" y="647699"/>
                  </a:lnTo>
                  <a:lnTo>
                    <a:pt x="3959624" y="673099"/>
                  </a:lnTo>
                  <a:lnTo>
                    <a:pt x="3990758" y="711199"/>
                  </a:lnTo>
                  <a:lnTo>
                    <a:pt x="4021264" y="736599"/>
                  </a:lnTo>
                  <a:lnTo>
                    <a:pt x="4051132" y="774699"/>
                  </a:lnTo>
                  <a:lnTo>
                    <a:pt x="4080353" y="812799"/>
                  </a:lnTo>
                  <a:lnTo>
                    <a:pt x="4108918" y="838199"/>
                  </a:lnTo>
                  <a:lnTo>
                    <a:pt x="4136816" y="876299"/>
                  </a:lnTo>
                  <a:lnTo>
                    <a:pt x="4164039" y="914399"/>
                  </a:lnTo>
                  <a:lnTo>
                    <a:pt x="4190575" y="952499"/>
                  </a:lnTo>
                  <a:lnTo>
                    <a:pt x="4216416" y="990599"/>
                  </a:lnTo>
                  <a:lnTo>
                    <a:pt x="4241553" y="1028699"/>
                  </a:lnTo>
                  <a:lnTo>
                    <a:pt x="4265974" y="1066799"/>
                  </a:lnTo>
                  <a:lnTo>
                    <a:pt x="4289672" y="1104899"/>
                  </a:lnTo>
                  <a:lnTo>
                    <a:pt x="4312635" y="1142999"/>
                  </a:lnTo>
                  <a:lnTo>
                    <a:pt x="4334855" y="1181099"/>
                  </a:lnTo>
                  <a:lnTo>
                    <a:pt x="4356322" y="1219199"/>
                  </a:lnTo>
                  <a:lnTo>
                    <a:pt x="4377026" y="1257299"/>
                  </a:lnTo>
                  <a:lnTo>
                    <a:pt x="4396957" y="1295399"/>
                  </a:lnTo>
                  <a:lnTo>
                    <a:pt x="4416106" y="1346199"/>
                  </a:lnTo>
                  <a:lnTo>
                    <a:pt x="4434464" y="1384299"/>
                  </a:lnTo>
                  <a:lnTo>
                    <a:pt x="4452020" y="1422399"/>
                  </a:lnTo>
                  <a:lnTo>
                    <a:pt x="4468765" y="1473199"/>
                  </a:lnTo>
                  <a:lnTo>
                    <a:pt x="4484689" y="1511299"/>
                  </a:lnTo>
                  <a:lnTo>
                    <a:pt x="4499783" y="1549399"/>
                  </a:lnTo>
                  <a:lnTo>
                    <a:pt x="4514036" y="1600199"/>
                  </a:lnTo>
                  <a:lnTo>
                    <a:pt x="4527440" y="1638299"/>
                  </a:lnTo>
                  <a:lnTo>
                    <a:pt x="4539985" y="1689099"/>
                  </a:lnTo>
                  <a:lnTo>
                    <a:pt x="4551661" y="1727199"/>
                  </a:lnTo>
                  <a:lnTo>
                    <a:pt x="4562458" y="1777999"/>
                  </a:lnTo>
                  <a:lnTo>
                    <a:pt x="4572367" y="1816099"/>
                  </a:lnTo>
                  <a:lnTo>
                    <a:pt x="4581378" y="1866899"/>
                  </a:lnTo>
                  <a:lnTo>
                    <a:pt x="4589481" y="1917699"/>
                  </a:lnTo>
                  <a:lnTo>
                    <a:pt x="4596667" y="1955799"/>
                  </a:lnTo>
                  <a:lnTo>
                    <a:pt x="4602927" y="2006599"/>
                  </a:lnTo>
                  <a:lnTo>
                    <a:pt x="4608250" y="2057399"/>
                  </a:lnTo>
                  <a:lnTo>
                    <a:pt x="4612626" y="2095499"/>
                  </a:lnTo>
                  <a:lnTo>
                    <a:pt x="4616047" y="2146299"/>
                  </a:lnTo>
                  <a:lnTo>
                    <a:pt x="4618503" y="2197099"/>
                  </a:lnTo>
                  <a:lnTo>
                    <a:pt x="4619983" y="2247899"/>
                  </a:lnTo>
                  <a:lnTo>
                    <a:pt x="4620478" y="2298699"/>
                  </a:lnTo>
                  <a:lnTo>
                    <a:pt x="4619983" y="2336799"/>
                  </a:lnTo>
                  <a:lnTo>
                    <a:pt x="4618503" y="2387599"/>
                  </a:lnTo>
                  <a:lnTo>
                    <a:pt x="4616047" y="2438399"/>
                  </a:lnTo>
                  <a:lnTo>
                    <a:pt x="4612626" y="2489199"/>
                  </a:lnTo>
                  <a:lnTo>
                    <a:pt x="4608250" y="2527299"/>
                  </a:lnTo>
                  <a:lnTo>
                    <a:pt x="4602927" y="2578099"/>
                  </a:lnTo>
                  <a:lnTo>
                    <a:pt x="4596667" y="2628899"/>
                  </a:lnTo>
                  <a:lnTo>
                    <a:pt x="4589481" y="2666999"/>
                  </a:lnTo>
                  <a:lnTo>
                    <a:pt x="4581378" y="2717799"/>
                  </a:lnTo>
                  <a:lnTo>
                    <a:pt x="4572367" y="2768599"/>
                  </a:lnTo>
                  <a:lnTo>
                    <a:pt x="4562458" y="2806699"/>
                  </a:lnTo>
                  <a:lnTo>
                    <a:pt x="4551661" y="2857499"/>
                  </a:lnTo>
                  <a:lnTo>
                    <a:pt x="4539985" y="2895599"/>
                  </a:lnTo>
                  <a:lnTo>
                    <a:pt x="4527440" y="2946399"/>
                  </a:lnTo>
                  <a:lnTo>
                    <a:pt x="4514036" y="2984499"/>
                  </a:lnTo>
                  <a:lnTo>
                    <a:pt x="4499783" y="3035299"/>
                  </a:lnTo>
                  <a:lnTo>
                    <a:pt x="4484689" y="3073399"/>
                  </a:lnTo>
                  <a:lnTo>
                    <a:pt x="4468765" y="3124199"/>
                  </a:lnTo>
                  <a:lnTo>
                    <a:pt x="4452020" y="3162299"/>
                  </a:lnTo>
                  <a:lnTo>
                    <a:pt x="4434464" y="3200399"/>
                  </a:lnTo>
                  <a:lnTo>
                    <a:pt x="4416106" y="3251199"/>
                  </a:lnTo>
                  <a:lnTo>
                    <a:pt x="4396957" y="3289299"/>
                  </a:lnTo>
                  <a:lnTo>
                    <a:pt x="4377026" y="3327399"/>
                  </a:lnTo>
                  <a:lnTo>
                    <a:pt x="4356322" y="3365499"/>
                  </a:lnTo>
                  <a:lnTo>
                    <a:pt x="4334855" y="3403599"/>
                  </a:lnTo>
                  <a:lnTo>
                    <a:pt x="4312635" y="3441699"/>
                  </a:lnTo>
                  <a:lnTo>
                    <a:pt x="4289672" y="3479799"/>
                  </a:lnTo>
                  <a:lnTo>
                    <a:pt x="4265974" y="3517899"/>
                  </a:lnTo>
                  <a:lnTo>
                    <a:pt x="4241553" y="3555999"/>
                  </a:lnTo>
                  <a:lnTo>
                    <a:pt x="4216416" y="3594099"/>
                  </a:lnTo>
                  <a:lnTo>
                    <a:pt x="4190575" y="3632199"/>
                  </a:lnTo>
                  <a:lnTo>
                    <a:pt x="4164039" y="3670299"/>
                  </a:lnTo>
                  <a:lnTo>
                    <a:pt x="4136816" y="3708399"/>
                  </a:lnTo>
                  <a:lnTo>
                    <a:pt x="4108918" y="3746499"/>
                  </a:lnTo>
                  <a:lnTo>
                    <a:pt x="4080353" y="3771899"/>
                  </a:lnTo>
                  <a:lnTo>
                    <a:pt x="4051132" y="3809999"/>
                  </a:lnTo>
                  <a:lnTo>
                    <a:pt x="4021264" y="3848099"/>
                  </a:lnTo>
                  <a:lnTo>
                    <a:pt x="3990758" y="3873499"/>
                  </a:lnTo>
                  <a:lnTo>
                    <a:pt x="3959624" y="3911599"/>
                  </a:lnTo>
                  <a:lnTo>
                    <a:pt x="3927872" y="3936999"/>
                  </a:lnTo>
                  <a:lnTo>
                    <a:pt x="3895512" y="3975099"/>
                  </a:lnTo>
                  <a:lnTo>
                    <a:pt x="3862553" y="4000499"/>
                  </a:lnTo>
                  <a:lnTo>
                    <a:pt x="3829004" y="4038599"/>
                  </a:lnTo>
                  <a:lnTo>
                    <a:pt x="3794876" y="4063999"/>
                  </a:lnTo>
                  <a:lnTo>
                    <a:pt x="3760178" y="4089399"/>
                  </a:lnTo>
                  <a:lnTo>
                    <a:pt x="3724920" y="4114799"/>
                  </a:lnTo>
                  <a:lnTo>
                    <a:pt x="3689112" y="4152899"/>
                  </a:lnTo>
                  <a:lnTo>
                    <a:pt x="3652762" y="4178299"/>
                  </a:lnTo>
                  <a:lnTo>
                    <a:pt x="3615881" y="4203699"/>
                  </a:lnTo>
                  <a:lnTo>
                    <a:pt x="3540564" y="4254499"/>
                  </a:lnTo>
                  <a:lnTo>
                    <a:pt x="3502146" y="4267199"/>
                  </a:lnTo>
                  <a:lnTo>
                    <a:pt x="3463237" y="4292599"/>
                  </a:lnTo>
                  <a:lnTo>
                    <a:pt x="3383977" y="4343399"/>
                  </a:lnTo>
                  <a:lnTo>
                    <a:pt x="3343647" y="4356099"/>
                  </a:lnTo>
                  <a:lnTo>
                    <a:pt x="3302863" y="4381499"/>
                  </a:lnTo>
                  <a:lnTo>
                    <a:pt x="3261634" y="4394199"/>
                  </a:lnTo>
                  <a:lnTo>
                    <a:pt x="3219971" y="4419599"/>
                  </a:lnTo>
                  <a:lnTo>
                    <a:pt x="3177882" y="4432299"/>
                  </a:lnTo>
                  <a:lnTo>
                    <a:pt x="3135378" y="4457699"/>
                  </a:lnTo>
                  <a:lnTo>
                    <a:pt x="3092468" y="4470399"/>
                  </a:lnTo>
                  <a:lnTo>
                    <a:pt x="2781541" y="4559299"/>
                  </a:lnTo>
                  <a:close/>
                </a:path>
                <a:path w="4620895" h="4597400">
                  <a:moveTo>
                    <a:pt x="2643163" y="4584699"/>
                  </a:moveTo>
                  <a:lnTo>
                    <a:pt x="1977315" y="4584699"/>
                  </a:lnTo>
                  <a:lnTo>
                    <a:pt x="1884747" y="4559299"/>
                  </a:lnTo>
                  <a:lnTo>
                    <a:pt x="2735731" y="4559299"/>
                  </a:lnTo>
                  <a:lnTo>
                    <a:pt x="2643163" y="4584699"/>
                  </a:lnTo>
                  <a:close/>
                </a:path>
                <a:path w="4620895" h="4597400">
                  <a:moveTo>
                    <a:pt x="2549396" y="4597399"/>
                  </a:moveTo>
                  <a:lnTo>
                    <a:pt x="2071082" y="4597399"/>
                  </a:lnTo>
                  <a:lnTo>
                    <a:pt x="2024053" y="4584699"/>
                  </a:lnTo>
                  <a:lnTo>
                    <a:pt x="2596425" y="4584699"/>
                  </a:lnTo>
                  <a:lnTo>
                    <a:pt x="2549396" y="4597399"/>
                  </a:lnTo>
                  <a:close/>
                </a:path>
              </a:pathLst>
            </a:custGeom>
            <a:solidFill>
              <a:srgbClr val="4E6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08652" y="3088408"/>
              <a:ext cx="4119434" cy="4114799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16647261" y="4882635"/>
            <a:ext cx="314960" cy="521970"/>
          </a:xfrm>
          <a:custGeom>
            <a:avLst/>
            <a:gdLst/>
            <a:ahLst/>
            <a:cxnLst/>
            <a:rect l="l" t="t" r="r" b="b"/>
            <a:pathLst>
              <a:path w="314959" h="521970">
                <a:moveTo>
                  <a:pt x="55024" y="521625"/>
                </a:moveTo>
                <a:lnTo>
                  <a:pt x="314931" y="261712"/>
                </a:lnTo>
                <a:lnTo>
                  <a:pt x="53219" y="0"/>
                </a:lnTo>
                <a:lnTo>
                  <a:pt x="0" y="53212"/>
                </a:lnTo>
                <a:lnTo>
                  <a:pt x="208499" y="261712"/>
                </a:lnTo>
                <a:lnTo>
                  <a:pt x="1805" y="468412"/>
                </a:lnTo>
                <a:lnTo>
                  <a:pt x="55024" y="521625"/>
                </a:lnTo>
                <a:close/>
              </a:path>
            </a:pathLst>
          </a:custGeom>
          <a:solidFill>
            <a:srgbClr val="4E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21203" y="8950804"/>
            <a:ext cx="615315" cy="615315"/>
          </a:xfrm>
          <a:custGeom>
            <a:avLst/>
            <a:gdLst/>
            <a:ahLst/>
            <a:cxnLst/>
            <a:rect l="l" t="t" r="r" b="b"/>
            <a:pathLst>
              <a:path w="615315" h="615315">
                <a:moveTo>
                  <a:pt x="307496" y="614992"/>
                </a:moveTo>
                <a:lnTo>
                  <a:pt x="262056" y="611658"/>
                </a:lnTo>
                <a:lnTo>
                  <a:pt x="218687" y="601973"/>
                </a:lnTo>
                <a:lnTo>
                  <a:pt x="177863" y="586413"/>
                </a:lnTo>
                <a:lnTo>
                  <a:pt x="140061" y="565453"/>
                </a:lnTo>
                <a:lnTo>
                  <a:pt x="105756" y="539569"/>
                </a:lnTo>
                <a:lnTo>
                  <a:pt x="75423" y="509236"/>
                </a:lnTo>
                <a:lnTo>
                  <a:pt x="49539" y="474931"/>
                </a:lnTo>
                <a:lnTo>
                  <a:pt x="28579" y="437129"/>
                </a:lnTo>
                <a:lnTo>
                  <a:pt x="13019" y="396305"/>
                </a:lnTo>
                <a:lnTo>
                  <a:pt x="3334" y="352935"/>
                </a:lnTo>
                <a:lnTo>
                  <a:pt x="0" y="307495"/>
                </a:lnTo>
                <a:lnTo>
                  <a:pt x="3334" y="262056"/>
                </a:lnTo>
                <a:lnTo>
                  <a:pt x="13019" y="218687"/>
                </a:lnTo>
                <a:lnTo>
                  <a:pt x="28579" y="177863"/>
                </a:lnTo>
                <a:lnTo>
                  <a:pt x="49539" y="140061"/>
                </a:lnTo>
                <a:lnTo>
                  <a:pt x="75423" y="105755"/>
                </a:lnTo>
                <a:lnTo>
                  <a:pt x="105756" y="75423"/>
                </a:lnTo>
                <a:lnTo>
                  <a:pt x="140061" y="49539"/>
                </a:lnTo>
                <a:lnTo>
                  <a:pt x="177863" y="28579"/>
                </a:lnTo>
                <a:lnTo>
                  <a:pt x="218687" y="13019"/>
                </a:lnTo>
                <a:lnTo>
                  <a:pt x="262056" y="3334"/>
                </a:lnTo>
                <a:lnTo>
                  <a:pt x="307496" y="0"/>
                </a:lnTo>
                <a:lnTo>
                  <a:pt x="352935" y="3334"/>
                </a:lnTo>
                <a:lnTo>
                  <a:pt x="396305" y="13019"/>
                </a:lnTo>
                <a:lnTo>
                  <a:pt x="437129" y="28579"/>
                </a:lnTo>
                <a:lnTo>
                  <a:pt x="474931" y="49539"/>
                </a:lnTo>
                <a:lnTo>
                  <a:pt x="509236" y="75423"/>
                </a:lnTo>
                <a:lnTo>
                  <a:pt x="539569" y="105755"/>
                </a:lnTo>
                <a:lnTo>
                  <a:pt x="565453" y="140061"/>
                </a:lnTo>
                <a:lnTo>
                  <a:pt x="586413" y="177863"/>
                </a:lnTo>
                <a:lnTo>
                  <a:pt x="601973" y="218687"/>
                </a:lnTo>
                <a:lnTo>
                  <a:pt x="611658" y="262056"/>
                </a:lnTo>
                <a:lnTo>
                  <a:pt x="614992" y="307495"/>
                </a:lnTo>
                <a:lnTo>
                  <a:pt x="611658" y="352935"/>
                </a:lnTo>
                <a:lnTo>
                  <a:pt x="601973" y="396305"/>
                </a:lnTo>
                <a:lnTo>
                  <a:pt x="586413" y="437129"/>
                </a:lnTo>
                <a:lnTo>
                  <a:pt x="565453" y="474931"/>
                </a:lnTo>
                <a:lnTo>
                  <a:pt x="539569" y="509236"/>
                </a:lnTo>
                <a:lnTo>
                  <a:pt x="509236" y="539569"/>
                </a:lnTo>
                <a:lnTo>
                  <a:pt x="474931" y="565453"/>
                </a:lnTo>
                <a:lnTo>
                  <a:pt x="437129" y="586413"/>
                </a:lnTo>
                <a:lnTo>
                  <a:pt x="396305" y="601973"/>
                </a:lnTo>
                <a:lnTo>
                  <a:pt x="352935" y="611658"/>
                </a:lnTo>
                <a:lnTo>
                  <a:pt x="307496" y="614992"/>
                </a:lnTo>
                <a:close/>
              </a:path>
            </a:pathLst>
          </a:custGeom>
          <a:solidFill>
            <a:srgbClr val="00C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53375" y="1420116"/>
            <a:ext cx="615315" cy="615315"/>
          </a:xfrm>
          <a:custGeom>
            <a:avLst/>
            <a:gdLst/>
            <a:ahLst/>
            <a:cxnLst/>
            <a:rect l="l" t="t" r="r" b="b"/>
            <a:pathLst>
              <a:path w="615314" h="615314">
                <a:moveTo>
                  <a:pt x="307496" y="614992"/>
                </a:moveTo>
                <a:lnTo>
                  <a:pt x="262056" y="611658"/>
                </a:lnTo>
                <a:lnTo>
                  <a:pt x="218687" y="601973"/>
                </a:lnTo>
                <a:lnTo>
                  <a:pt x="177863" y="586413"/>
                </a:lnTo>
                <a:lnTo>
                  <a:pt x="140061" y="565453"/>
                </a:lnTo>
                <a:lnTo>
                  <a:pt x="105756" y="539569"/>
                </a:lnTo>
                <a:lnTo>
                  <a:pt x="75423" y="509236"/>
                </a:lnTo>
                <a:lnTo>
                  <a:pt x="49539" y="474931"/>
                </a:lnTo>
                <a:lnTo>
                  <a:pt x="28579" y="437129"/>
                </a:lnTo>
                <a:lnTo>
                  <a:pt x="13019" y="396305"/>
                </a:lnTo>
                <a:lnTo>
                  <a:pt x="3334" y="352936"/>
                </a:lnTo>
                <a:lnTo>
                  <a:pt x="0" y="307496"/>
                </a:lnTo>
                <a:lnTo>
                  <a:pt x="3334" y="262056"/>
                </a:lnTo>
                <a:lnTo>
                  <a:pt x="13019" y="218687"/>
                </a:lnTo>
                <a:lnTo>
                  <a:pt x="28579" y="177863"/>
                </a:lnTo>
                <a:lnTo>
                  <a:pt x="49539" y="140061"/>
                </a:lnTo>
                <a:lnTo>
                  <a:pt x="75423" y="105756"/>
                </a:lnTo>
                <a:lnTo>
                  <a:pt x="105756" y="75423"/>
                </a:lnTo>
                <a:lnTo>
                  <a:pt x="140061" y="49539"/>
                </a:lnTo>
                <a:lnTo>
                  <a:pt x="177863" y="28579"/>
                </a:lnTo>
                <a:lnTo>
                  <a:pt x="218687" y="13019"/>
                </a:lnTo>
                <a:lnTo>
                  <a:pt x="262056" y="3334"/>
                </a:lnTo>
                <a:lnTo>
                  <a:pt x="307496" y="0"/>
                </a:lnTo>
                <a:lnTo>
                  <a:pt x="352935" y="3334"/>
                </a:lnTo>
                <a:lnTo>
                  <a:pt x="396305" y="13019"/>
                </a:lnTo>
                <a:lnTo>
                  <a:pt x="437128" y="28579"/>
                </a:lnTo>
                <a:lnTo>
                  <a:pt x="474931" y="49539"/>
                </a:lnTo>
                <a:lnTo>
                  <a:pt x="509236" y="75423"/>
                </a:lnTo>
                <a:lnTo>
                  <a:pt x="539568" y="105756"/>
                </a:lnTo>
                <a:lnTo>
                  <a:pt x="565452" y="140061"/>
                </a:lnTo>
                <a:lnTo>
                  <a:pt x="586412" y="177863"/>
                </a:lnTo>
                <a:lnTo>
                  <a:pt x="601973" y="218687"/>
                </a:lnTo>
                <a:lnTo>
                  <a:pt x="611658" y="262056"/>
                </a:lnTo>
                <a:lnTo>
                  <a:pt x="614992" y="307496"/>
                </a:lnTo>
                <a:lnTo>
                  <a:pt x="611658" y="352936"/>
                </a:lnTo>
                <a:lnTo>
                  <a:pt x="601973" y="396305"/>
                </a:lnTo>
                <a:lnTo>
                  <a:pt x="586412" y="437129"/>
                </a:lnTo>
                <a:lnTo>
                  <a:pt x="565452" y="474931"/>
                </a:lnTo>
                <a:lnTo>
                  <a:pt x="539568" y="509236"/>
                </a:lnTo>
                <a:lnTo>
                  <a:pt x="509236" y="539569"/>
                </a:lnTo>
                <a:lnTo>
                  <a:pt x="474931" y="565453"/>
                </a:lnTo>
                <a:lnTo>
                  <a:pt x="437128" y="586413"/>
                </a:lnTo>
                <a:lnTo>
                  <a:pt x="396305" y="601973"/>
                </a:lnTo>
                <a:lnTo>
                  <a:pt x="352935" y="611658"/>
                </a:lnTo>
                <a:lnTo>
                  <a:pt x="307496" y="614992"/>
                </a:lnTo>
                <a:close/>
              </a:path>
            </a:pathLst>
          </a:custGeom>
          <a:solidFill>
            <a:srgbClr val="4E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962256" y="7203208"/>
            <a:ext cx="575310" cy="575310"/>
          </a:xfrm>
          <a:custGeom>
            <a:avLst/>
            <a:gdLst/>
            <a:ahLst/>
            <a:cxnLst/>
            <a:rect l="l" t="t" r="r" b="b"/>
            <a:pathLst>
              <a:path w="575309" h="575309">
                <a:moveTo>
                  <a:pt x="287568" y="575139"/>
                </a:moveTo>
                <a:lnTo>
                  <a:pt x="240923" y="571375"/>
                </a:lnTo>
                <a:lnTo>
                  <a:pt x="196675" y="560478"/>
                </a:lnTo>
                <a:lnTo>
                  <a:pt x="155414" y="543041"/>
                </a:lnTo>
                <a:lnTo>
                  <a:pt x="117734" y="519654"/>
                </a:lnTo>
                <a:lnTo>
                  <a:pt x="84227" y="490911"/>
                </a:lnTo>
                <a:lnTo>
                  <a:pt x="55484" y="457404"/>
                </a:lnTo>
                <a:lnTo>
                  <a:pt x="32098" y="419724"/>
                </a:lnTo>
                <a:lnTo>
                  <a:pt x="14660" y="378463"/>
                </a:lnTo>
                <a:lnTo>
                  <a:pt x="3763" y="334214"/>
                </a:lnTo>
                <a:lnTo>
                  <a:pt x="0" y="287569"/>
                </a:lnTo>
                <a:lnTo>
                  <a:pt x="3763" y="240924"/>
                </a:lnTo>
                <a:lnTo>
                  <a:pt x="14660" y="196675"/>
                </a:lnTo>
                <a:lnTo>
                  <a:pt x="32098" y="155414"/>
                </a:lnTo>
                <a:lnTo>
                  <a:pt x="55484" y="117734"/>
                </a:lnTo>
                <a:lnTo>
                  <a:pt x="84227" y="84227"/>
                </a:lnTo>
                <a:lnTo>
                  <a:pt x="117734" y="55484"/>
                </a:lnTo>
                <a:lnTo>
                  <a:pt x="155414" y="32097"/>
                </a:lnTo>
                <a:lnTo>
                  <a:pt x="196675" y="14660"/>
                </a:lnTo>
                <a:lnTo>
                  <a:pt x="240923" y="3763"/>
                </a:lnTo>
                <a:lnTo>
                  <a:pt x="287568" y="0"/>
                </a:lnTo>
                <a:lnTo>
                  <a:pt x="334214" y="3763"/>
                </a:lnTo>
                <a:lnTo>
                  <a:pt x="378463" y="14660"/>
                </a:lnTo>
                <a:lnTo>
                  <a:pt x="419723" y="32097"/>
                </a:lnTo>
                <a:lnTo>
                  <a:pt x="457403" y="55484"/>
                </a:lnTo>
                <a:lnTo>
                  <a:pt x="490911" y="84227"/>
                </a:lnTo>
                <a:lnTo>
                  <a:pt x="519654" y="117734"/>
                </a:lnTo>
                <a:lnTo>
                  <a:pt x="543040" y="155414"/>
                </a:lnTo>
                <a:lnTo>
                  <a:pt x="560478" y="196675"/>
                </a:lnTo>
                <a:lnTo>
                  <a:pt x="571375" y="240924"/>
                </a:lnTo>
                <a:lnTo>
                  <a:pt x="575139" y="287569"/>
                </a:lnTo>
                <a:lnTo>
                  <a:pt x="571375" y="334214"/>
                </a:lnTo>
                <a:lnTo>
                  <a:pt x="560478" y="378463"/>
                </a:lnTo>
                <a:lnTo>
                  <a:pt x="543040" y="419724"/>
                </a:lnTo>
                <a:lnTo>
                  <a:pt x="519654" y="457404"/>
                </a:lnTo>
                <a:lnTo>
                  <a:pt x="490911" y="490911"/>
                </a:lnTo>
                <a:lnTo>
                  <a:pt x="457403" y="519654"/>
                </a:lnTo>
                <a:lnTo>
                  <a:pt x="419723" y="543041"/>
                </a:lnTo>
                <a:lnTo>
                  <a:pt x="378463" y="560478"/>
                </a:lnTo>
                <a:lnTo>
                  <a:pt x="334214" y="571375"/>
                </a:lnTo>
                <a:lnTo>
                  <a:pt x="287568" y="575139"/>
                </a:lnTo>
                <a:close/>
              </a:path>
            </a:pathLst>
          </a:custGeom>
          <a:solidFill>
            <a:srgbClr val="FF4D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326006" y="2484507"/>
            <a:ext cx="386080" cy="386080"/>
          </a:xfrm>
          <a:custGeom>
            <a:avLst/>
            <a:gdLst/>
            <a:ahLst/>
            <a:cxnLst/>
            <a:rect l="l" t="t" r="r" b="b"/>
            <a:pathLst>
              <a:path w="386079" h="386080">
                <a:moveTo>
                  <a:pt x="192830" y="385660"/>
                </a:moveTo>
                <a:lnTo>
                  <a:pt x="148616" y="380568"/>
                </a:lnTo>
                <a:lnTo>
                  <a:pt x="108028" y="366061"/>
                </a:lnTo>
                <a:lnTo>
                  <a:pt x="72224" y="343298"/>
                </a:lnTo>
                <a:lnTo>
                  <a:pt x="42362" y="313436"/>
                </a:lnTo>
                <a:lnTo>
                  <a:pt x="19599" y="277632"/>
                </a:lnTo>
                <a:lnTo>
                  <a:pt x="5092" y="237044"/>
                </a:lnTo>
                <a:lnTo>
                  <a:pt x="0" y="192830"/>
                </a:lnTo>
                <a:lnTo>
                  <a:pt x="5092" y="148616"/>
                </a:lnTo>
                <a:lnTo>
                  <a:pt x="19599" y="108028"/>
                </a:lnTo>
                <a:lnTo>
                  <a:pt x="42362" y="72224"/>
                </a:lnTo>
                <a:lnTo>
                  <a:pt x="72224" y="42362"/>
                </a:lnTo>
                <a:lnTo>
                  <a:pt x="108028" y="19599"/>
                </a:lnTo>
                <a:lnTo>
                  <a:pt x="148616" y="5092"/>
                </a:lnTo>
                <a:lnTo>
                  <a:pt x="192830" y="0"/>
                </a:lnTo>
                <a:lnTo>
                  <a:pt x="237044" y="5092"/>
                </a:lnTo>
                <a:lnTo>
                  <a:pt x="277632" y="19599"/>
                </a:lnTo>
                <a:lnTo>
                  <a:pt x="313435" y="42362"/>
                </a:lnTo>
                <a:lnTo>
                  <a:pt x="343298" y="72224"/>
                </a:lnTo>
                <a:lnTo>
                  <a:pt x="366061" y="108028"/>
                </a:lnTo>
                <a:lnTo>
                  <a:pt x="380567" y="148616"/>
                </a:lnTo>
                <a:lnTo>
                  <a:pt x="385660" y="192830"/>
                </a:lnTo>
                <a:lnTo>
                  <a:pt x="380567" y="237044"/>
                </a:lnTo>
                <a:lnTo>
                  <a:pt x="366061" y="277632"/>
                </a:lnTo>
                <a:lnTo>
                  <a:pt x="343298" y="313436"/>
                </a:lnTo>
                <a:lnTo>
                  <a:pt x="313435" y="343298"/>
                </a:lnTo>
                <a:lnTo>
                  <a:pt x="277632" y="366061"/>
                </a:lnTo>
                <a:lnTo>
                  <a:pt x="237044" y="380568"/>
                </a:lnTo>
                <a:lnTo>
                  <a:pt x="192830" y="385660"/>
                </a:lnTo>
                <a:close/>
              </a:path>
            </a:pathLst>
          </a:custGeom>
          <a:solidFill>
            <a:srgbClr val="FFA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542223" y="3691254"/>
            <a:ext cx="2988310" cy="2178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040"/>
              </a:lnSpc>
              <a:spcBef>
                <a:spcPts val="100"/>
              </a:spcBef>
            </a:pPr>
            <a:r>
              <a:rPr sz="6000" spc="505" dirty="0">
                <a:solidFill>
                  <a:srgbClr val="4E6AFF"/>
                </a:solidFill>
                <a:latin typeface="Arial MT"/>
                <a:cs typeface="Arial MT"/>
              </a:rPr>
              <a:t>TEMAS</a:t>
            </a:r>
            <a:endParaRPr sz="6000">
              <a:latin typeface="Arial MT"/>
              <a:cs typeface="Arial MT"/>
            </a:endParaRPr>
          </a:p>
          <a:p>
            <a:pPr marL="12700" marR="1104900">
              <a:lnSpc>
                <a:spcPct val="67700"/>
              </a:lnSpc>
              <a:spcBef>
                <a:spcPts val="1160"/>
              </a:spcBef>
            </a:pPr>
            <a:r>
              <a:rPr sz="6000" spc="285" dirty="0">
                <a:solidFill>
                  <a:srgbClr val="4E6AFF"/>
                </a:solidFill>
                <a:latin typeface="Arial MT"/>
                <a:cs typeface="Arial MT"/>
              </a:rPr>
              <a:t>DE </a:t>
            </a:r>
            <a:r>
              <a:rPr sz="6000" spc="509" dirty="0">
                <a:solidFill>
                  <a:srgbClr val="4E6AFF"/>
                </a:solidFill>
                <a:latin typeface="Arial MT"/>
                <a:cs typeface="Arial MT"/>
              </a:rPr>
              <a:t>HOY</a:t>
            </a:r>
            <a:endParaRPr sz="6000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98794" y="3869055"/>
            <a:ext cx="104775" cy="10477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98794" y="4288155"/>
            <a:ext cx="104775" cy="10477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98794" y="4707255"/>
            <a:ext cx="104775" cy="10477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98794" y="5126355"/>
            <a:ext cx="104775" cy="104774"/>
          </a:xfrm>
          <a:prstGeom prst="rect">
            <a:avLst/>
          </a:prstGeom>
        </p:spPr>
      </p:pic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xfrm>
            <a:off x="12366039" y="3660121"/>
            <a:ext cx="2969895" cy="170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2400" i="1" spc="135" dirty="0">
                <a:solidFill>
                  <a:srgbClr val="000000"/>
                </a:solidFill>
                <a:latin typeface="Trebuchet MS"/>
                <a:cs typeface="Trebuchet MS"/>
              </a:rPr>
              <a:t>Introducción</a:t>
            </a:r>
            <a:r>
              <a:rPr sz="2400" i="1" spc="8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i="1" spc="50" dirty="0">
                <a:solidFill>
                  <a:srgbClr val="000000"/>
                </a:solidFill>
                <a:latin typeface="Trebuchet MS"/>
                <a:cs typeface="Trebuchet MS"/>
              </a:rPr>
              <a:t>Agile </a:t>
            </a:r>
            <a:r>
              <a:rPr sz="2400" i="1" spc="110" dirty="0">
                <a:solidFill>
                  <a:srgbClr val="000000"/>
                </a:solidFill>
                <a:latin typeface="Trebuchet MS"/>
                <a:cs typeface="Trebuchet MS"/>
              </a:rPr>
              <a:t>Actividad </a:t>
            </a:r>
            <a:r>
              <a:rPr sz="2400" i="1" spc="155" dirty="0">
                <a:solidFill>
                  <a:srgbClr val="000000"/>
                </a:solidFill>
                <a:latin typeface="Trebuchet MS"/>
                <a:cs typeface="Trebuchet MS"/>
              </a:rPr>
              <a:t>Propuesta</a:t>
            </a:r>
            <a:r>
              <a:rPr sz="2400" i="1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i="1" spc="245" dirty="0">
                <a:solidFill>
                  <a:srgbClr val="000000"/>
                </a:solidFill>
                <a:latin typeface="Trebuchet MS"/>
                <a:cs typeface="Trebuchet MS"/>
              </a:rPr>
              <a:t>de</a:t>
            </a:r>
            <a:r>
              <a:rPr sz="2400" i="1" spc="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i="1" spc="70" dirty="0">
                <a:solidFill>
                  <a:srgbClr val="000000"/>
                </a:solidFill>
                <a:latin typeface="Trebuchet MS"/>
                <a:cs typeface="Trebuchet MS"/>
              </a:rPr>
              <a:t>Valor </a:t>
            </a:r>
            <a:r>
              <a:rPr sz="2400" i="1" spc="165" dirty="0">
                <a:solidFill>
                  <a:srgbClr val="000000"/>
                </a:solidFill>
                <a:latin typeface="Trebuchet MS"/>
                <a:cs typeface="Trebuchet MS"/>
              </a:rPr>
              <a:t>Maslow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98794" y="5545455"/>
            <a:ext cx="104775" cy="10477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98794" y="6383654"/>
            <a:ext cx="104775" cy="104774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2366039" y="5336521"/>
            <a:ext cx="4151629" cy="128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2400" i="1" spc="295" dirty="0">
                <a:latin typeface="Trebuchet MS"/>
                <a:cs typeface="Trebuchet MS"/>
              </a:rPr>
              <a:t>Canvas</a:t>
            </a:r>
            <a:r>
              <a:rPr sz="2400" i="1" spc="55" dirty="0">
                <a:latin typeface="Trebuchet MS"/>
                <a:cs typeface="Trebuchet MS"/>
              </a:rPr>
              <a:t>  </a:t>
            </a:r>
            <a:r>
              <a:rPr sz="2400" i="1" spc="245" dirty="0">
                <a:latin typeface="Trebuchet MS"/>
                <a:cs typeface="Trebuchet MS"/>
              </a:rPr>
              <a:t>de</a:t>
            </a:r>
            <a:r>
              <a:rPr sz="2400" i="1" spc="60" dirty="0">
                <a:latin typeface="Trebuchet MS"/>
                <a:cs typeface="Trebuchet MS"/>
              </a:rPr>
              <a:t>  </a:t>
            </a:r>
            <a:r>
              <a:rPr sz="2400" i="1" spc="155" dirty="0">
                <a:latin typeface="Trebuchet MS"/>
                <a:cs typeface="Trebuchet MS"/>
              </a:rPr>
              <a:t>Propuesta</a:t>
            </a:r>
            <a:r>
              <a:rPr sz="2400" i="1" spc="55" dirty="0">
                <a:latin typeface="Trebuchet MS"/>
                <a:cs typeface="Trebuchet MS"/>
              </a:rPr>
              <a:t>  </a:t>
            </a:r>
            <a:r>
              <a:rPr sz="2400" i="1" spc="220" dirty="0">
                <a:latin typeface="Trebuchet MS"/>
                <a:cs typeface="Trebuchet MS"/>
              </a:rPr>
              <a:t>de </a:t>
            </a:r>
            <a:r>
              <a:rPr sz="2400" i="1" spc="80" dirty="0">
                <a:latin typeface="Trebuchet MS"/>
                <a:cs typeface="Trebuchet MS"/>
              </a:rPr>
              <a:t>Valor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400" i="1" spc="55" dirty="0">
                <a:latin typeface="Trebuchet MS"/>
                <a:cs typeface="Trebuchet MS"/>
              </a:rPr>
              <a:t>Análisi</a:t>
            </a:r>
            <a:r>
              <a:rPr sz="2400" i="1" spc="30" dirty="0">
                <a:latin typeface="Trebuchet MS"/>
                <a:cs typeface="Trebuchet MS"/>
              </a:rPr>
              <a:t> </a:t>
            </a:r>
            <a:r>
              <a:rPr sz="2400" i="1" spc="245" dirty="0">
                <a:latin typeface="Trebuchet MS"/>
                <a:cs typeface="Trebuchet MS"/>
              </a:rPr>
              <a:t>de</a:t>
            </a:r>
            <a:r>
              <a:rPr sz="2400" i="1" spc="30" dirty="0">
                <a:latin typeface="Trebuchet MS"/>
                <a:cs typeface="Trebuchet MS"/>
              </a:rPr>
              <a:t> </a:t>
            </a:r>
            <a:r>
              <a:rPr sz="2400" i="1" spc="175" dirty="0">
                <a:latin typeface="Trebuchet MS"/>
                <a:cs typeface="Trebuchet MS"/>
              </a:rPr>
              <a:t>competidores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8288000" cy="778510"/>
            </a:xfrm>
            <a:custGeom>
              <a:avLst/>
              <a:gdLst/>
              <a:ahLst/>
              <a:cxnLst/>
              <a:rect l="l" t="t" r="r" b="b"/>
              <a:pathLst>
                <a:path w="18288000" h="778510">
                  <a:moveTo>
                    <a:pt x="18288000" y="777885"/>
                  </a:moveTo>
                  <a:lnTo>
                    <a:pt x="0" y="777885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777885"/>
                  </a:lnTo>
                  <a:close/>
                </a:path>
              </a:pathLst>
            </a:custGeom>
            <a:solidFill>
              <a:srgbClr val="4E6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053220" y="247166"/>
              <a:ext cx="1206500" cy="297180"/>
            </a:xfrm>
            <a:custGeom>
              <a:avLst/>
              <a:gdLst/>
              <a:ahLst/>
              <a:cxnLst/>
              <a:rect l="l" t="t" r="r" b="b"/>
              <a:pathLst>
                <a:path w="1206500" h="297180">
                  <a:moveTo>
                    <a:pt x="297053" y="148526"/>
                  </a:moveTo>
                  <a:lnTo>
                    <a:pt x="289471" y="101574"/>
                  </a:lnTo>
                  <a:lnTo>
                    <a:pt x="268389" y="60807"/>
                  </a:lnTo>
                  <a:lnTo>
                    <a:pt x="236245" y="28651"/>
                  </a:lnTo>
                  <a:lnTo>
                    <a:pt x="195465" y="7569"/>
                  </a:lnTo>
                  <a:lnTo>
                    <a:pt x="148526" y="0"/>
                  </a:lnTo>
                  <a:lnTo>
                    <a:pt x="101587" y="7569"/>
                  </a:lnTo>
                  <a:lnTo>
                    <a:pt x="60807" y="28651"/>
                  </a:lnTo>
                  <a:lnTo>
                    <a:pt x="28663" y="60807"/>
                  </a:lnTo>
                  <a:lnTo>
                    <a:pt x="7569" y="101574"/>
                  </a:lnTo>
                  <a:lnTo>
                    <a:pt x="0" y="148526"/>
                  </a:lnTo>
                  <a:lnTo>
                    <a:pt x="7569" y="195465"/>
                  </a:lnTo>
                  <a:lnTo>
                    <a:pt x="28663" y="236232"/>
                  </a:lnTo>
                  <a:lnTo>
                    <a:pt x="60807" y="268389"/>
                  </a:lnTo>
                  <a:lnTo>
                    <a:pt x="101587" y="289471"/>
                  </a:lnTo>
                  <a:lnTo>
                    <a:pt x="148526" y="297040"/>
                  </a:lnTo>
                  <a:lnTo>
                    <a:pt x="195465" y="289471"/>
                  </a:lnTo>
                  <a:lnTo>
                    <a:pt x="236245" y="268389"/>
                  </a:lnTo>
                  <a:lnTo>
                    <a:pt x="268389" y="236232"/>
                  </a:lnTo>
                  <a:lnTo>
                    <a:pt x="289471" y="195465"/>
                  </a:lnTo>
                  <a:lnTo>
                    <a:pt x="297053" y="148526"/>
                  </a:lnTo>
                  <a:close/>
                </a:path>
                <a:path w="1206500" h="297180">
                  <a:moveTo>
                    <a:pt x="751560" y="148526"/>
                  </a:moveTo>
                  <a:lnTo>
                    <a:pt x="743991" y="101574"/>
                  </a:lnTo>
                  <a:lnTo>
                    <a:pt x="722909" y="60807"/>
                  </a:lnTo>
                  <a:lnTo>
                    <a:pt x="690753" y="28651"/>
                  </a:lnTo>
                  <a:lnTo>
                    <a:pt x="649986" y="7569"/>
                  </a:lnTo>
                  <a:lnTo>
                    <a:pt x="603034" y="0"/>
                  </a:lnTo>
                  <a:lnTo>
                    <a:pt x="556094" y="7569"/>
                  </a:lnTo>
                  <a:lnTo>
                    <a:pt x="515327" y="28651"/>
                  </a:lnTo>
                  <a:lnTo>
                    <a:pt x="483171" y="60807"/>
                  </a:lnTo>
                  <a:lnTo>
                    <a:pt x="462089" y="101574"/>
                  </a:lnTo>
                  <a:lnTo>
                    <a:pt x="454520" y="148526"/>
                  </a:lnTo>
                  <a:lnTo>
                    <a:pt x="462089" y="195465"/>
                  </a:lnTo>
                  <a:lnTo>
                    <a:pt x="483171" y="236232"/>
                  </a:lnTo>
                  <a:lnTo>
                    <a:pt x="515327" y="268389"/>
                  </a:lnTo>
                  <a:lnTo>
                    <a:pt x="556094" y="289471"/>
                  </a:lnTo>
                  <a:lnTo>
                    <a:pt x="603034" y="297040"/>
                  </a:lnTo>
                  <a:lnTo>
                    <a:pt x="649986" y="289471"/>
                  </a:lnTo>
                  <a:lnTo>
                    <a:pt x="690753" y="268389"/>
                  </a:lnTo>
                  <a:lnTo>
                    <a:pt x="722909" y="236232"/>
                  </a:lnTo>
                  <a:lnTo>
                    <a:pt x="743991" y="195465"/>
                  </a:lnTo>
                  <a:lnTo>
                    <a:pt x="751560" y="148526"/>
                  </a:lnTo>
                  <a:close/>
                </a:path>
                <a:path w="1206500" h="297180">
                  <a:moveTo>
                    <a:pt x="1206068" y="148526"/>
                  </a:moveTo>
                  <a:lnTo>
                    <a:pt x="1198499" y="101574"/>
                  </a:lnTo>
                  <a:lnTo>
                    <a:pt x="1177417" y="60807"/>
                  </a:lnTo>
                  <a:lnTo>
                    <a:pt x="1145273" y="28651"/>
                  </a:lnTo>
                  <a:lnTo>
                    <a:pt x="1104493" y="7569"/>
                  </a:lnTo>
                  <a:lnTo>
                    <a:pt x="1057554" y="0"/>
                  </a:lnTo>
                  <a:lnTo>
                    <a:pt x="1010602" y="7569"/>
                  </a:lnTo>
                  <a:lnTo>
                    <a:pt x="969835" y="28651"/>
                  </a:lnTo>
                  <a:lnTo>
                    <a:pt x="937691" y="60807"/>
                  </a:lnTo>
                  <a:lnTo>
                    <a:pt x="916597" y="101574"/>
                  </a:lnTo>
                  <a:lnTo>
                    <a:pt x="909027" y="148526"/>
                  </a:lnTo>
                  <a:lnTo>
                    <a:pt x="916597" y="195465"/>
                  </a:lnTo>
                  <a:lnTo>
                    <a:pt x="937691" y="236232"/>
                  </a:lnTo>
                  <a:lnTo>
                    <a:pt x="969835" y="268389"/>
                  </a:lnTo>
                  <a:lnTo>
                    <a:pt x="1010602" y="289471"/>
                  </a:lnTo>
                  <a:lnTo>
                    <a:pt x="1057554" y="297040"/>
                  </a:lnTo>
                  <a:lnTo>
                    <a:pt x="1104493" y="289471"/>
                  </a:lnTo>
                  <a:lnTo>
                    <a:pt x="1145273" y="268389"/>
                  </a:lnTo>
                  <a:lnTo>
                    <a:pt x="1177417" y="236232"/>
                  </a:lnTo>
                  <a:lnTo>
                    <a:pt x="1198499" y="195465"/>
                  </a:lnTo>
                  <a:lnTo>
                    <a:pt x="1206068" y="1485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993289" y="8038634"/>
            <a:ext cx="489394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455" dirty="0">
                <a:solidFill>
                  <a:srgbClr val="4E6AFF"/>
                </a:solidFill>
                <a:latin typeface="Arial MT"/>
                <a:cs typeface="Arial MT"/>
              </a:rPr>
              <a:t>REFLEXIÓN</a:t>
            </a:r>
            <a:endParaRPr sz="60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5972204" y="3209310"/>
            <a:ext cx="2037080" cy="2560320"/>
            <a:chOff x="15972204" y="3209310"/>
            <a:chExt cx="2037080" cy="2560320"/>
          </a:xfrm>
        </p:grpSpPr>
        <p:sp>
          <p:nvSpPr>
            <p:cNvPr id="8" name="object 8"/>
            <p:cNvSpPr/>
            <p:nvPr/>
          </p:nvSpPr>
          <p:spPr>
            <a:xfrm>
              <a:off x="16516065" y="4735287"/>
              <a:ext cx="1034415" cy="1034415"/>
            </a:xfrm>
            <a:custGeom>
              <a:avLst/>
              <a:gdLst/>
              <a:ahLst/>
              <a:cxnLst/>
              <a:rect l="l" t="t" r="r" b="b"/>
              <a:pathLst>
                <a:path w="1034415" h="1034414">
                  <a:moveTo>
                    <a:pt x="516927" y="1033856"/>
                  </a:moveTo>
                  <a:lnTo>
                    <a:pt x="469876" y="1031744"/>
                  </a:lnTo>
                  <a:lnTo>
                    <a:pt x="424009" y="1025528"/>
                  </a:lnTo>
                  <a:lnTo>
                    <a:pt x="379507" y="1015391"/>
                  </a:lnTo>
                  <a:lnTo>
                    <a:pt x="336555" y="1001516"/>
                  </a:lnTo>
                  <a:lnTo>
                    <a:pt x="295333" y="984085"/>
                  </a:lnTo>
                  <a:lnTo>
                    <a:pt x="256024" y="963280"/>
                  </a:lnTo>
                  <a:lnTo>
                    <a:pt x="218811" y="939285"/>
                  </a:lnTo>
                  <a:lnTo>
                    <a:pt x="183877" y="912281"/>
                  </a:lnTo>
                  <a:lnTo>
                    <a:pt x="151404" y="882451"/>
                  </a:lnTo>
                  <a:lnTo>
                    <a:pt x="121575" y="849978"/>
                  </a:lnTo>
                  <a:lnTo>
                    <a:pt x="94571" y="815044"/>
                  </a:lnTo>
                  <a:lnTo>
                    <a:pt x="70575" y="777832"/>
                  </a:lnTo>
                  <a:lnTo>
                    <a:pt x="49771" y="738523"/>
                  </a:lnTo>
                  <a:lnTo>
                    <a:pt x="32340" y="697301"/>
                  </a:lnTo>
                  <a:lnTo>
                    <a:pt x="18465" y="654348"/>
                  </a:lnTo>
                  <a:lnTo>
                    <a:pt x="8328" y="609846"/>
                  </a:lnTo>
                  <a:lnTo>
                    <a:pt x="2112" y="563979"/>
                  </a:lnTo>
                  <a:lnTo>
                    <a:pt x="0" y="516928"/>
                  </a:lnTo>
                  <a:lnTo>
                    <a:pt x="2112" y="469877"/>
                  </a:lnTo>
                  <a:lnTo>
                    <a:pt x="8328" y="424009"/>
                  </a:lnTo>
                  <a:lnTo>
                    <a:pt x="18465" y="379508"/>
                  </a:lnTo>
                  <a:lnTo>
                    <a:pt x="32340" y="336555"/>
                  </a:lnTo>
                  <a:lnTo>
                    <a:pt x="49771" y="295333"/>
                  </a:lnTo>
                  <a:lnTo>
                    <a:pt x="70575" y="256024"/>
                  </a:lnTo>
                  <a:lnTo>
                    <a:pt x="94571" y="218812"/>
                  </a:lnTo>
                  <a:lnTo>
                    <a:pt x="121575" y="183877"/>
                  </a:lnTo>
                  <a:lnTo>
                    <a:pt x="151404" y="151404"/>
                  </a:lnTo>
                  <a:lnTo>
                    <a:pt x="183877" y="121575"/>
                  </a:lnTo>
                  <a:lnTo>
                    <a:pt x="218811" y="94571"/>
                  </a:lnTo>
                  <a:lnTo>
                    <a:pt x="256024" y="70575"/>
                  </a:lnTo>
                  <a:lnTo>
                    <a:pt x="295333" y="49771"/>
                  </a:lnTo>
                  <a:lnTo>
                    <a:pt x="336555" y="32340"/>
                  </a:lnTo>
                  <a:lnTo>
                    <a:pt x="379507" y="18465"/>
                  </a:lnTo>
                  <a:lnTo>
                    <a:pt x="424009" y="8328"/>
                  </a:lnTo>
                  <a:lnTo>
                    <a:pt x="469876" y="2112"/>
                  </a:lnTo>
                  <a:lnTo>
                    <a:pt x="516927" y="0"/>
                  </a:lnTo>
                  <a:lnTo>
                    <a:pt x="563978" y="2112"/>
                  </a:lnTo>
                  <a:lnTo>
                    <a:pt x="609846" y="8328"/>
                  </a:lnTo>
                  <a:lnTo>
                    <a:pt x="654348" y="18465"/>
                  </a:lnTo>
                  <a:lnTo>
                    <a:pt x="697301" y="32340"/>
                  </a:lnTo>
                  <a:lnTo>
                    <a:pt x="738523" y="49771"/>
                  </a:lnTo>
                  <a:lnTo>
                    <a:pt x="777832" y="70575"/>
                  </a:lnTo>
                  <a:lnTo>
                    <a:pt x="815044" y="94571"/>
                  </a:lnTo>
                  <a:lnTo>
                    <a:pt x="849978" y="121575"/>
                  </a:lnTo>
                  <a:lnTo>
                    <a:pt x="882452" y="151404"/>
                  </a:lnTo>
                  <a:lnTo>
                    <a:pt x="912281" y="183877"/>
                  </a:lnTo>
                  <a:lnTo>
                    <a:pt x="939285" y="218812"/>
                  </a:lnTo>
                  <a:lnTo>
                    <a:pt x="963281" y="256024"/>
                  </a:lnTo>
                  <a:lnTo>
                    <a:pt x="984085" y="295333"/>
                  </a:lnTo>
                  <a:lnTo>
                    <a:pt x="1001516" y="336555"/>
                  </a:lnTo>
                  <a:lnTo>
                    <a:pt x="1015391" y="379508"/>
                  </a:lnTo>
                  <a:lnTo>
                    <a:pt x="1025528" y="424009"/>
                  </a:lnTo>
                  <a:lnTo>
                    <a:pt x="1031744" y="469877"/>
                  </a:lnTo>
                  <a:lnTo>
                    <a:pt x="1033856" y="516928"/>
                  </a:lnTo>
                  <a:lnTo>
                    <a:pt x="1031744" y="563979"/>
                  </a:lnTo>
                  <a:lnTo>
                    <a:pt x="1025528" y="609846"/>
                  </a:lnTo>
                  <a:lnTo>
                    <a:pt x="1015391" y="654348"/>
                  </a:lnTo>
                  <a:lnTo>
                    <a:pt x="1001516" y="697301"/>
                  </a:lnTo>
                  <a:lnTo>
                    <a:pt x="984085" y="738523"/>
                  </a:lnTo>
                  <a:lnTo>
                    <a:pt x="963281" y="777832"/>
                  </a:lnTo>
                  <a:lnTo>
                    <a:pt x="939285" y="815044"/>
                  </a:lnTo>
                  <a:lnTo>
                    <a:pt x="912281" y="849978"/>
                  </a:lnTo>
                  <a:lnTo>
                    <a:pt x="882452" y="882451"/>
                  </a:lnTo>
                  <a:lnTo>
                    <a:pt x="849978" y="912281"/>
                  </a:lnTo>
                  <a:lnTo>
                    <a:pt x="815044" y="939285"/>
                  </a:lnTo>
                  <a:lnTo>
                    <a:pt x="777832" y="963280"/>
                  </a:lnTo>
                  <a:lnTo>
                    <a:pt x="738523" y="984085"/>
                  </a:lnTo>
                  <a:lnTo>
                    <a:pt x="697301" y="1001516"/>
                  </a:lnTo>
                  <a:lnTo>
                    <a:pt x="654348" y="1015391"/>
                  </a:lnTo>
                  <a:lnTo>
                    <a:pt x="609846" y="1025528"/>
                  </a:lnTo>
                  <a:lnTo>
                    <a:pt x="563978" y="1031744"/>
                  </a:lnTo>
                  <a:lnTo>
                    <a:pt x="516927" y="1033856"/>
                  </a:lnTo>
                  <a:close/>
                </a:path>
              </a:pathLst>
            </a:custGeom>
            <a:solidFill>
              <a:srgbClr val="00C8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549920" y="3209310"/>
              <a:ext cx="459105" cy="459105"/>
            </a:xfrm>
            <a:custGeom>
              <a:avLst/>
              <a:gdLst/>
              <a:ahLst/>
              <a:cxnLst/>
              <a:rect l="l" t="t" r="r" b="b"/>
              <a:pathLst>
                <a:path w="459105" h="459104">
                  <a:moveTo>
                    <a:pt x="229549" y="459099"/>
                  </a:moveTo>
                  <a:lnTo>
                    <a:pt x="183287" y="454435"/>
                  </a:lnTo>
                  <a:lnTo>
                    <a:pt x="140198" y="441060"/>
                  </a:lnTo>
                  <a:lnTo>
                    <a:pt x="101206" y="419895"/>
                  </a:lnTo>
                  <a:lnTo>
                    <a:pt x="67233" y="391865"/>
                  </a:lnTo>
                  <a:lnTo>
                    <a:pt x="39203" y="357893"/>
                  </a:lnTo>
                  <a:lnTo>
                    <a:pt x="18039" y="318900"/>
                  </a:lnTo>
                  <a:lnTo>
                    <a:pt x="4663" y="275812"/>
                  </a:lnTo>
                  <a:lnTo>
                    <a:pt x="0" y="229549"/>
                  </a:lnTo>
                  <a:lnTo>
                    <a:pt x="4663" y="183287"/>
                  </a:lnTo>
                  <a:lnTo>
                    <a:pt x="18039" y="140198"/>
                  </a:lnTo>
                  <a:lnTo>
                    <a:pt x="39203" y="101206"/>
                  </a:lnTo>
                  <a:lnTo>
                    <a:pt x="67233" y="67233"/>
                  </a:lnTo>
                  <a:lnTo>
                    <a:pt x="101206" y="39203"/>
                  </a:lnTo>
                  <a:lnTo>
                    <a:pt x="140198" y="18039"/>
                  </a:lnTo>
                  <a:lnTo>
                    <a:pt x="183287" y="4663"/>
                  </a:lnTo>
                  <a:lnTo>
                    <a:pt x="229549" y="0"/>
                  </a:lnTo>
                  <a:lnTo>
                    <a:pt x="275812" y="4663"/>
                  </a:lnTo>
                  <a:lnTo>
                    <a:pt x="318901" y="18039"/>
                  </a:lnTo>
                  <a:lnTo>
                    <a:pt x="357893" y="39203"/>
                  </a:lnTo>
                  <a:lnTo>
                    <a:pt x="391866" y="67233"/>
                  </a:lnTo>
                  <a:lnTo>
                    <a:pt x="419895" y="101206"/>
                  </a:lnTo>
                  <a:lnTo>
                    <a:pt x="441060" y="140198"/>
                  </a:lnTo>
                  <a:lnTo>
                    <a:pt x="454435" y="183287"/>
                  </a:lnTo>
                  <a:lnTo>
                    <a:pt x="459099" y="229549"/>
                  </a:lnTo>
                  <a:lnTo>
                    <a:pt x="454435" y="275812"/>
                  </a:lnTo>
                  <a:lnTo>
                    <a:pt x="441060" y="318900"/>
                  </a:lnTo>
                  <a:lnTo>
                    <a:pt x="419895" y="357893"/>
                  </a:lnTo>
                  <a:lnTo>
                    <a:pt x="391866" y="391865"/>
                  </a:lnTo>
                  <a:lnTo>
                    <a:pt x="357893" y="419895"/>
                  </a:lnTo>
                  <a:lnTo>
                    <a:pt x="318901" y="441060"/>
                  </a:lnTo>
                  <a:lnTo>
                    <a:pt x="275812" y="454435"/>
                  </a:lnTo>
                  <a:lnTo>
                    <a:pt x="229549" y="459099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2204" y="3859859"/>
              <a:ext cx="684530" cy="684530"/>
            </a:xfrm>
            <a:custGeom>
              <a:avLst/>
              <a:gdLst/>
              <a:ahLst/>
              <a:cxnLst/>
              <a:rect l="l" t="t" r="r" b="b"/>
              <a:pathLst>
                <a:path w="684530" h="684529">
                  <a:moveTo>
                    <a:pt x="342031" y="684062"/>
                  </a:moveTo>
                  <a:lnTo>
                    <a:pt x="295619" y="680940"/>
                  </a:lnTo>
                  <a:lnTo>
                    <a:pt x="251105" y="671844"/>
                  </a:lnTo>
                  <a:lnTo>
                    <a:pt x="208897" y="657183"/>
                  </a:lnTo>
                  <a:lnTo>
                    <a:pt x="169401" y="637365"/>
                  </a:lnTo>
                  <a:lnTo>
                    <a:pt x="133026" y="612795"/>
                  </a:lnTo>
                  <a:lnTo>
                    <a:pt x="100178" y="583883"/>
                  </a:lnTo>
                  <a:lnTo>
                    <a:pt x="71266" y="551036"/>
                  </a:lnTo>
                  <a:lnTo>
                    <a:pt x="46697" y="514660"/>
                  </a:lnTo>
                  <a:lnTo>
                    <a:pt x="26878" y="475165"/>
                  </a:lnTo>
                  <a:lnTo>
                    <a:pt x="12217" y="432956"/>
                  </a:lnTo>
                  <a:lnTo>
                    <a:pt x="3122" y="388442"/>
                  </a:lnTo>
                  <a:lnTo>
                    <a:pt x="0" y="342031"/>
                  </a:lnTo>
                  <a:lnTo>
                    <a:pt x="3122" y="295619"/>
                  </a:lnTo>
                  <a:lnTo>
                    <a:pt x="12217" y="251105"/>
                  </a:lnTo>
                  <a:lnTo>
                    <a:pt x="26878" y="208897"/>
                  </a:lnTo>
                  <a:lnTo>
                    <a:pt x="46697" y="169401"/>
                  </a:lnTo>
                  <a:lnTo>
                    <a:pt x="71266" y="133026"/>
                  </a:lnTo>
                  <a:lnTo>
                    <a:pt x="100178" y="100178"/>
                  </a:lnTo>
                  <a:lnTo>
                    <a:pt x="133026" y="71266"/>
                  </a:lnTo>
                  <a:lnTo>
                    <a:pt x="169401" y="46697"/>
                  </a:lnTo>
                  <a:lnTo>
                    <a:pt x="208897" y="26878"/>
                  </a:lnTo>
                  <a:lnTo>
                    <a:pt x="251105" y="12217"/>
                  </a:lnTo>
                  <a:lnTo>
                    <a:pt x="295619" y="3122"/>
                  </a:lnTo>
                  <a:lnTo>
                    <a:pt x="342031" y="0"/>
                  </a:lnTo>
                  <a:lnTo>
                    <a:pt x="388442" y="3122"/>
                  </a:lnTo>
                  <a:lnTo>
                    <a:pt x="432956" y="12217"/>
                  </a:lnTo>
                  <a:lnTo>
                    <a:pt x="475164" y="26878"/>
                  </a:lnTo>
                  <a:lnTo>
                    <a:pt x="514660" y="46697"/>
                  </a:lnTo>
                  <a:lnTo>
                    <a:pt x="551035" y="71266"/>
                  </a:lnTo>
                  <a:lnTo>
                    <a:pt x="583883" y="100178"/>
                  </a:lnTo>
                  <a:lnTo>
                    <a:pt x="612795" y="133026"/>
                  </a:lnTo>
                  <a:lnTo>
                    <a:pt x="637364" y="169401"/>
                  </a:lnTo>
                  <a:lnTo>
                    <a:pt x="657183" y="208897"/>
                  </a:lnTo>
                  <a:lnTo>
                    <a:pt x="671844" y="251105"/>
                  </a:lnTo>
                  <a:lnTo>
                    <a:pt x="680939" y="295619"/>
                  </a:lnTo>
                  <a:lnTo>
                    <a:pt x="684061" y="342031"/>
                  </a:lnTo>
                  <a:lnTo>
                    <a:pt x="680939" y="388442"/>
                  </a:lnTo>
                  <a:lnTo>
                    <a:pt x="671844" y="432956"/>
                  </a:lnTo>
                  <a:lnTo>
                    <a:pt x="657183" y="475165"/>
                  </a:lnTo>
                  <a:lnTo>
                    <a:pt x="637364" y="514660"/>
                  </a:lnTo>
                  <a:lnTo>
                    <a:pt x="612795" y="551036"/>
                  </a:lnTo>
                  <a:lnTo>
                    <a:pt x="583883" y="583883"/>
                  </a:lnTo>
                  <a:lnTo>
                    <a:pt x="551035" y="612795"/>
                  </a:lnTo>
                  <a:lnTo>
                    <a:pt x="514660" y="637365"/>
                  </a:lnTo>
                  <a:lnTo>
                    <a:pt x="475164" y="657183"/>
                  </a:lnTo>
                  <a:lnTo>
                    <a:pt x="432956" y="671844"/>
                  </a:lnTo>
                  <a:lnTo>
                    <a:pt x="388442" y="680940"/>
                  </a:lnTo>
                  <a:lnTo>
                    <a:pt x="342031" y="684062"/>
                  </a:lnTo>
                  <a:close/>
                </a:path>
              </a:pathLst>
            </a:custGeom>
            <a:solidFill>
              <a:srgbClr val="FF4D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1784243" y="3176169"/>
            <a:ext cx="5885815" cy="336867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6500" spc="-595" dirty="0">
                <a:solidFill>
                  <a:srgbClr val="FAFDF4"/>
                </a:solidFill>
                <a:latin typeface="Trebuchet MS"/>
                <a:cs typeface="Trebuchet MS"/>
              </a:rPr>
              <a:t>AL</a:t>
            </a:r>
            <a:r>
              <a:rPr sz="6500" spc="-80" dirty="0">
                <a:solidFill>
                  <a:srgbClr val="FAFDF4"/>
                </a:solidFill>
                <a:latin typeface="Trebuchet MS"/>
                <a:cs typeface="Trebuchet MS"/>
              </a:rPr>
              <a:t> </a:t>
            </a:r>
            <a:r>
              <a:rPr sz="6500" spc="-505" dirty="0">
                <a:solidFill>
                  <a:srgbClr val="FAFDF4"/>
                </a:solidFill>
                <a:latin typeface="Trebuchet MS"/>
                <a:cs typeface="Trebuchet MS"/>
              </a:rPr>
              <a:t>FINAL</a:t>
            </a:r>
            <a:endParaRPr sz="6500" dirty="0">
              <a:latin typeface="Trebuchet MS"/>
              <a:cs typeface="Trebuchet MS"/>
            </a:endParaRPr>
          </a:p>
          <a:p>
            <a:pPr marL="12700" marR="5080">
              <a:lnSpc>
                <a:spcPct val="112500"/>
              </a:lnSpc>
            </a:pPr>
            <a:r>
              <a:rPr sz="6500" spc="-875" dirty="0">
                <a:solidFill>
                  <a:srgbClr val="FAFDF4"/>
                </a:solidFill>
                <a:latin typeface="Trebuchet MS"/>
                <a:cs typeface="Trebuchet MS"/>
              </a:rPr>
              <a:t>O</a:t>
            </a:r>
            <a:r>
              <a:rPr sz="6500" spc="-85" dirty="0">
                <a:solidFill>
                  <a:srgbClr val="FAFDF4"/>
                </a:solidFill>
                <a:latin typeface="Trebuchet MS"/>
                <a:cs typeface="Trebuchet MS"/>
              </a:rPr>
              <a:t> </a:t>
            </a:r>
            <a:r>
              <a:rPr sz="6500" spc="-415" dirty="0">
                <a:solidFill>
                  <a:srgbClr val="FAFDF4"/>
                </a:solidFill>
                <a:latin typeface="Trebuchet MS"/>
                <a:cs typeface="Trebuchet MS"/>
              </a:rPr>
              <a:t>ERES</a:t>
            </a:r>
            <a:r>
              <a:rPr sz="6500" spc="-80" dirty="0">
                <a:solidFill>
                  <a:srgbClr val="FAFDF4"/>
                </a:solidFill>
                <a:latin typeface="Trebuchet MS"/>
                <a:cs typeface="Trebuchet MS"/>
              </a:rPr>
              <a:t> </a:t>
            </a:r>
            <a:r>
              <a:rPr sz="6500" spc="-575" dirty="0">
                <a:solidFill>
                  <a:srgbClr val="FAFDF4"/>
                </a:solidFill>
                <a:latin typeface="Trebuchet MS"/>
                <a:cs typeface="Trebuchet MS"/>
              </a:rPr>
              <a:t>DIFERENTE </a:t>
            </a:r>
            <a:r>
              <a:rPr sz="6500" spc="-875" dirty="0">
                <a:solidFill>
                  <a:srgbClr val="FAFDF4"/>
                </a:solidFill>
                <a:latin typeface="Trebuchet MS"/>
                <a:cs typeface="Trebuchet MS"/>
              </a:rPr>
              <a:t>O</a:t>
            </a:r>
            <a:r>
              <a:rPr sz="6500" spc="-85" dirty="0">
                <a:solidFill>
                  <a:srgbClr val="FAFDF4"/>
                </a:solidFill>
                <a:latin typeface="Trebuchet MS"/>
                <a:cs typeface="Trebuchet MS"/>
              </a:rPr>
              <a:t> </a:t>
            </a:r>
            <a:r>
              <a:rPr sz="6500" spc="-415" dirty="0">
                <a:solidFill>
                  <a:srgbClr val="FAFDF4"/>
                </a:solidFill>
                <a:latin typeface="Trebuchet MS"/>
                <a:cs typeface="Trebuchet MS"/>
              </a:rPr>
              <a:t>ERES</a:t>
            </a:r>
            <a:r>
              <a:rPr sz="6500" spc="-80" dirty="0">
                <a:solidFill>
                  <a:srgbClr val="FAFDF4"/>
                </a:solidFill>
                <a:latin typeface="Trebuchet MS"/>
                <a:cs typeface="Trebuchet MS"/>
              </a:rPr>
              <a:t> </a:t>
            </a:r>
            <a:r>
              <a:rPr sz="6500" spc="-585" dirty="0">
                <a:solidFill>
                  <a:srgbClr val="FAFDF4"/>
                </a:solidFill>
                <a:latin typeface="Trebuchet MS"/>
                <a:cs typeface="Trebuchet MS"/>
              </a:rPr>
              <a:t>BARATO.</a:t>
            </a:r>
            <a:endParaRPr sz="6500" dirty="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30080" y="7381409"/>
            <a:ext cx="283908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i="1" spc="105" dirty="0">
                <a:solidFill>
                  <a:srgbClr val="FAFDF4"/>
                </a:solidFill>
                <a:latin typeface="Trebuchet MS"/>
                <a:cs typeface="Trebuchet MS"/>
              </a:rPr>
              <a:t>Guy</a:t>
            </a:r>
            <a:r>
              <a:rPr sz="3300" i="1" spc="175" dirty="0">
                <a:solidFill>
                  <a:srgbClr val="FAFDF4"/>
                </a:solidFill>
                <a:latin typeface="Trebuchet MS"/>
                <a:cs typeface="Trebuchet MS"/>
              </a:rPr>
              <a:t> </a:t>
            </a:r>
            <a:r>
              <a:rPr sz="3300" i="1" spc="145" dirty="0">
                <a:solidFill>
                  <a:srgbClr val="FAFDF4"/>
                </a:solidFill>
                <a:latin typeface="Trebuchet MS"/>
                <a:cs typeface="Trebuchet MS"/>
              </a:rPr>
              <a:t>Kawasaki</a:t>
            </a:r>
            <a:endParaRPr sz="33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79081" y="2511983"/>
            <a:ext cx="914400" cy="697230"/>
          </a:xfrm>
          <a:custGeom>
            <a:avLst/>
            <a:gdLst/>
            <a:ahLst/>
            <a:cxnLst/>
            <a:rect l="l" t="t" r="r" b="b"/>
            <a:pathLst>
              <a:path w="914400" h="697230">
                <a:moveTo>
                  <a:pt x="431304" y="492302"/>
                </a:moveTo>
                <a:lnTo>
                  <a:pt x="426186" y="447890"/>
                </a:lnTo>
                <a:lnTo>
                  <a:pt x="411607" y="407111"/>
                </a:lnTo>
                <a:lnTo>
                  <a:pt x="388721" y="371132"/>
                </a:lnTo>
                <a:lnTo>
                  <a:pt x="358711" y="341122"/>
                </a:lnTo>
                <a:lnTo>
                  <a:pt x="322719" y="318249"/>
                </a:lnTo>
                <a:lnTo>
                  <a:pt x="281940" y="303669"/>
                </a:lnTo>
                <a:lnTo>
                  <a:pt x="237515" y="298551"/>
                </a:lnTo>
                <a:lnTo>
                  <a:pt x="205663" y="301180"/>
                </a:lnTo>
                <a:lnTo>
                  <a:pt x="175514" y="308787"/>
                </a:lnTo>
                <a:lnTo>
                  <a:pt x="147447" y="320916"/>
                </a:lnTo>
                <a:lnTo>
                  <a:pt x="121856" y="337108"/>
                </a:lnTo>
                <a:lnTo>
                  <a:pt x="126542" y="299389"/>
                </a:lnTo>
                <a:lnTo>
                  <a:pt x="138239" y="261670"/>
                </a:lnTo>
                <a:lnTo>
                  <a:pt x="156946" y="223951"/>
                </a:lnTo>
                <a:lnTo>
                  <a:pt x="182676" y="186232"/>
                </a:lnTo>
                <a:lnTo>
                  <a:pt x="215455" y="148501"/>
                </a:lnTo>
                <a:lnTo>
                  <a:pt x="255282" y="110782"/>
                </a:lnTo>
                <a:lnTo>
                  <a:pt x="302183" y="73050"/>
                </a:lnTo>
                <a:lnTo>
                  <a:pt x="356158" y="35318"/>
                </a:lnTo>
                <a:lnTo>
                  <a:pt x="333400" y="0"/>
                </a:lnTo>
                <a:lnTo>
                  <a:pt x="280149" y="34798"/>
                </a:lnTo>
                <a:lnTo>
                  <a:pt x="231533" y="70167"/>
                </a:lnTo>
                <a:lnTo>
                  <a:pt x="187540" y="106083"/>
                </a:lnTo>
                <a:lnTo>
                  <a:pt x="148183" y="142570"/>
                </a:lnTo>
                <a:lnTo>
                  <a:pt x="113449" y="179616"/>
                </a:lnTo>
                <a:lnTo>
                  <a:pt x="83362" y="217220"/>
                </a:lnTo>
                <a:lnTo>
                  <a:pt x="57886" y="255384"/>
                </a:lnTo>
                <a:lnTo>
                  <a:pt x="37045" y="294119"/>
                </a:lnTo>
                <a:lnTo>
                  <a:pt x="20840" y="333400"/>
                </a:lnTo>
                <a:lnTo>
                  <a:pt x="9271" y="373253"/>
                </a:lnTo>
                <a:lnTo>
                  <a:pt x="2324" y="413651"/>
                </a:lnTo>
                <a:lnTo>
                  <a:pt x="0" y="454621"/>
                </a:lnTo>
                <a:lnTo>
                  <a:pt x="3873" y="508368"/>
                </a:lnTo>
                <a:lnTo>
                  <a:pt x="15468" y="555967"/>
                </a:lnTo>
                <a:lnTo>
                  <a:pt x="34810" y="597395"/>
                </a:lnTo>
                <a:lnTo>
                  <a:pt x="61887" y="632650"/>
                </a:lnTo>
                <a:lnTo>
                  <a:pt x="94869" y="660844"/>
                </a:lnTo>
                <a:lnTo>
                  <a:pt x="131965" y="680974"/>
                </a:lnTo>
                <a:lnTo>
                  <a:pt x="173177" y="693039"/>
                </a:lnTo>
                <a:lnTo>
                  <a:pt x="218478" y="697052"/>
                </a:lnTo>
                <a:lnTo>
                  <a:pt x="263550" y="693826"/>
                </a:lnTo>
                <a:lnTo>
                  <a:pt x="304050" y="684123"/>
                </a:lnTo>
                <a:lnTo>
                  <a:pt x="339953" y="667943"/>
                </a:lnTo>
                <a:lnTo>
                  <a:pt x="371297" y="645287"/>
                </a:lnTo>
                <a:lnTo>
                  <a:pt x="414858" y="588162"/>
                </a:lnTo>
                <a:lnTo>
                  <a:pt x="429387" y="519747"/>
                </a:lnTo>
                <a:lnTo>
                  <a:pt x="429285" y="518756"/>
                </a:lnTo>
                <a:lnTo>
                  <a:pt x="430745" y="505675"/>
                </a:lnTo>
                <a:lnTo>
                  <a:pt x="431165" y="499033"/>
                </a:lnTo>
                <a:lnTo>
                  <a:pt x="431304" y="492302"/>
                </a:lnTo>
                <a:close/>
              </a:path>
              <a:path w="914400" h="697230">
                <a:moveTo>
                  <a:pt x="914400" y="462610"/>
                </a:moveTo>
                <a:lnTo>
                  <a:pt x="912710" y="447903"/>
                </a:lnTo>
                <a:lnTo>
                  <a:pt x="898131" y="407111"/>
                </a:lnTo>
                <a:lnTo>
                  <a:pt x="875245" y="371132"/>
                </a:lnTo>
                <a:lnTo>
                  <a:pt x="851014" y="346900"/>
                </a:lnTo>
                <a:lnTo>
                  <a:pt x="845235" y="341122"/>
                </a:lnTo>
                <a:lnTo>
                  <a:pt x="809256" y="318236"/>
                </a:lnTo>
                <a:lnTo>
                  <a:pt x="768477" y="303644"/>
                </a:lnTo>
                <a:lnTo>
                  <a:pt x="724052" y="298526"/>
                </a:lnTo>
                <a:lnTo>
                  <a:pt x="688213" y="301866"/>
                </a:lnTo>
                <a:lnTo>
                  <a:pt x="654583" y="311454"/>
                </a:lnTo>
                <a:lnTo>
                  <a:pt x="623760" y="326669"/>
                </a:lnTo>
                <a:lnTo>
                  <a:pt x="596277" y="346900"/>
                </a:lnTo>
                <a:lnTo>
                  <a:pt x="596277" y="345706"/>
                </a:lnTo>
                <a:lnTo>
                  <a:pt x="596087" y="344690"/>
                </a:lnTo>
                <a:lnTo>
                  <a:pt x="596087" y="343471"/>
                </a:lnTo>
                <a:lnTo>
                  <a:pt x="599757" y="304952"/>
                </a:lnTo>
                <a:lnTo>
                  <a:pt x="610768" y="266433"/>
                </a:lnTo>
                <a:lnTo>
                  <a:pt x="629119" y="227914"/>
                </a:lnTo>
                <a:lnTo>
                  <a:pt x="654799" y="189395"/>
                </a:lnTo>
                <a:lnTo>
                  <a:pt x="687832" y="150863"/>
                </a:lnTo>
                <a:lnTo>
                  <a:pt x="728218" y="112344"/>
                </a:lnTo>
                <a:lnTo>
                  <a:pt x="775931" y="73825"/>
                </a:lnTo>
                <a:lnTo>
                  <a:pt x="830999" y="35293"/>
                </a:lnTo>
                <a:lnTo>
                  <a:pt x="808253" y="0"/>
                </a:lnTo>
                <a:lnTo>
                  <a:pt x="754989" y="34798"/>
                </a:lnTo>
                <a:lnTo>
                  <a:pt x="706374" y="70167"/>
                </a:lnTo>
                <a:lnTo>
                  <a:pt x="662381" y="106083"/>
                </a:lnTo>
                <a:lnTo>
                  <a:pt x="623023" y="142570"/>
                </a:lnTo>
                <a:lnTo>
                  <a:pt x="588289" y="179616"/>
                </a:lnTo>
                <a:lnTo>
                  <a:pt x="558190" y="217220"/>
                </a:lnTo>
                <a:lnTo>
                  <a:pt x="532714" y="255397"/>
                </a:lnTo>
                <a:lnTo>
                  <a:pt x="511873" y="294132"/>
                </a:lnTo>
                <a:lnTo>
                  <a:pt x="495668" y="333413"/>
                </a:lnTo>
                <a:lnTo>
                  <a:pt x="484098" y="373265"/>
                </a:lnTo>
                <a:lnTo>
                  <a:pt x="477151" y="413689"/>
                </a:lnTo>
                <a:lnTo>
                  <a:pt x="474827" y="454660"/>
                </a:lnTo>
                <a:lnTo>
                  <a:pt x="478701" y="508406"/>
                </a:lnTo>
                <a:lnTo>
                  <a:pt x="490296" y="555993"/>
                </a:lnTo>
                <a:lnTo>
                  <a:pt x="509638" y="597420"/>
                </a:lnTo>
                <a:lnTo>
                  <a:pt x="536727" y="632675"/>
                </a:lnTo>
                <a:lnTo>
                  <a:pt x="569709" y="660882"/>
                </a:lnTo>
                <a:lnTo>
                  <a:pt x="606806" y="681012"/>
                </a:lnTo>
                <a:lnTo>
                  <a:pt x="648004" y="693089"/>
                </a:lnTo>
                <a:lnTo>
                  <a:pt x="670560" y="695096"/>
                </a:lnTo>
                <a:lnTo>
                  <a:pt x="721423" y="695096"/>
                </a:lnTo>
                <a:lnTo>
                  <a:pt x="778865" y="684161"/>
                </a:lnTo>
                <a:lnTo>
                  <a:pt x="814793" y="667969"/>
                </a:lnTo>
                <a:lnTo>
                  <a:pt x="846124" y="645299"/>
                </a:lnTo>
                <a:lnTo>
                  <a:pt x="855853" y="635063"/>
                </a:lnTo>
                <a:lnTo>
                  <a:pt x="860539" y="629894"/>
                </a:lnTo>
                <a:lnTo>
                  <a:pt x="861771" y="628675"/>
                </a:lnTo>
                <a:lnTo>
                  <a:pt x="862888" y="627380"/>
                </a:lnTo>
                <a:lnTo>
                  <a:pt x="864095" y="626097"/>
                </a:lnTo>
                <a:lnTo>
                  <a:pt x="866609" y="623201"/>
                </a:lnTo>
                <a:lnTo>
                  <a:pt x="869645" y="620433"/>
                </a:lnTo>
                <a:lnTo>
                  <a:pt x="871943" y="617410"/>
                </a:lnTo>
                <a:lnTo>
                  <a:pt x="891159" y="590334"/>
                </a:lnTo>
                <a:lnTo>
                  <a:pt x="905586" y="560095"/>
                </a:lnTo>
                <a:lnTo>
                  <a:pt x="914400" y="528218"/>
                </a:lnTo>
                <a:lnTo>
                  <a:pt x="914400" y="462610"/>
                </a:lnTo>
                <a:close/>
              </a:path>
            </a:pathLst>
          </a:custGeom>
          <a:solidFill>
            <a:srgbClr val="FAFDF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2358" y="11289"/>
            <a:ext cx="18288000" cy="10504684"/>
            <a:chOff x="140042" y="125589"/>
            <a:chExt cx="18288000" cy="1050468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043" y="343274"/>
              <a:ext cx="18287999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40042" y="125589"/>
              <a:ext cx="18288000" cy="778510"/>
            </a:xfrm>
            <a:custGeom>
              <a:avLst/>
              <a:gdLst/>
              <a:ahLst/>
              <a:cxnLst/>
              <a:rect l="l" t="t" r="r" b="b"/>
              <a:pathLst>
                <a:path w="18288000" h="778510">
                  <a:moveTo>
                    <a:pt x="18288000" y="777885"/>
                  </a:moveTo>
                  <a:lnTo>
                    <a:pt x="0" y="777885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777885"/>
                  </a:lnTo>
                  <a:close/>
                </a:path>
              </a:pathLst>
            </a:custGeom>
            <a:solidFill>
              <a:srgbClr val="4E6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053220" y="247166"/>
              <a:ext cx="1206500" cy="297180"/>
            </a:xfrm>
            <a:custGeom>
              <a:avLst/>
              <a:gdLst/>
              <a:ahLst/>
              <a:cxnLst/>
              <a:rect l="l" t="t" r="r" b="b"/>
              <a:pathLst>
                <a:path w="1206500" h="297180">
                  <a:moveTo>
                    <a:pt x="297053" y="148526"/>
                  </a:moveTo>
                  <a:lnTo>
                    <a:pt x="289471" y="101574"/>
                  </a:lnTo>
                  <a:lnTo>
                    <a:pt x="268389" y="60807"/>
                  </a:lnTo>
                  <a:lnTo>
                    <a:pt x="236245" y="28651"/>
                  </a:lnTo>
                  <a:lnTo>
                    <a:pt x="195465" y="7569"/>
                  </a:lnTo>
                  <a:lnTo>
                    <a:pt x="148526" y="0"/>
                  </a:lnTo>
                  <a:lnTo>
                    <a:pt x="101587" y="7569"/>
                  </a:lnTo>
                  <a:lnTo>
                    <a:pt x="60807" y="28651"/>
                  </a:lnTo>
                  <a:lnTo>
                    <a:pt x="28663" y="60807"/>
                  </a:lnTo>
                  <a:lnTo>
                    <a:pt x="7569" y="101574"/>
                  </a:lnTo>
                  <a:lnTo>
                    <a:pt x="0" y="148526"/>
                  </a:lnTo>
                  <a:lnTo>
                    <a:pt x="7569" y="195465"/>
                  </a:lnTo>
                  <a:lnTo>
                    <a:pt x="28663" y="236232"/>
                  </a:lnTo>
                  <a:lnTo>
                    <a:pt x="60807" y="268389"/>
                  </a:lnTo>
                  <a:lnTo>
                    <a:pt x="101587" y="289471"/>
                  </a:lnTo>
                  <a:lnTo>
                    <a:pt x="148526" y="297040"/>
                  </a:lnTo>
                  <a:lnTo>
                    <a:pt x="195465" y="289471"/>
                  </a:lnTo>
                  <a:lnTo>
                    <a:pt x="236245" y="268389"/>
                  </a:lnTo>
                  <a:lnTo>
                    <a:pt x="268389" y="236232"/>
                  </a:lnTo>
                  <a:lnTo>
                    <a:pt x="289471" y="195465"/>
                  </a:lnTo>
                  <a:lnTo>
                    <a:pt x="297053" y="148526"/>
                  </a:lnTo>
                  <a:close/>
                </a:path>
                <a:path w="1206500" h="297180">
                  <a:moveTo>
                    <a:pt x="751560" y="148526"/>
                  </a:moveTo>
                  <a:lnTo>
                    <a:pt x="743991" y="101574"/>
                  </a:lnTo>
                  <a:lnTo>
                    <a:pt x="722909" y="60807"/>
                  </a:lnTo>
                  <a:lnTo>
                    <a:pt x="690753" y="28651"/>
                  </a:lnTo>
                  <a:lnTo>
                    <a:pt x="649986" y="7569"/>
                  </a:lnTo>
                  <a:lnTo>
                    <a:pt x="603034" y="0"/>
                  </a:lnTo>
                  <a:lnTo>
                    <a:pt x="556094" y="7569"/>
                  </a:lnTo>
                  <a:lnTo>
                    <a:pt x="515327" y="28651"/>
                  </a:lnTo>
                  <a:lnTo>
                    <a:pt x="483171" y="60807"/>
                  </a:lnTo>
                  <a:lnTo>
                    <a:pt x="462089" y="101574"/>
                  </a:lnTo>
                  <a:lnTo>
                    <a:pt x="454520" y="148526"/>
                  </a:lnTo>
                  <a:lnTo>
                    <a:pt x="462089" y="195465"/>
                  </a:lnTo>
                  <a:lnTo>
                    <a:pt x="483171" y="236232"/>
                  </a:lnTo>
                  <a:lnTo>
                    <a:pt x="515327" y="268389"/>
                  </a:lnTo>
                  <a:lnTo>
                    <a:pt x="556094" y="289471"/>
                  </a:lnTo>
                  <a:lnTo>
                    <a:pt x="603034" y="297040"/>
                  </a:lnTo>
                  <a:lnTo>
                    <a:pt x="649986" y="289471"/>
                  </a:lnTo>
                  <a:lnTo>
                    <a:pt x="690753" y="268389"/>
                  </a:lnTo>
                  <a:lnTo>
                    <a:pt x="722909" y="236232"/>
                  </a:lnTo>
                  <a:lnTo>
                    <a:pt x="743991" y="195465"/>
                  </a:lnTo>
                  <a:lnTo>
                    <a:pt x="751560" y="148526"/>
                  </a:lnTo>
                  <a:close/>
                </a:path>
                <a:path w="1206500" h="297180">
                  <a:moveTo>
                    <a:pt x="1206068" y="148526"/>
                  </a:moveTo>
                  <a:lnTo>
                    <a:pt x="1198499" y="101574"/>
                  </a:lnTo>
                  <a:lnTo>
                    <a:pt x="1177417" y="60807"/>
                  </a:lnTo>
                  <a:lnTo>
                    <a:pt x="1145273" y="28651"/>
                  </a:lnTo>
                  <a:lnTo>
                    <a:pt x="1104493" y="7569"/>
                  </a:lnTo>
                  <a:lnTo>
                    <a:pt x="1057554" y="0"/>
                  </a:lnTo>
                  <a:lnTo>
                    <a:pt x="1010602" y="7569"/>
                  </a:lnTo>
                  <a:lnTo>
                    <a:pt x="969835" y="28651"/>
                  </a:lnTo>
                  <a:lnTo>
                    <a:pt x="937691" y="60807"/>
                  </a:lnTo>
                  <a:lnTo>
                    <a:pt x="916597" y="101574"/>
                  </a:lnTo>
                  <a:lnTo>
                    <a:pt x="909027" y="148526"/>
                  </a:lnTo>
                  <a:lnTo>
                    <a:pt x="916597" y="195465"/>
                  </a:lnTo>
                  <a:lnTo>
                    <a:pt x="937691" y="236232"/>
                  </a:lnTo>
                  <a:lnTo>
                    <a:pt x="969835" y="268389"/>
                  </a:lnTo>
                  <a:lnTo>
                    <a:pt x="1010602" y="289471"/>
                  </a:lnTo>
                  <a:lnTo>
                    <a:pt x="1057554" y="297040"/>
                  </a:lnTo>
                  <a:lnTo>
                    <a:pt x="1104493" y="289471"/>
                  </a:lnTo>
                  <a:lnTo>
                    <a:pt x="1145273" y="268389"/>
                  </a:lnTo>
                  <a:lnTo>
                    <a:pt x="1177417" y="236232"/>
                  </a:lnTo>
                  <a:lnTo>
                    <a:pt x="1198499" y="195465"/>
                  </a:lnTo>
                  <a:lnTo>
                    <a:pt x="1206068" y="1485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993289" y="8038634"/>
            <a:ext cx="489394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455" dirty="0">
                <a:solidFill>
                  <a:srgbClr val="4E6AFF"/>
                </a:solidFill>
                <a:latin typeface="Arial MT"/>
                <a:cs typeface="Arial MT"/>
              </a:rPr>
              <a:t>REFLEXIÓN</a:t>
            </a:r>
            <a:endParaRPr sz="60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5972204" y="3209310"/>
            <a:ext cx="2037080" cy="2560320"/>
            <a:chOff x="15972204" y="3209310"/>
            <a:chExt cx="2037080" cy="2560320"/>
          </a:xfrm>
        </p:grpSpPr>
        <p:sp>
          <p:nvSpPr>
            <p:cNvPr id="8" name="object 8"/>
            <p:cNvSpPr/>
            <p:nvPr/>
          </p:nvSpPr>
          <p:spPr>
            <a:xfrm>
              <a:off x="16516065" y="4735287"/>
              <a:ext cx="1034415" cy="1034415"/>
            </a:xfrm>
            <a:custGeom>
              <a:avLst/>
              <a:gdLst/>
              <a:ahLst/>
              <a:cxnLst/>
              <a:rect l="l" t="t" r="r" b="b"/>
              <a:pathLst>
                <a:path w="1034415" h="1034414">
                  <a:moveTo>
                    <a:pt x="516927" y="1033856"/>
                  </a:moveTo>
                  <a:lnTo>
                    <a:pt x="469876" y="1031744"/>
                  </a:lnTo>
                  <a:lnTo>
                    <a:pt x="424009" y="1025528"/>
                  </a:lnTo>
                  <a:lnTo>
                    <a:pt x="379507" y="1015391"/>
                  </a:lnTo>
                  <a:lnTo>
                    <a:pt x="336555" y="1001516"/>
                  </a:lnTo>
                  <a:lnTo>
                    <a:pt x="295333" y="984085"/>
                  </a:lnTo>
                  <a:lnTo>
                    <a:pt x="256024" y="963280"/>
                  </a:lnTo>
                  <a:lnTo>
                    <a:pt x="218811" y="939285"/>
                  </a:lnTo>
                  <a:lnTo>
                    <a:pt x="183877" y="912281"/>
                  </a:lnTo>
                  <a:lnTo>
                    <a:pt x="151404" y="882451"/>
                  </a:lnTo>
                  <a:lnTo>
                    <a:pt x="121575" y="849978"/>
                  </a:lnTo>
                  <a:lnTo>
                    <a:pt x="94571" y="815044"/>
                  </a:lnTo>
                  <a:lnTo>
                    <a:pt x="70575" y="777832"/>
                  </a:lnTo>
                  <a:lnTo>
                    <a:pt x="49771" y="738523"/>
                  </a:lnTo>
                  <a:lnTo>
                    <a:pt x="32340" y="697301"/>
                  </a:lnTo>
                  <a:lnTo>
                    <a:pt x="18465" y="654348"/>
                  </a:lnTo>
                  <a:lnTo>
                    <a:pt x="8328" y="609846"/>
                  </a:lnTo>
                  <a:lnTo>
                    <a:pt x="2112" y="563979"/>
                  </a:lnTo>
                  <a:lnTo>
                    <a:pt x="0" y="516928"/>
                  </a:lnTo>
                  <a:lnTo>
                    <a:pt x="2112" y="469877"/>
                  </a:lnTo>
                  <a:lnTo>
                    <a:pt x="8328" y="424009"/>
                  </a:lnTo>
                  <a:lnTo>
                    <a:pt x="18465" y="379508"/>
                  </a:lnTo>
                  <a:lnTo>
                    <a:pt x="32340" y="336555"/>
                  </a:lnTo>
                  <a:lnTo>
                    <a:pt x="49771" y="295333"/>
                  </a:lnTo>
                  <a:lnTo>
                    <a:pt x="70575" y="256024"/>
                  </a:lnTo>
                  <a:lnTo>
                    <a:pt x="94571" y="218812"/>
                  </a:lnTo>
                  <a:lnTo>
                    <a:pt x="121575" y="183877"/>
                  </a:lnTo>
                  <a:lnTo>
                    <a:pt x="151404" y="151404"/>
                  </a:lnTo>
                  <a:lnTo>
                    <a:pt x="183877" y="121575"/>
                  </a:lnTo>
                  <a:lnTo>
                    <a:pt x="218811" y="94571"/>
                  </a:lnTo>
                  <a:lnTo>
                    <a:pt x="256024" y="70575"/>
                  </a:lnTo>
                  <a:lnTo>
                    <a:pt x="295333" y="49771"/>
                  </a:lnTo>
                  <a:lnTo>
                    <a:pt x="336555" y="32340"/>
                  </a:lnTo>
                  <a:lnTo>
                    <a:pt x="379507" y="18465"/>
                  </a:lnTo>
                  <a:lnTo>
                    <a:pt x="424009" y="8328"/>
                  </a:lnTo>
                  <a:lnTo>
                    <a:pt x="469876" y="2112"/>
                  </a:lnTo>
                  <a:lnTo>
                    <a:pt x="516927" y="0"/>
                  </a:lnTo>
                  <a:lnTo>
                    <a:pt x="563978" y="2112"/>
                  </a:lnTo>
                  <a:lnTo>
                    <a:pt x="609846" y="8328"/>
                  </a:lnTo>
                  <a:lnTo>
                    <a:pt x="654348" y="18465"/>
                  </a:lnTo>
                  <a:lnTo>
                    <a:pt x="697301" y="32340"/>
                  </a:lnTo>
                  <a:lnTo>
                    <a:pt x="738523" y="49771"/>
                  </a:lnTo>
                  <a:lnTo>
                    <a:pt x="777832" y="70575"/>
                  </a:lnTo>
                  <a:lnTo>
                    <a:pt x="815044" y="94571"/>
                  </a:lnTo>
                  <a:lnTo>
                    <a:pt x="849978" y="121575"/>
                  </a:lnTo>
                  <a:lnTo>
                    <a:pt x="882452" y="151404"/>
                  </a:lnTo>
                  <a:lnTo>
                    <a:pt x="912281" y="183877"/>
                  </a:lnTo>
                  <a:lnTo>
                    <a:pt x="939285" y="218812"/>
                  </a:lnTo>
                  <a:lnTo>
                    <a:pt x="963281" y="256024"/>
                  </a:lnTo>
                  <a:lnTo>
                    <a:pt x="984085" y="295333"/>
                  </a:lnTo>
                  <a:lnTo>
                    <a:pt x="1001516" y="336555"/>
                  </a:lnTo>
                  <a:lnTo>
                    <a:pt x="1015391" y="379508"/>
                  </a:lnTo>
                  <a:lnTo>
                    <a:pt x="1025528" y="424009"/>
                  </a:lnTo>
                  <a:lnTo>
                    <a:pt x="1031744" y="469877"/>
                  </a:lnTo>
                  <a:lnTo>
                    <a:pt x="1033856" y="516928"/>
                  </a:lnTo>
                  <a:lnTo>
                    <a:pt x="1031744" y="563979"/>
                  </a:lnTo>
                  <a:lnTo>
                    <a:pt x="1025528" y="609846"/>
                  </a:lnTo>
                  <a:lnTo>
                    <a:pt x="1015391" y="654348"/>
                  </a:lnTo>
                  <a:lnTo>
                    <a:pt x="1001516" y="697301"/>
                  </a:lnTo>
                  <a:lnTo>
                    <a:pt x="984085" y="738523"/>
                  </a:lnTo>
                  <a:lnTo>
                    <a:pt x="963281" y="777832"/>
                  </a:lnTo>
                  <a:lnTo>
                    <a:pt x="939285" y="815044"/>
                  </a:lnTo>
                  <a:lnTo>
                    <a:pt x="912281" y="849978"/>
                  </a:lnTo>
                  <a:lnTo>
                    <a:pt x="882452" y="882451"/>
                  </a:lnTo>
                  <a:lnTo>
                    <a:pt x="849978" y="912281"/>
                  </a:lnTo>
                  <a:lnTo>
                    <a:pt x="815044" y="939285"/>
                  </a:lnTo>
                  <a:lnTo>
                    <a:pt x="777832" y="963280"/>
                  </a:lnTo>
                  <a:lnTo>
                    <a:pt x="738523" y="984085"/>
                  </a:lnTo>
                  <a:lnTo>
                    <a:pt x="697301" y="1001516"/>
                  </a:lnTo>
                  <a:lnTo>
                    <a:pt x="654348" y="1015391"/>
                  </a:lnTo>
                  <a:lnTo>
                    <a:pt x="609846" y="1025528"/>
                  </a:lnTo>
                  <a:lnTo>
                    <a:pt x="563978" y="1031744"/>
                  </a:lnTo>
                  <a:lnTo>
                    <a:pt x="516927" y="1033856"/>
                  </a:lnTo>
                  <a:close/>
                </a:path>
              </a:pathLst>
            </a:custGeom>
            <a:solidFill>
              <a:srgbClr val="00C8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549920" y="3209310"/>
              <a:ext cx="459105" cy="459105"/>
            </a:xfrm>
            <a:custGeom>
              <a:avLst/>
              <a:gdLst/>
              <a:ahLst/>
              <a:cxnLst/>
              <a:rect l="l" t="t" r="r" b="b"/>
              <a:pathLst>
                <a:path w="459105" h="459104">
                  <a:moveTo>
                    <a:pt x="229549" y="459099"/>
                  </a:moveTo>
                  <a:lnTo>
                    <a:pt x="183287" y="454435"/>
                  </a:lnTo>
                  <a:lnTo>
                    <a:pt x="140198" y="441060"/>
                  </a:lnTo>
                  <a:lnTo>
                    <a:pt x="101206" y="419895"/>
                  </a:lnTo>
                  <a:lnTo>
                    <a:pt x="67233" y="391865"/>
                  </a:lnTo>
                  <a:lnTo>
                    <a:pt x="39203" y="357893"/>
                  </a:lnTo>
                  <a:lnTo>
                    <a:pt x="18039" y="318900"/>
                  </a:lnTo>
                  <a:lnTo>
                    <a:pt x="4663" y="275812"/>
                  </a:lnTo>
                  <a:lnTo>
                    <a:pt x="0" y="229549"/>
                  </a:lnTo>
                  <a:lnTo>
                    <a:pt x="4663" y="183287"/>
                  </a:lnTo>
                  <a:lnTo>
                    <a:pt x="18039" y="140198"/>
                  </a:lnTo>
                  <a:lnTo>
                    <a:pt x="39203" y="101206"/>
                  </a:lnTo>
                  <a:lnTo>
                    <a:pt x="67233" y="67233"/>
                  </a:lnTo>
                  <a:lnTo>
                    <a:pt x="101206" y="39203"/>
                  </a:lnTo>
                  <a:lnTo>
                    <a:pt x="140198" y="18039"/>
                  </a:lnTo>
                  <a:lnTo>
                    <a:pt x="183287" y="4663"/>
                  </a:lnTo>
                  <a:lnTo>
                    <a:pt x="229549" y="0"/>
                  </a:lnTo>
                  <a:lnTo>
                    <a:pt x="275812" y="4663"/>
                  </a:lnTo>
                  <a:lnTo>
                    <a:pt x="318901" y="18039"/>
                  </a:lnTo>
                  <a:lnTo>
                    <a:pt x="357893" y="39203"/>
                  </a:lnTo>
                  <a:lnTo>
                    <a:pt x="391866" y="67233"/>
                  </a:lnTo>
                  <a:lnTo>
                    <a:pt x="419895" y="101206"/>
                  </a:lnTo>
                  <a:lnTo>
                    <a:pt x="441060" y="140198"/>
                  </a:lnTo>
                  <a:lnTo>
                    <a:pt x="454435" y="183287"/>
                  </a:lnTo>
                  <a:lnTo>
                    <a:pt x="459099" y="229549"/>
                  </a:lnTo>
                  <a:lnTo>
                    <a:pt x="454435" y="275812"/>
                  </a:lnTo>
                  <a:lnTo>
                    <a:pt x="441060" y="318900"/>
                  </a:lnTo>
                  <a:lnTo>
                    <a:pt x="419895" y="357893"/>
                  </a:lnTo>
                  <a:lnTo>
                    <a:pt x="391866" y="391865"/>
                  </a:lnTo>
                  <a:lnTo>
                    <a:pt x="357893" y="419895"/>
                  </a:lnTo>
                  <a:lnTo>
                    <a:pt x="318901" y="441060"/>
                  </a:lnTo>
                  <a:lnTo>
                    <a:pt x="275812" y="454435"/>
                  </a:lnTo>
                  <a:lnTo>
                    <a:pt x="229549" y="459099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2204" y="3859859"/>
              <a:ext cx="684530" cy="684530"/>
            </a:xfrm>
            <a:custGeom>
              <a:avLst/>
              <a:gdLst/>
              <a:ahLst/>
              <a:cxnLst/>
              <a:rect l="l" t="t" r="r" b="b"/>
              <a:pathLst>
                <a:path w="684530" h="684529">
                  <a:moveTo>
                    <a:pt x="342031" y="684062"/>
                  </a:moveTo>
                  <a:lnTo>
                    <a:pt x="295619" y="680940"/>
                  </a:lnTo>
                  <a:lnTo>
                    <a:pt x="251105" y="671844"/>
                  </a:lnTo>
                  <a:lnTo>
                    <a:pt x="208897" y="657183"/>
                  </a:lnTo>
                  <a:lnTo>
                    <a:pt x="169401" y="637365"/>
                  </a:lnTo>
                  <a:lnTo>
                    <a:pt x="133026" y="612795"/>
                  </a:lnTo>
                  <a:lnTo>
                    <a:pt x="100178" y="583883"/>
                  </a:lnTo>
                  <a:lnTo>
                    <a:pt x="71266" y="551036"/>
                  </a:lnTo>
                  <a:lnTo>
                    <a:pt x="46697" y="514660"/>
                  </a:lnTo>
                  <a:lnTo>
                    <a:pt x="26878" y="475165"/>
                  </a:lnTo>
                  <a:lnTo>
                    <a:pt x="12217" y="432956"/>
                  </a:lnTo>
                  <a:lnTo>
                    <a:pt x="3122" y="388442"/>
                  </a:lnTo>
                  <a:lnTo>
                    <a:pt x="0" y="342031"/>
                  </a:lnTo>
                  <a:lnTo>
                    <a:pt x="3122" y="295619"/>
                  </a:lnTo>
                  <a:lnTo>
                    <a:pt x="12217" y="251105"/>
                  </a:lnTo>
                  <a:lnTo>
                    <a:pt x="26878" y="208897"/>
                  </a:lnTo>
                  <a:lnTo>
                    <a:pt x="46697" y="169401"/>
                  </a:lnTo>
                  <a:lnTo>
                    <a:pt x="71266" y="133026"/>
                  </a:lnTo>
                  <a:lnTo>
                    <a:pt x="100178" y="100178"/>
                  </a:lnTo>
                  <a:lnTo>
                    <a:pt x="133026" y="71266"/>
                  </a:lnTo>
                  <a:lnTo>
                    <a:pt x="169401" y="46697"/>
                  </a:lnTo>
                  <a:lnTo>
                    <a:pt x="208897" y="26878"/>
                  </a:lnTo>
                  <a:lnTo>
                    <a:pt x="251105" y="12217"/>
                  </a:lnTo>
                  <a:lnTo>
                    <a:pt x="295619" y="3122"/>
                  </a:lnTo>
                  <a:lnTo>
                    <a:pt x="342031" y="0"/>
                  </a:lnTo>
                  <a:lnTo>
                    <a:pt x="388442" y="3122"/>
                  </a:lnTo>
                  <a:lnTo>
                    <a:pt x="432956" y="12217"/>
                  </a:lnTo>
                  <a:lnTo>
                    <a:pt x="475164" y="26878"/>
                  </a:lnTo>
                  <a:lnTo>
                    <a:pt x="514660" y="46697"/>
                  </a:lnTo>
                  <a:lnTo>
                    <a:pt x="551035" y="71266"/>
                  </a:lnTo>
                  <a:lnTo>
                    <a:pt x="583883" y="100178"/>
                  </a:lnTo>
                  <a:lnTo>
                    <a:pt x="612795" y="133026"/>
                  </a:lnTo>
                  <a:lnTo>
                    <a:pt x="637364" y="169401"/>
                  </a:lnTo>
                  <a:lnTo>
                    <a:pt x="657183" y="208897"/>
                  </a:lnTo>
                  <a:lnTo>
                    <a:pt x="671844" y="251105"/>
                  </a:lnTo>
                  <a:lnTo>
                    <a:pt x="680939" y="295619"/>
                  </a:lnTo>
                  <a:lnTo>
                    <a:pt x="684061" y="342031"/>
                  </a:lnTo>
                  <a:lnTo>
                    <a:pt x="680939" y="388442"/>
                  </a:lnTo>
                  <a:lnTo>
                    <a:pt x="671844" y="432956"/>
                  </a:lnTo>
                  <a:lnTo>
                    <a:pt x="657183" y="475165"/>
                  </a:lnTo>
                  <a:lnTo>
                    <a:pt x="637364" y="514660"/>
                  </a:lnTo>
                  <a:lnTo>
                    <a:pt x="612795" y="551036"/>
                  </a:lnTo>
                  <a:lnTo>
                    <a:pt x="583883" y="583883"/>
                  </a:lnTo>
                  <a:lnTo>
                    <a:pt x="551035" y="612795"/>
                  </a:lnTo>
                  <a:lnTo>
                    <a:pt x="514660" y="637365"/>
                  </a:lnTo>
                  <a:lnTo>
                    <a:pt x="475164" y="657183"/>
                  </a:lnTo>
                  <a:lnTo>
                    <a:pt x="432956" y="671844"/>
                  </a:lnTo>
                  <a:lnTo>
                    <a:pt x="388442" y="680940"/>
                  </a:lnTo>
                  <a:lnTo>
                    <a:pt x="342031" y="684062"/>
                  </a:lnTo>
                  <a:close/>
                </a:path>
              </a:pathLst>
            </a:custGeom>
            <a:solidFill>
              <a:srgbClr val="FF4D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432673" y="3438862"/>
            <a:ext cx="7950625" cy="666426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AR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Competencia de precios:</a:t>
            </a:r>
            <a:r>
              <a:rPr lang="es-A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Si tu producto o servicio es igual al de los demás, no tienes un valor único. La única forma de atraer clientes es cobrar menos que la competencia. </a:t>
            </a:r>
            <a:br>
              <a:rPr lang="es-A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Guerra de precios:</a:t>
            </a:r>
            <a:r>
              <a:rPr lang="es-A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Competir solo por precio destruye los márgenes de ganancia y desgasta el negocio. </a:t>
            </a:r>
            <a:br>
              <a:rPr lang="es-A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valor de la diferencia:</a:t>
            </a:r>
            <a:r>
              <a:rPr lang="es-A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Si ofreces algo único o innovador, los clientes te valoran más. Esto te permite cobrar precios justos sin depender de ser el más económico del mercado</a:t>
            </a:r>
            <a:r>
              <a:rPr lang="es-A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 </a:t>
            </a:r>
            <a:br>
              <a:rPr lang="es-AR" sz="6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6500" dirty="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83299" y="9181226"/>
            <a:ext cx="283908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i="1" spc="105" dirty="0">
                <a:solidFill>
                  <a:srgbClr val="FAFDF4"/>
                </a:solidFill>
                <a:latin typeface="Trebuchet MS"/>
                <a:cs typeface="Trebuchet MS"/>
              </a:rPr>
              <a:t>Guy</a:t>
            </a:r>
            <a:r>
              <a:rPr sz="3300" i="1" spc="175" dirty="0">
                <a:solidFill>
                  <a:srgbClr val="FAFDF4"/>
                </a:solidFill>
                <a:latin typeface="Trebuchet MS"/>
                <a:cs typeface="Trebuchet MS"/>
              </a:rPr>
              <a:t> </a:t>
            </a:r>
            <a:r>
              <a:rPr sz="3300" i="1" spc="145" dirty="0">
                <a:solidFill>
                  <a:srgbClr val="FAFDF4"/>
                </a:solidFill>
                <a:latin typeface="Trebuchet MS"/>
                <a:cs typeface="Trebuchet MS"/>
              </a:rPr>
              <a:t>Kawasaki</a:t>
            </a:r>
            <a:endParaRPr sz="3300" dirty="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79081" y="2511983"/>
            <a:ext cx="914400" cy="697230"/>
          </a:xfrm>
          <a:custGeom>
            <a:avLst/>
            <a:gdLst/>
            <a:ahLst/>
            <a:cxnLst/>
            <a:rect l="l" t="t" r="r" b="b"/>
            <a:pathLst>
              <a:path w="914400" h="697230">
                <a:moveTo>
                  <a:pt x="431304" y="492302"/>
                </a:moveTo>
                <a:lnTo>
                  <a:pt x="426186" y="447890"/>
                </a:lnTo>
                <a:lnTo>
                  <a:pt x="411607" y="407111"/>
                </a:lnTo>
                <a:lnTo>
                  <a:pt x="388721" y="371132"/>
                </a:lnTo>
                <a:lnTo>
                  <a:pt x="358711" y="341122"/>
                </a:lnTo>
                <a:lnTo>
                  <a:pt x="322719" y="318249"/>
                </a:lnTo>
                <a:lnTo>
                  <a:pt x="281940" y="303669"/>
                </a:lnTo>
                <a:lnTo>
                  <a:pt x="237515" y="298551"/>
                </a:lnTo>
                <a:lnTo>
                  <a:pt x="205663" y="301180"/>
                </a:lnTo>
                <a:lnTo>
                  <a:pt x="175514" y="308787"/>
                </a:lnTo>
                <a:lnTo>
                  <a:pt x="147447" y="320916"/>
                </a:lnTo>
                <a:lnTo>
                  <a:pt x="121856" y="337108"/>
                </a:lnTo>
                <a:lnTo>
                  <a:pt x="126542" y="299389"/>
                </a:lnTo>
                <a:lnTo>
                  <a:pt x="138239" y="261670"/>
                </a:lnTo>
                <a:lnTo>
                  <a:pt x="156946" y="223951"/>
                </a:lnTo>
                <a:lnTo>
                  <a:pt x="182676" y="186232"/>
                </a:lnTo>
                <a:lnTo>
                  <a:pt x="215455" y="148501"/>
                </a:lnTo>
                <a:lnTo>
                  <a:pt x="255282" y="110782"/>
                </a:lnTo>
                <a:lnTo>
                  <a:pt x="302183" y="73050"/>
                </a:lnTo>
                <a:lnTo>
                  <a:pt x="356158" y="35318"/>
                </a:lnTo>
                <a:lnTo>
                  <a:pt x="333400" y="0"/>
                </a:lnTo>
                <a:lnTo>
                  <a:pt x="280149" y="34798"/>
                </a:lnTo>
                <a:lnTo>
                  <a:pt x="231533" y="70167"/>
                </a:lnTo>
                <a:lnTo>
                  <a:pt x="187540" y="106083"/>
                </a:lnTo>
                <a:lnTo>
                  <a:pt x="148183" y="142570"/>
                </a:lnTo>
                <a:lnTo>
                  <a:pt x="113449" y="179616"/>
                </a:lnTo>
                <a:lnTo>
                  <a:pt x="83362" y="217220"/>
                </a:lnTo>
                <a:lnTo>
                  <a:pt x="57886" y="255384"/>
                </a:lnTo>
                <a:lnTo>
                  <a:pt x="37045" y="294119"/>
                </a:lnTo>
                <a:lnTo>
                  <a:pt x="20840" y="333400"/>
                </a:lnTo>
                <a:lnTo>
                  <a:pt x="9271" y="373253"/>
                </a:lnTo>
                <a:lnTo>
                  <a:pt x="2324" y="413651"/>
                </a:lnTo>
                <a:lnTo>
                  <a:pt x="0" y="454621"/>
                </a:lnTo>
                <a:lnTo>
                  <a:pt x="3873" y="508368"/>
                </a:lnTo>
                <a:lnTo>
                  <a:pt x="15468" y="555967"/>
                </a:lnTo>
                <a:lnTo>
                  <a:pt x="34810" y="597395"/>
                </a:lnTo>
                <a:lnTo>
                  <a:pt x="61887" y="632650"/>
                </a:lnTo>
                <a:lnTo>
                  <a:pt x="94869" y="660844"/>
                </a:lnTo>
                <a:lnTo>
                  <a:pt x="131965" y="680974"/>
                </a:lnTo>
                <a:lnTo>
                  <a:pt x="173177" y="693039"/>
                </a:lnTo>
                <a:lnTo>
                  <a:pt x="218478" y="697052"/>
                </a:lnTo>
                <a:lnTo>
                  <a:pt x="263550" y="693826"/>
                </a:lnTo>
                <a:lnTo>
                  <a:pt x="304050" y="684123"/>
                </a:lnTo>
                <a:lnTo>
                  <a:pt x="339953" y="667943"/>
                </a:lnTo>
                <a:lnTo>
                  <a:pt x="371297" y="645287"/>
                </a:lnTo>
                <a:lnTo>
                  <a:pt x="414858" y="588162"/>
                </a:lnTo>
                <a:lnTo>
                  <a:pt x="429387" y="519747"/>
                </a:lnTo>
                <a:lnTo>
                  <a:pt x="429285" y="518756"/>
                </a:lnTo>
                <a:lnTo>
                  <a:pt x="430745" y="505675"/>
                </a:lnTo>
                <a:lnTo>
                  <a:pt x="431165" y="499033"/>
                </a:lnTo>
                <a:lnTo>
                  <a:pt x="431304" y="492302"/>
                </a:lnTo>
                <a:close/>
              </a:path>
              <a:path w="914400" h="697230">
                <a:moveTo>
                  <a:pt x="914400" y="462610"/>
                </a:moveTo>
                <a:lnTo>
                  <a:pt x="912710" y="447903"/>
                </a:lnTo>
                <a:lnTo>
                  <a:pt x="898131" y="407111"/>
                </a:lnTo>
                <a:lnTo>
                  <a:pt x="875245" y="371132"/>
                </a:lnTo>
                <a:lnTo>
                  <a:pt x="851014" y="346900"/>
                </a:lnTo>
                <a:lnTo>
                  <a:pt x="845235" y="341122"/>
                </a:lnTo>
                <a:lnTo>
                  <a:pt x="809256" y="318236"/>
                </a:lnTo>
                <a:lnTo>
                  <a:pt x="768477" y="303644"/>
                </a:lnTo>
                <a:lnTo>
                  <a:pt x="724052" y="298526"/>
                </a:lnTo>
                <a:lnTo>
                  <a:pt x="688213" y="301866"/>
                </a:lnTo>
                <a:lnTo>
                  <a:pt x="654583" y="311454"/>
                </a:lnTo>
                <a:lnTo>
                  <a:pt x="623760" y="326669"/>
                </a:lnTo>
                <a:lnTo>
                  <a:pt x="596277" y="346900"/>
                </a:lnTo>
                <a:lnTo>
                  <a:pt x="596277" y="345706"/>
                </a:lnTo>
                <a:lnTo>
                  <a:pt x="596087" y="344690"/>
                </a:lnTo>
                <a:lnTo>
                  <a:pt x="596087" y="343471"/>
                </a:lnTo>
                <a:lnTo>
                  <a:pt x="599757" y="304952"/>
                </a:lnTo>
                <a:lnTo>
                  <a:pt x="610768" y="266433"/>
                </a:lnTo>
                <a:lnTo>
                  <a:pt x="629119" y="227914"/>
                </a:lnTo>
                <a:lnTo>
                  <a:pt x="654799" y="189395"/>
                </a:lnTo>
                <a:lnTo>
                  <a:pt x="687832" y="150863"/>
                </a:lnTo>
                <a:lnTo>
                  <a:pt x="728218" y="112344"/>
                </a:lnTo>
                <a:lnTo>
                  <a:pt x="775931" y="73825"/>
                </a:lnTo>
                <a:lnTo>
                  <a:pt x="830999" y="35293"/>
                </a:lnTo>
                <a:lnTo>
                  <a:pt x="808253" y="0"/>
                </a:lnTo>
                <a:lnTo>
                  <a:pt x="754989" y="34798"/>
                </a:lnTo>
                <a:lnTo>
                  <a:pt x="706374" y="70167"/>
                </a:lnTo>
                <a:lnTo>
                  <a:pt x="662381" y="106083"/>
                </a:lnTo>
                <a:lnTo>
                  <a:pt x="623023" y="142570"/>
                </a:lnTo>
                <a:lnTo>
                  <a:pt x="588289" y="179616"/>
                </a:lnTo>
                <a:lnTo>
                  <a:pt x="558190" y="217220"/>
                </a:lnTo>
                <a:lnTo>
                  <a:pt x="532714" y="255397"/>
                </a:lnTo>
                <a:lnTo>
                  <a:pt x="511873" y="294132"/>
                </a:lnTo>
                <a:lnTo>
                  <a:pt x="495668" y="333413"/>
                </a:lnTo>
                <a:lnTo>
                  <a:pt x="484098" y="373265"/>
                </a:lnTo>
                <a:lnTo>
                  <a:pt x="477151" y="413689"/>
                </a:lnTo>
                <a:lnTo>
                  <a:pt x="474827" y="454660"/>
                </a:lnTo>
                <a:lnTo>
                  <a:pt x="478701" y="508406"/>
                </a:lnTo>
                <a:lnTo>
                  <a:pt x="490296" y="555993"/>
                </a:lnTo>
                <a:lnTo>
                  <a:pt x="509638" y="597420"/>
                </a:lnTo>
                <a:lnTo>
                  <a:pt x="536727" y="632675"/>
                </a:lnTo>
                <a:lnTo>
                  <a:pt x="569709" y="660882"/>
                </a:lnTo>
                <a:lnTo>
                  <a:pt x="606806" y="681012"/>
                </a:lnTo>
                <a:lnTo>
                  <a:pt x="648004" y="693089"/>
                </a:lnTo>
                <a:lnTo>
                  <a:pt x="670560" y="695096"/>
                </a:lnTo>
                <a:lnTo>
                  <a:pt x="721423" y="695096"/>
                </a:lnTo>
                <a:lnTo>
                  <a:pt x="778865" y="684161"/>
                </a:lnTo>
                <a:lnTo>
                  <a:pt x="814793" y="667969"/>
                </a:lnTo>
                <a:lnTo>
                  <a:pt x="846124" y="645299"/>
                </a:lnTo>
                <a:lnTo>
                  <a:pt x="855853" y="635063"/>
                </a:lnTo>
                <a:lnTo>
                  <a:pt x="860539" y="629894"/>
                </a:lnTo>
                <a:lnTo>
                  <a:pt x="861771" y="628675"/>
                </a:lnTo>
                <a:lnTo>
                  <a:pt x="862888" y="627380"/>
                </a:lnTo>
                <a:lnTo>
                  <a:pt x="864095" y="626097"/>
                </a:lnTo>
                <a:lnTo>
                  <a:pt x="866609" y="623201"/>
                </a:lnTo>
                <a:lnTo>
                  <a:pt x="869645" y="620433"/>
                </a:lnTo>
                <a:lnTo>
                  <a:pt x="871943" y="617410"/>
                </a:lnTo>
                <a:lnTo>
                  <a:pt x="891159" y="590334"/>
                </a:lnTo>
                <a:lnTo>
                  <a:pt x="905586" y="560095"/>
                </a:lnTo>
                <a:lnTo>
                  <a:pt x="914400" y="528218"/>
                </a:lnTo>
                <a:lnTo>
                  <a:pt x="914400" y="462610"/>
                </a:lnTo>
                <a:close/>
              </a:path>
            </a:pathLst>
          </a:custGeom>
          <a:solidFill>
            <a:srgbClr val="FAFDF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78297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0431" y="3893717"/>
            <a:ext cx="354330" cy="354330"/>
          </a:xfrm>
          <a:custGeom>
            <a:avLst/>
            <a:gdLst/>
            <a:ahLst/>
            <a:cxnLst/>
            <a:rect l="l" t="t" r="r" b="b"/>
            <a:pathLst>
              <a:path w="354330" h="354329">
                <a:moveTo>
                  <a:pt x="176995" y="353991"/>
                </a:moveTo>
                <a:lnTo>
                  <a:pt x="129943" y="347669"/>
                </a:lnTo>
                <a:lnTo>
                  <a:pt x="87662" y="329826"/>
                </a:lnTo>
                <a:lnTo>
                  <a:pt x="51840" y="302150"/>
                </a:lnTo>
                <a:lnTo>
                  <a:pt x="24165" y="266329"/>
                </a:lnTo>
                <a:lnTo>
                  <a:pt x="6322" y="224048"/>
                </a:lnTo>
                <a:lnTo>
                  <a:pt x="0" y="176996"/>
                </a:lnTo>
                <a:lnTo>
                  <a:pt x="6322" y="129943"/>
                </a:lnTo>
                <a:lnTo>
                  <a:pt x="24165" y="87662"/>
                </a:lnTo>
                <a:lnTo>
                  <a:pt x="51840" y="51840"/>
                </a:lnTo>
                <a:lnTo>
                  <a:pt x="87662" y="24165"/>
                </a:lnTo>
                <a:lnTo>
                  <a:pt x="129943" y="6322"/>
                </a:lnTo>
                <a:lnTo>
                  <a:pt x="176995" y="0"/>
                </a:lnTo>
                <a:lnTo>
                  <a:pt x="224048" y="6322"/>
                </a:lnTo>
                <a:lnTo>
                  <a:pt x="266329" y="24165"/>
                </a:lnTo>
                <a:lnTo>
                  <a:pt x="302151" y="51840"/>
                </a:lnTo>
                <a:lnTo>
                  <a:pt x="329826" y="87662"/>
                </a:lnTo>
                <a:lnTo>
                  <a:pt x="347669" y="129943"/>
                </a:lnTo>
                <a:lnTo>
                  <a:pt x="353991" y="176996"/>
                </a:lnTo>
                <a:lnTo>
                  <a:pt x="347669" y="224048"/>
                </a:lnTo>
                <a:lnTo>
                  <a:pt x="329826" y="266329"/>
                </a:lnTo>
                <a:lnTo>
                  <a:pt x="302151" y="302150"/>
                </a:lnTo>
                <a:lnTo>
                  <a:pt x="266329" y="329826"/>
                </a:lnTo>
                <a:lnTo>
                  <a:pt x="224048" y="347669"/>
                </a:lnTo>
                <a:lnTo>
                  <a:pt x="176995" y="353991"/>
                </a:lnTo>
                <a:close/>
              </a:path>
            </a:pathLst>
          </a:custGeom>
          <a:solidFill>
            <a:srgbClr val="FF4D6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72211" y="6897268"/>
            <a:ext cx="8782049" cy="273367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58031" y="1167366"/>
            <a:ext cx="14036675" cy="2178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040"/>
              </a:lnSpc>
              <a:spcBef>
                <a:spcPts val="100"/>
              </a:spcBef>
            </a:pPr>
            <a:r>
              <a:rPr spc="440" dirty="0"/>
              <a:t>HACER</a:t>
            </a:r>
            <a:r>
              <a:rPr spc="340" dirty="0"/>
              <a:t> </a:t>
            </a:r>
            <a:r>
              <a:rPr spc="640" dirty="0"/>
              <a:t>Y</a:t>
            </a:r>
            <a:r>
              <a:rPr spc="340" dirty="0"/>
              <a:t> </a:t>
            </a:r>
            <a:r>
              <a:rPr spc="420" dirty="0"/>
              <a:t>PROBAR</a:t>
            </a:r>
            <a:r>
              <a:rPr spc="340" dirty="0"/>
              <a:t> </a:t>
            </a:r>
            <a:r>
              <a:rPr spc="400" dirty="0"/>
              <a:t>RÁPIDO.</a:t>
            </a:r>
          </a:p>
          <a:p>
            <a:pPr marL="12700" marR="5080">
              <a:lnSpc>
                <a:spcPct val="67700"/>
              </a:lnSpc>
              <a:spcBef>
                <a:spcPts val="1160"/>
              </a:spcBef>
            </a:pPr>
            <a:r>
              <a:rPr spc="395" dirty="0"/>
              <a:t>APRENDER</a:t>
            </a:r>
            <a:r>
              <a:rPr spc="330" dirty="0"/>
              <a:t> </a:t>
            </a:r>
            <a:r>
              <a:rPr spc="640" dirty="0"/>
              <a:t>Y</a:t>
            </a:r>
            <a:r>
              <a:rPr spc="335" dirty="0"/>
              <a:t> </a:t>
            </a:r>
            <a:r>
              <a:rPr spc="600" dirty="0"/>
              <a:t>AJUSTAR</a:t>
            </a:r>
            <a:r>
              <a:rPr spc="330" dirty="0"/>
              <a:t> </a:t>
            </a:r>
            <a:r>
              <a:rPr spc="645" dirty="0"/>
              <a:t>AÚN</a:t>
            </a:r>
            <a:r>
              <a:rPr spc="335" dirty="0"/>
              <a:t> </a:t>
            </a:r>
            <a:r>
              <a:rPr spc="509" dirty="0"/>
              <a:t>MÁS </a:t>
            </a:r>
            <a:r>
              <a:rPr spc="400" dirty="0"/>
              <a:t>RÁPIDO.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998699" y="3815966"/>
            <a:ext cx="14364335" cy="30753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spc="-65" dirty="0">
                <a:latin typeface="SimSun-ExtB"/>
                <a:cs typeface="SimSun-ExtB"/>
              </a:rPr>
              <a:t>✅</a:t>
            </a:r>
            <a:r>
              <a:rPr sz="2800" spc="-894" dirty="0">
                <a:latin typeface="SimSun-ExtB"/>
                <a:cs typeface="SimSun-ExtB"/>
              </a:rPr>
              <a:t> </a:t>
            </a:r>
            <a:r>
              <a:rPr sz="2500" i="1" spc="185" dirty="0">
                <a:latin typeface="Trebuchet MS"/>
                <a:cs typeface="Trebuchet MS"/>
              </a:rPr>
              <a:t>No</a:t>
            </a:r>
            <a:r>
              <a:rPr sz="2500" i="1" spc="20" dirty="0">
                <a:latin typeface="Trebuchet MS"/>
                <a:cs typeface="Trebuchet MS"/>
              </a:rPr>
              <a:t> </a:t>
            </a:r>
            <a:r>
              <a:rPr sz="2500" i="1" spc="195" dirty="0">
                <a:latin typeface="Trebuchet MS"/>
                <a:cs typeface="Trebuchet MS"/>
              </a:rPr>
              <a:t>asumas,</a:t>
            </a:r>
            <a:r>
              <a:rPr sz="2500" i="1" spc="15" dirty="0">
                <a:latin typeface="Trebuchet MS"/>
                <a:cs typeface="Trebuchet MS"/>
              </a:rPr>
              <a:t> </a:t>
            </a:r>
            <a:r>
              <a:rPr sz="2500" i="1" dirty="0">
                <a:latin typeface="Trebuchet MS"/>
                <a:cs typeface="Trebuchet MS"/>
              </a:rPr>
              <a:t>valida:</a:t>
            </a:r>
            <a:r>
              <a:rPr sz="2500" i="1" spc="20" dirty="0">
                <a:latin typeface="Trebuchet MS"/>
                <a:cs typeface="Trebuchet MS"/>
              </a:rPr>
              <a:t> </a:t>
            </a:r>
            <a:r>
              <a:rPr sz="2500" i="1" spc="130" dirty="0">
                <a:latin typeface="Trebuchet MS"/>
                <a:cs typeface="Trebuchet MS"/>
              </a:rPr>
              <a:t>Las</a:t>
            </a:r>
            <a:r>
              <a:rPr sz="2500" i="1" spc="15" dirty="0">
                <a:latin typeface="Trebuchet MS"/>
                <a:cs typeface="Trebuchet MS"/>
              </a:rPr>
              <a:t> </a:t>
            </a:r>
            <a:r>
              <a:rPr sz="2500" i="1" spc="180" dirty="0">
                <a:latin typeface="Trebuchet MS"/>
                <a:cs typeface="Trebuchet MS"/>
              </a:rPr>
              <a:t>ideas</a:t>
            </a:r>
            <a:r>
              <a:rPr sz="2500" i="1" spc="20" dirty="0">
                <a:latin typeface="Trebuchet MS"/>
                <a:cs typeface="Trebuchet MS"/>
              </a:rPr>
              <a:t> </a:t>
            </a:r>
            <a:r>
              <a:rPr sz="2500" i="1" spc="240" dirty="0">
                <a:latin typeface="Trebuchet MS"/>
                <a:cs typeface="Trebuchet MS"/>
              </a:rPr>
              <a:t>no</a:t>
            </a:r>
            <a:r>
              <a:rPr sz="2500" i="1" spc="15" dirty="0">
                <a:latin typeface="Trebuchet MS"/>
                <a:cs typeface="Trebuchet MS"/>
              </a:rPr>
              <a:t> </a:t>
            </a:r>
            <a:r>
              <a:rPr sz="2500" i="1" spc="135" dirty="0">
                <a:latin typeface="Trebuchet MS"/>
                <a:cs typeface="Trebuchet MS"/>
              </a:rPr>
              <a:t>valen</a:t>
            </a:r>
            <a:r>
              <a:rPr sz="2500" i="1" spc="20" dirty="0">
                <a:latin typeface="Trebuchet MS"/>
                <a:cs typeface="Trebuchet MS"/>
              </a:rPr>
              <a:t> </a:t>
            </a:r>
            <a:r>
              <a:rPr sz="2500" i="1" spc="305" dirty="0">
                <a:latin typeface="Trebuchet MS"/>
                <a:cs typeface="Trebuchet MS"/>
              </a:rPr>
              <a:t>nada</a:t>
            </a:r>
            <a:r>
              <a:rPr sz="2500" i="1" spc="15" dirty="0">
                <a:latin typeface="Trebuchet MS"/>
                <a:cs typeface="Trebuchet MS"/>
              </a:rPr>
              <a:t> </a:t>
            </a:r>
            <a:r>
              <a:rPr sz="2500" i="1" spc="90" dirty="0">
                <a:latin typeface="Trebuchet MS"/>
                <a:cs typeface="Trebuchet MS"/>
              </a:rPr>
              <a:t>sin</a:t>
            </a:r>
            <a:r>
              <a:rPr sz="2500" i="1" spc="20" dirty="0">
                <a:latin typeface="Trebuchet MS"/>
                <a:cs typeface="Trebuchet MS"/>
              </a:rPr>
              <a:t> </a:t>
            </a:r>
            <a:r>
              <a:rPr sz="2500" i="1" spc="180" dirty="0">
                <a:latin typeface="Trebuchet MS"/>
                <a:cs typeface="Trebuchet MS"/>
              </a:rPr>
              <a:t>feedback</a:t>
            </a:r>
            <a:r>
              <a:rPr sz="2500" i="1" spc="15" dirty="0">
                <a:latin typeface="Trebuchet MS"/>
                <a:cs typeface="Trebuchet MS"/>
              </a:rPr>
              <a:t> </a:t>
            </a:r>
            <a:r>
              <a:rPr sz="2500" i="1" spc="-10" dirty="0">
                <a:latin typeface="Trebuchet MS"/>
                <a:cs typeface="Trebuchet MS"/>
              </a:rPr>
              <a:t>real.</a:t>
            </a:r>
            <a:endParaRPr sz="2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800" spc="-65" dirty="0">
                <a:latin typeface="SimSun-ExtB"/>
                <a:cs typeface="SimSun-ExtB"/>
              </a:rPr>
              <a:t>✅</a:t>
            </a:r>
            <a:r>
              <a:rPr sz="2800" spc="-915" dirty="0">
                <a:latin typeface="SimSun-ExtB"/>
                <a:cs typeface="SimSun-ExtB"/>
              </a:rPr>
              <a:t> </a:t>
            </a:r>
            <a:r>
              <a:rPr sz="2500" i="1" spc="130" dirty="0">
                <a:latin typeface="Trebuchet MS"/>
                <a:cs typeface="Trebuchet MS"/>
              </a:rPr>
              <a:t>MVP</a:t>
            </a:r>
            <a:r>
              <a:rPr sz="2500" i="1" spc="-20" dirty="0">
                <a:latin typeface="Trebuchet MS"/>
                <a:cs typeface="Trebuchet MS"/>
              </a:rPr>
              <a:t> </a:t>
            </a:r>
            <a:r>
              <a:rPr sz="2500" i="1" spc="340" dirty="0">
                <a:latin typeface="Trebuchet MS"/>
                <a:cs typeface="Trebuchet MS"/>
              </a:rPr>
              <a:t>≠</a:t>
            </a:r>
            <a:r>
              <a:rPr sz="2500" i="1" spc="-15" dirty="0">
                <a:latin typeface="Trebuchet MS"/>
                <a:cs typeface="Trebuchet MS"/>
              </a:rPr>
              <a:t> </a:t>
            </a:r>
            <a:r>
              <a:rPr sz="2500" i="1" spc="135" dirty="0">
                <a:latin typeface="Trebuchet MS"/>
                <a:cs typeface="Trebuchet MS"/>
              </a:rPr>
              <a:t>Producto</a:t>
            </a:r>
            <a:r>
              <a:rPr sz="2500" i="1" spc="-20" dirty="0">
                <a:latin typeface="Trebuchet MS"/>
                <a:cs typeface="Trebuchet MS"/>
              </a:rPr>
              <a:t> </a:t>
            </a:r>
            <a:r>
              <a:rPr sz="2500" i="1" spc="-70" dirty="0">
                <a:latin typeface="Trebuchet MS"/>
                <a:cs typeface="Trebuchet MS"/>
              </a:rPr>
              <a:t>final:</a:t>
            </a:r>
            <a:r>
              <a:rPr sz="2500" i="1" spc="-15" dirty="0">
                <a:latin typeface="Trebuchet MS"/>
                <a:cs typeface="Trebuchet MS"/>
              </a:rPr>
              <a:t> </a:t>
            </a:r>
            <a:r>
              <a:rPr sz="2500" i="1" spc="80" dirty="0">
                <a:latin typeface="Trebuchet MS"/>
                <a:cs typeface="Trebuchet MS"/>
              </a:rPr>
              <a:t>Es</a:t>
            </a:r>
            <a:r>
              <a:rPr sz="2500" i="1" spc="-20" dirty="0">
                <a:latin typeface="Trebuchet MS"/>
                <a:cs typeface="Trebuchet MS"/>
              </a:rPr>
              <a:t> </a:t>
            </a:r>
            <a:r>
              <a:rPr sz="2500" i="1" spc="254" dirty="0">
                <a:latin typeface="Trebuchet MS"/>
                <a:cs typeface="Trebuchet MS"/>
              </a:rPr>
              <a:t>una</a:t>
            </a:r>
            <a:r>
              <a:rPr sz="2500" i="1" spc="-15" dirty="0">
                <a:latin typeface="Trebuchet MS"/>
                <a:cs typeface="Trebuchet MS"/>
              </a:rPr>
              <a:t> </a:t>
            </a:r>
            <a:r>
              <a:rPr sz="2500" i="1" spc="105" dirty="0">
                <a:latin typeface="Trebuchet MS"/>
                <a:cs typeface="Trebuchet MS"/>
              </a:rPr>
              <a:t>versión</a:t>
            </a:r>
            <a:r>
              <a:rPr sz="2500" i="1" spc="-20" dirty="0">
                <a:latin typeface="Trebuchet MS"/>
                <a:cs typeface="Trebuchet MS"/>
              </a:rPr>
              <a:t> </a:t>
            </a:r>
            <a:r>
              <a:rPr sz="2500" i="1" spc="190" dirty="0">
                <a:latin typeface="Trebuchet MS"/>
                <a:cs typeface="Trebuchet MS"/>
              </a:rPr>
              <a:t>mínima</a:t>
            </a:r>
            <a:r>
              <a:rPr sz="2500" i="1" spc="-15" dirty="0">
                <a:latin typeface="Trebuchet MS"/>
                <a:cs typeface="Trebuchet MS"/>
              </a:rPr>
              <a:t> </a:t>
            </a:r>
            <a:r>
              <a:rPr sz="2500" i="1" spc="215" dirty="0">
                <a:latin typeface="Trebuchet MS"/>
                <a:cs typeface="Trebuchet MS"/>
              </a:rPr>
              <a:t>para</a:t>
            </a:r>
            <a:r>
              <a:rPr sz="2500" i="1" spc="-20" dirty="0">
                <a:latin typeface="Trebuchet MS"/>
                <a:cs typeface="Trebuchet MS"/>
              </a:rPr>
              <a:t> </a:t>
            </a:r>
            <a:r>
              <a:rPr sz="2500" i="1" spc="75" dirty="0">
                <a:latin typeface="Trebuchet MS"/>
                <a:cs typeface="Trebuchet MS"/>
              </a:rPr>
              <a:t>testear</a:t>
            </a:r>
            <a:r>
              <a:rPr sz="2500" i="1" spc="-15" dirty="0">
                <a:latin typeface="Trebuchet MS"/>
                <a:cs typeface="Trebuchet MS"/>
              </a:rPr>
              <a:t> </a:t>
            </a:r>
            <a:r>
              <a:rPr sz="2500" i="1" spc="120" dirty="0">
                <a:latin typeface="Trebuchet MS"/>
                <a:cs typeface="Trebuchet MS"/>
              </a:rPr>
              <a:t>y</a:t>
            </a:r>
            <a:r>
              <a:rPr sz="2500" i="1" spc="-20" dirty="0">
                <a:latin typeface="Trebuchet MS"/>
                <a:cs typeface="Trebuchet MS"/>
              </a:rPr>
              <a:t> </a:t>
            </a:r>
            <a:r>
              <a:rPr sz="2500" i="1" spc="80" dirty="0">
                <a:latin typeface="Trebuchet MS"/>
                <a:cs typeface="Trebuchet MS"/>
              </a:rPr>
              <a:t>aprender.</a:t>
            </a:r>
            <a:endParaRPr sz="2500">
              <a:latin typeface="Trebuchet MS"/>
              <a:cs typeface="Trebuchet MS"/>
            </a:endParaRPr>
          </a:p>
          <a:p>
            <a:pPr marL="12700" marR="5080">
              <a:lnSpc>
                <a:spcPts val="3450"/>
              </a:lnSpc>
              <a:spcBef>
                <a:spcPts val="130"/>
              </a:spcBef>
            </a:pPr>
            <a:r>
              <a:rPr sz="2800" spc="-65" dirty="0">
                <a:latin typeface="SimSun-ExtB"/>
                <a:cs typeface="SimSun-ExtB"/>
              </a:rPr>
              <a:t>✅</a:t>
            </a:r>
            <a:r>
              <a:rPr sz="2800" spc="-440" dirty="0">
                <a:latin typeface="SimSun-ExtB"/>
                <a:cs typeface="SimSun-ExtB"/>
              </a:rPr>
              <a:t> </a:t>
            </a:r>
            <a:r>
              <a:rPr sz="2500" i="1" dirty="0">
                <a:latin typeface="Trebuchet MS"/>
                <a:cs typeface="Trebuchet MS"/>
              </a:rPr>
              <a:t>El</a:t>
            </a:r>
            <a:r>
              <a:rPr sz="2500" i="1" spc="150" dirty="0">
                <a:latin typeface="Trebuchet MS"/>
                <a:cs typeface="Trebuchet MS"/>
              </a:rPr>
              <a:t> </a:t>
            </a:r>
            <a:r>
              <a:rPr sz="2500" i="1" spc="260" dirty="0">
                <a:latin typeface="Trebuchet MS"/>
                <a:cs typeface="Trebuchet MS"/>
              </a:rPr>
              <a:t>mercado</a:t>
            </a:r>
            <a:r>
              <a:rPr sz="2500" i="1" spc="190" dirty="0">
                <a:latin typeface="Trebuchet MS"/>
                <a:cs typeface="Trebuchet MS"/>
              </a:rPr>
              <a:t> </a:t>
            </a:r>
            <a:r>
              <a:rPr sz="2500" i="1" spc="229" dirty="0">
                <a:latin typeface="Trebuchet MS"/>
                <a:cs typeface="Trebuchet MS"/>
              </a:rPr>
              <a:t>es</a:t>
            </a:r>
            <a:r>
              <a:rPr sz="2500" i="1" spc="185" dirty="0">
                <a:latin typeface="Trebuchet MS"/>
                <a:cs typeface="Trebuchet MS"/>
              </a:rPr>
              <a:t> </a:t>
            </a:r>
            <a:r>
              <a:rPr sz="2500" i="1" dirty="0">
                <a:latin typeface="Trebuchet MS"/>
                <a:cs typeface="Trebuchet MS"/>
              </a:rPr>
              <a:t>el</a:t>
            </a:r>
            <a:r>
              <a:rPr sz="2500" i="1" spc="190" dirty="0">
                <a:latin typeface="Trebuchet MS"/>
                <a:cs typeface="Trebuchet MS"/>
              </a:rPr>
              <a:t> </a:t>
            </a:r>
            <a:r>
              <a:rPr sz="2500" i="1" spc="-35" dirty="0">
                <a:latin typeface="Trebuchet MS"/>
                <a:cs typeface="Trebuchet MS"/>
              </a:rPr>
              <a:t>juez:</a:t>
            </a:r>
            <a:r>
              <a:rPr sz="2500" i="1" spc="185" dirty="0">
                <a:latin typeface="Trebuchet MS"/>
                <a:cs typeface="Trebuchet MS"/>
              </a:rPr>
              <a:t> </a:t>
            </a:r>
            <a:r>
              <a:rPr sz="2500" i="1" spc="195" dirty="0">
                <a:latin typeface="Trebuchet MS"/>
                <a:cs typeface="Trebuchet MS"/>
              </a:rPr>
              <a:t>Una</a:t>
            </a:r>
            <a:r>
              <a:rPr sz="2500" i="1" spc="190" dirty="0">
                <a:latin typeface="Trebuchet MS"/>
                <a:cs typeface="Trebuchet MS"/>
              </a:rPr>
              <a:t> </a:t>
            </a:r>
            <a:r>
              <a:rPr sz="2500" i="1" spc="250" dirty="0">
                <a:latin typeface="Trebuchet MS"/>
                <a:cs typeface="Trebuchet MS"/>
              </a:rPr>
              <a:t>buena</a:t>
            </a:r>
            <a:r>
              <a:rPr sz="2500" i="1" spc="185" dirty="0">
                <a:latin typeface="Trebuchet MS"/>
                <a:cs typeface="Trebuchet MS"/>
              </a:rPr>
              <a:t> </a:t>
            </a:r>
            <a:r>
              <a:rPr sz="2500" i="1" spc="170" dirty="0">
                <a:latin typeface="Trebuchet MS"/>
                <a:cs typeface="Trebuchet MS"/>
              </a:rPr>
              <a:t>propuesta</a:t>
            </a:r>
            <a:r>
              <a:rPr sz="2500" i="1" spc="185" dirty="0">
                <a:latin typeface="Trebuchet MS"/>
                <a:cs typeface="Trebuchet MS"/>
              </a:rPr>
              <a:t> </a:t>
            </a:r>
            <a:r>
              <a:rPr sz="2500" i="1" spc="250" dirty="0">
                <a:latin typeface="Trebuchet MS"/>
                <a:cs typeface="Trebuchet MS"/>
              </a:rPr>
              <a:t>de</a:t>
            </a:r>
            <a:r>
              <a:rPr sz="2500" i="1" spc="190" dirty="0">
                <a:latin typeface="Trebuchet MS"/>
                <a:cs typeface="Trebuchet MS"/>
              </a:rPr>
              <a:t> </a:t>
            </a:r>
            <a:r>
              <a:rPr sz="2500" i="1" spc="75" dirty="0">
                <a:latin typeface="Trebuchet MS"/>
                <a:cs typeface="Trebuchet MS"/>
              </a:rPr>
              <a:t>valor</a:t>
            </a:r>
            <a:r>
              <a:rPr sz="2500" i="1" spc="185" dirty="0">
                <a:latin typeface="Trebuchet MS"/>
                <a:cs typeface="Trebuchet MS"/>
              </a:rPr>
              <a:t> </a:t>
            </a:r>
            <a:r>
              <a:rPr sz="2500" i="1" spc="229" dirty="0">
                <a:latin typeface="Trebuchet MS"/>
                <a:cs typeface="Trebuchet MS"/>
              </a:rPr>
              <a:t>es</a:t>
            </a:r>
            <a:r>
              <a:rPr sz="2500" i="1" spc="190" dirty="0">
                <a:latin typeface="Trebuchet MS"/>
                <a:cs typeface="Trebuchet MS"/>
              </a:rPr>
              <a:t> </a:t>
            </a:r>
            <a:r>
              <a:rPr sz="2500" i="1" spc="65" dirty="0">
                <a:latin typeface="Trebuchet MS"/>
                <a:cs typeface="Trebuchet MS"/>
              </a:rPr>
              <a:t>la</a:t>
            </a:r>
            <a:r>
              <a:rPr sz="2500" i="1" spc="185" dirty="0">
                <a:latin typeface="Trebuchet MS"/>
                <a:cs typeface="Trebuchet MS"/>
              </a:rPr>
              <a:t> </a:t>
            </a:r>
            <a:r>
              <a:rPr sz="2500" i="1" spc="225" dirty="0">
                <a:latin typeface="Trebuchet MS"/>
                <a:cs typeface="Trebuchet MS"/>
              </a:rPr>
              <a:t>que</a:t>
            </a:r>
            <a:r>
              <a:rPr sz="2500" i="1" spc="190" dirty="0">
                <a:latin typeface="Trebuchet MS"/>
                <a:cs typeface="Trebuchet MS"/>
              </a:rPr>
              <a:t> </a:t>
            </a:r>
            <a:r>
              <a:rPr sz="2500" i="1" spc="100" dirty="0">
                <a:latin typeface="Trebuchet MS"/>
                <a:cs typeface="Trebuchet MS"/>
              </a:rPr>
              <a:t>resuelve</a:t>
            </a:r>
            <a:r>
              <a:rPr sz="2500" i="1" spc="185" dirty="0">
                <a:latin typeface="Trebuchet MS"/>
                <a:cs typeface="Trebuchet MS"/>
              </a:rPr>
              <a:t> </a:t>
            </a:r>
            <a:r>
              <a:rPr sz="2500" i="1" spc="200" dirty="0">
                <a:latin typeface="Trebuchet MS"/>
                <a:cs typeface="Trebuchet MS"/>
              </a:rPr>
              <a:t>un</a:t>
            </a:r>
            <a:r>
              <a:rPr sz="2500" i="1" spc="185" dirty="0">
                <a:latin typeface="Trebuchet MS"/>
                <a:cs typeface="Trebuchet MS"/>
              </a:rPr>
              <a:t> </a:t>
            </a:r>
            <a:r>
              <a:rPr sz="2500" i="1" spc="175" dirty="0">
                <a:latin typeface="Trebuchet MS"/>
                <a:cs typeface="Trebuchet MS"/>
              </a:rPr>
              <a:t>problema </a:t>
            </a:r>
            <a:r>
              <a:rPr sz="2500" i="1" dirty="0">
                <a:latin typeface="Trebuchet MS"/>
                <a:cs typeface="Trebuchet MS"/>
              </a:rPr>
              <a:t>real</a:t>
            </a:r>
            <a:r>
              <a:rPr sz="2500" i="1" spc="40" dirty="0">
                <a:latin typeface="Trebuchet MS"/>
                <a:cs typeface="Trebuchet MS"/>
              </a:rPr>
              <a:t> </a:t>
            </a:r>
            <a:r>
              <a:rPr sz="2500" i="1" spc="215" dirty="0">
                <a:latin typeface="Trebuchet MS"/>
                <a:cs typeface="Trebuchet MS"/>
              </a:rPr>
              <a:t>para</a:t>
            </a:r>
            <a:r>
              <a:rPr sz="2500" i="1" spc="45" dirty="0">
                <a:latin typeface="Trebuchet MS"/>
                <a:cs typeface="Trebuchet MS"/>
              </a:rPr>
              <a:t> </a:t>
            </a:r>
            <a:r>
              <a:rPr sz="2500" i="1" spc="200" dirty="0">
                <a:latin typeface="Trebuchet MS"/>
                <a:cs typeface="Trebuchet MS"/>
              </a:rPr>
              <a:t>un</a:t>
            </a:r>
            <a:r>
              <a:rPr sz="2500" i="1" spc="40" dirty="0">
                <a:latin typeface="Trebuchet MS"/>
                <a:cs typeface="Trebuchet MS"/>
              </a:rPr>
              <a:t> </a:t>
            </a:r>
            <a:r>
              <a:rPr sz="2500" i="1" spc="55" dirty="0">
                <a:latin typeface="Trebuchet MS"/>
                <a:cs typeface="Trebuchet MS"/>
              </a:rPr>
              <a:t>cliente</a:t>
            </a:r>
            <a:r>
              <a:rPr sz="2500" i="1" spc="45" dirty="0">
                <a:latin typeface="Trebuchet MS"/>
                <a:cs typeface="Trebuchet MS"/>
              </a:rPr>
              <a:t> </a:t>
            </a:r>
            <a:r>
              <a:rPr sz="2500" i="1" spc="-10" dirty="0">
                <a:latin typeface="Trebuchet MS"/>
                <a:cs typeface="Trebuchet MS"/>
              </a:rPr>
              <a:t>real.</a:t>
            </a:r>
            <a:endParaRPr sz="2500">
              <a:latin typeface="Trebuchet MS"/>
              <a:cs typeface="Trebuchet MS"/>
            </a:endParaRPr>
          </a:p>
          <a:p>
            <a:pPr marL="12700">
              <a:lnSpc>
                <a:spcPts val="3320"/>
              </a:lnSpc>
            </a:pPr>
            <a:r>
              <a:rPr sz="2800" spc="-65" dirty="0">
                <a:latin typeface="SimSun-ExtB"/>
                <a:cs typeface="SimSun-ExtB"/>
              </a:rPr>
              <a:t>✅</a:t>
            </a:r>
            <a:r>
              <a:rPr sz="2800" spc="-885" dirty="0">
                <a:latin typeface="SimSun-ExtB"/>
                <a:cs typeface="SimSun-ExtB"/>
              </a:rPr>
              <a:t> </a:t>
            </a:r>
            <a:r>
              <a:rPr sz="2500" i="1" dirty="0">
                <a:latin typeface="Trebuchet MS"/>
                <a:cs typeface="Trebuchet MS"/>
              </a:rPr>
              <a:t>Iterar</a:t>
            </a:r>
            <a:r>
              <a:rPr sz="2500" i="1" spc="35" dirty="0">
                <a:latin typeface="Trebuchet MS"/>
                <a:cs typeface="Trebuchet MS"/>
              </a:rPr>
              <a:t> </a:t>
            </a:r>
            <a:r>
              <a:rPr sz="2500" i="1" spc="229" dirty="0">
                <a:latin typeface="Trebuchet MS"/>
                <a:cs typeface="Trebuchet MS"/>
              </a:rPr>
              <a:t>es</a:t>
            </a:r>
            <a:r>
              <a:rPr sz="2500" i="1" spc="30" dirty="0">
                <a:latin typeface="Trebuchet MS"/>
                <a:cs typeface="Trebuchet MS"/>
              </a:rPr>
              <a:t> </a:t>
            </a:r>
            <a:r>
              <a:rPr sz="2500" i="1" dirty="0">
                <a:latin typeface="Trebuchet MS"/>
                <a:cs typeface="Trebuchet MS"/>
              </a:rPr>
              <a:t>obligatorio:</a:t>
            </a:r>
            <a:r>
              <a:rPr sz="2500" i="1" spc="35" dirty="0">
                <a:latin typeface="Trebuchet MS"/>
                <a:cs typeface="Trebuchet MS"/>
              </a:rPr>
              <a:t> </a:t>
            </a:r>
            <a:r>
              <a:rPr sz="2500" i="1" spc="355" dirty="0">
                <a:latin typeface="Trebuchet MS"/>
                <a:cs typeface="Trebuchet MS"/>
              </a:rPr>
              <a:t>Cada</a:t>
            </a:r>
            <a:r>
              <a:rPr sz="2500" i="1" spc="30" dirty="0">
                <a:latin typeface="Trebuchet MS"/>
                <a:cs typeface="Trebuchet MS"/>
              </a:rPr>
              <a:t> </a:t>
            </a:r>
            <a:r>
              <a:rPr sz="2500" i="1" dirty="0">
                <a:latin typeface="Trebuchet MS"/>
                <a:cs typeface="Trebuchet MS"/>
              </a:rPr>
              <a:t>test</a:t>
            </a:r>
            <a:r>
              <a:rPr sz="2500" i="1" spc="35" dirty="0">
                <a:latin typeface="Trebuchet MS"/>
                <a:cs typeface="Trebuchet MS"/>
              </a:rPr>
              <a:t> </a:t>
            </a:r>
            <a:r>
              <a:rPr sz="2500" i="1" spc="229" dirty="0">
                <a:latin typeface="Trebuchet MS"/>
                <a:cs typeface="Trebuchet MS"/>
              </a:rPr>
              <a:t>es</a:t>
            </a:r>
            <a:r>
              <a:rPr sz="2500" i="1" spc="30" dirty="0">
                <a:latin typeface="Trebuchet MS"/>
                <a:cs typeface="Trebuchet MS"/>
              </a:rPr>
              <a:t> </a:t>
            </a:r>
            <a:r>
              <a:rPr sz="2500" i="1" spc="254" dirty="0">
                <a:latin typeface="Trebuchet MS"/>
                <a:cs typeface="Trebuchet MS"/>
              </a:rPr>
              <a:t>una</a:t>
            </a:r>
            <a:r>
              <a:rPr sz="2500" i="1" spc="30" dirty="0">
                <a:latin typeface="Trebuchet MS"/>
                <a:cs typeface="Trebuchet MS"/>
              </a:rPr>
              <a:t> </a:t>
            </a:r>
            <a:r>
              <a:rPr sz="2500" i="1" spc="50" dirty="0">
                <a:latin typeface="Trebuchet MS"/>
                <a:cs typeface="Trebuchet MS"/>
              </a:rPr>
              <a:t>mejora.</a:t>
            </a:r>
            <a:r>
              <a:rPr sz="2500" i="1" spc="35" dirty="0">
                <a:latin typeface="Trebuchet MS"/>
                <a:cs typeface="Trebuchet MS"/>
              </a:rPr>
              <a:t> </a:t>
            </a:r>
            <a:r>
              <a:rPr sz="2500" i="1" spc="75" dirty="0">
                <a:latin typeface="Trebuchet MS"/>
                <a:cs typeface="Trebuchet MS"/>
              </a:rPr>
              <a:t>Sin</a:t>
            </a:r>
            <a:r>
              <a:rPr sz="2500" i="1" spc="30" dirty="0">
                <a:latin typeface="Trebuchet MS"/>
                <a:cs typeface="Trebuchet MS"/>
              </a:rPr>
              <a:t> </a:t>
            </a:r>
            <a:r>
              <a:rPr sz="2500" i="1" spc="165" dirty="0">
                <a:latin typeface="Trebuchet MS"/>
                <a:cs typeface="Trebuchet MS"/>
              </a:rPr>
              <a:t>cambios,</a:t>
            </a:r>
            <a:r>
              <a:rPr sz="2500" i="1" spc="35" dirty="0">
                <a:latin typeface="Trebuchet MS"/>
                <a:cs typeface="Trebuchet MS"/>
              </a:rPr>
              <a:t> </a:t>
            </a:r>
            <a:r>
              <a:rPr sz="2500" i="1" spc="240" dirty="0">
                <a:latin typeface="Trebuchet MS"/>
                <a:cs typeface="Trebuchet MS"/>
              </a:rPr>
              <a:t>no</a:t>
            </a:r>
            <a:r>
              <a:rPr sz="2500" i="1" spc="30" dirty="0">
                <a:latin typeface="Trebuchet MS"/>
                <a:cs typeface="Trebuchet MS"/>
              </a:rPr>
              <a:t> </a:t>
            </a:r>
            <a:r>
              <a:rPr sz="2500" i="1" spc="225" dirty="0">
                <a:latin typeface="Trebuchet MS"/>
                <a:cs typeface="Trebuchet MS"/>
              </a:rPr>
              <a:t>hay</a:t>
            </a:r>
            <a:r>
              <a:rPr sz="2500" i="1" spc="30" dirty="0">
                <a:latin typeface="Trebuchet MS"/>
                <a:cs typeface="Trebuchet MS"/>
              </a:rPr>
              <a:t> </a:t>
            </a:r>
            <a:r>
              <a:rPr sz="2500" i="1" spc="65" dirty="0">
                <a:latin typeface="Trebuchet MS"/>
                <a:cs typeface="Trebuchet MS"/>
              </a:rPr>
              <a:t>evolución.</a:t>
            </a:r>
            <a:endParaRPr sz="2500">
              <a:latin typeface="Trebuchet MS"/>
              <a:cs typeface="Trebuchet MS"/>
            </a:endParaRPr>
          </a:p>
          <a:p>
            <a:pPr marL="12700" marR="5080">
              <a:lnSpc>
                <a:spcPts val="3450"/>
              </a:lnSpc>
              <a:spcBef>
                <a:spcPts val="40"/>
              </a:spcBef>
            </a:pPr>
            <a:r>
              <a:rPr sz="2800" spc="-65" dirty="0">
                <a:latin typeface="SimSun-ExtB"/>
                <a:cs typeface="SimSun-ExtB"/>
              </a:rPr>
              <a:t>✅</a:t>
            </a:r>
            <a:r>
              <a:rPr sz="2800" spc="-715" dirty="0">
                <a:latin typeface="SimSun-ExtB"/>
                <a:cs typeface="SimSun-ExtB"/>
              </a:rPr>
              <a:t> </a:t>
            </a:r>
            <a:r>
              <a:rPr sz="2500" i="1" spc="170" dirty="0">
                <a:latin typeface="Trebuchet MS"/>
                <a:cs typeface="Trebuchet MS"/>
              </a:rPr>
              <a:t>Velocidad</a:t>
            </a:r>
            <a:r>
              <a:rPr sz="2500" i="1" spc="100" dirty="0">
                <a:latin typeface="Trebuchet MS"/>
                <a:cs typeface="Trebuchet MS"/>
              </a:rPr>
              <a:t> </a:t>
            </a:r>
            <a:r>
              <a:rPr sz="2500" i="1" spc="170" dirty="0">
                <a:latin typeface="Trebuchet MS"/>
                <a:cs typeface="Trebuchet MS"/>
              </a:rPr>
              <a:t>sobre</a:t>
            </a:r>
            <a:r>
              <a:rPr sz="2500" i="1" spc="95" dirty="0">
                <a:latin typeface="Trebuchet MS"/>
                <a:cs typeface="Trebuchet MS"/>
              </a:rPr>
              <a:t> </a:t>
            </a:r>
            <a:r>
              <a:rPr sz="2500" i="1" spc="85" dirty="0">
                <a:latin typeface="Trebuchet MS"/>
                <a:cs typeface="Trebuchet MS"/>
              </a:rPr>
              <a:t>perfección:</a:t>
            </a:r>
            <a:r>
              <a:rPr sz="2500" i="1" spc="100" dirty="0">
                <a:latin typeface="Trebuchet MS"/>
                <a:cs typeface="Trebuchet MS"/>
              </a:rPr>
              <a:t> </a:t>
            </a:r>
            <a:r>
              <a:rPr sz="2500" i="1" dirty="0">
                <a:latin typeface="Trebuchet MS"/>
                <a:cs typeface="Trebuchet MS"/>
              </a:rPr>
              <a:t>Mejor</a:t>
            </a:r>
            <a:r>
              <a:rPr sz="2500" i="1" spc="95" dirty="0">
                <a:latin typeface="Trebuchet MS"/>
                <a:cs typeface="Trebuchet MS"/>
              </a:rPr>
              <a:t> </a:t>
            </a:r>
            <a:r>
              <a:rPr sz="2500" i="1" spc="80" dirty="0">
                <a:latin typeface="Trebuchet MS"/>
                <a:cs typeface="Trebuchet MS"/>
              </a:rPr>
              <a:t>validar</a:t>
            </a:r>
            <a:r>
              <a:rPr sz="2500" i="1" spc="100" dirty="0">
                <a:latin typeface="Trebuchet MS"/>
                <a:cs typeface="Trebuchet MS"/>
              </a:rPr>
              <a:t> </a:t>
            </a:r>
            <a:r>
              <a:rPr sz="2500" i="1" spc="210" dirty="0">
                <a:latin typeface="Trebuchet MS"/>
                <a:cs typeface="Trebuchet MS"/>
              </a:rPr>
              <a:t>en</a:t>
            </a:r>
            <a:r>
              <a:rPr sz="2500" i="1" spc="95" dirty="0">
                <a:latin typeface="Trebuchet MS"/>
                <a:cs typeface="Trebuchet MS"/>
              </a:rPr>
              <a:t> </a:t>
            </a:r>
            <a:r>
              <a:rPr sz="2500" i="1" spc="-595" dirty="0">
                <a:latin typeface="Trebuchet MS"/>
                <a:cs typeface="Trebuchet MS"/>
              </a:rPr>
              <a:t>1</a:t>
            </a:r>
            <a:r>
              <a:rPr sz="2500" i="1" spc="100" dirty="0">
                <a:latin typeface="Trebuchet MS"/>
                <a:cs typeface="Trebuchet MS"/>
              </a:rPr>
              <a:t> </a:t>
            </a:r>
            <a:r>
              <a:rPr sz="2500" i="1" spc="310" dirty="0">
                <a:latin typeface="Trebuchet MS"/>
                <a:cs typeface="Trebuchet MS"/>
              </a:rPr>
              <a:t>mes</a:t>
            </a:r>
            <a:r>
              <a:rPr sz="2500" i="1" spc="95" dirty="0">
                <a:latin typeface="Trebuchet MS"/>
                <a:cs typeface="Trebuchet MS"/>
              </a:rPr>
              <a:t> </a:t>
            </a:r>
            <a:r>
              <a:rPr sz="2500" i="1" spc="225" dirty="0">
                <a:latin typeface="Trebuchet MS"/>
                <a:cs typeface="Trebuchet MS"/>
              </a:rPr>
              <a:t>que</a:t>
            </a:r>
            <a:r>
              <a:rPr sz="2500" i="1" spc="100" dirty="0">
                <a:latin typeface="Trebuchet MS"/>
                <a:cs typeface="Trebuchet MS"/>
              </a:rPr>
              <a:t> </a:t>
            </a:r>
            <a:r>
              <a:rPr sz="2500" i="1" spc="180" dirty="0">
                <a:latin typeface="Trebuchet MS"/>
                <a:cs typeface="Trebuchet MS"/>
              </a:rPr>
              <a:t>gastar</a:t>
            </a:r>
            <a:r>
              <a:rPr sz="2500" i="1" spc="95" dirty="0">
                <a:latin typeface="Trebuchet MS"/>
                <a:cs typeface="Trebuchet MS"/>
              </a:rPr>
              <a:t> </a:t>
            </a:r>
            <a:r>
              <a:rPr sz="2500" i="1" spc="-595" dirty="0">
                <a:latin typeface="Trebuchet MS"/>
                <a:cs typeface="Trebuchet MS"/>
              </a:rPr>
              <a:t>1</a:t>
            </a:r>
            <a:r>
              <a:rPr sz="2500" i="1" spc="100" dirty="0">
                <a:latin typeface="Trebuchet MS"/>
                <a:cs typeface="Trebuchet MS"/>
              </a:rPr>
              <a:t> </a:t>
            </a:r>
            <a:r>
              <a:rPr sz="2500" i="1" spc="280" dirty="0">
                <a:latin typeface="Trebuchet MS"/>
                <a:cs typeface="Trebuchet MS"/>
              </a:rPr>
              <a:t>año</a:t>
            </a:r>
            <a:r>
              <a:rPr sz="2500" i="1" spc="95" dirty="0">
                <a:latin typeface="Trebuchet MS"/>
                <a:cs typeface="Trebuchet MS"/>
              </a:rPr>
              <a:t> </a:t>
            </a:r>
            <a:r>
              <a:rPr sz="2500" i="1" spc="210" dirty="0">
                <a:latin typeface="Trebuchet MS"/>
                <a:cs typeface="Trebuchet MS"/>
              </a:rPr>
              <a:t>en</a:t>
            </a:r>
            <a:r>
              <a:rPr sz="2500" i="1" spc="100" dirty="0">
                <a:latin typeface="Trebuchet MS"/>
                <a:cs typeface="Trebuchet MS"/>
              </a:rPr>
              <a:t> </a:t>
            </a:r>
            <a:r>
              <a:rPr sz="2500" i="1" spc="204" dirty="0">
                <a:latin typeface="Trebuchet MS"/>
                <a:cs typeface="Trebuchet MS"/>
              </a:rPr>
              <a:t>algo</a:t>
            </a:r>
            <a:r>
              <a:rPr sz="2500" i="1" spc="95" dirty="0">
                <a:latin typeface="Trebuchet MS"/>
                <a:cs typeface="Trebuchet MS"/>
              </a:rPr>
              <a:t> </a:t>
            </a:r>
            <a:r>
              <a:rPr sz="2500" i="1" spc="225" dirty="0">
                <a:latin typeface="Trebuchet MS"/>
                <a:cs typeface="Trebuchet MS"/>
              </a:rPr>
              <a:t>que</a:t>
            </a:r>
            <a:r>
              <a:rPr sz="2500" i="1" spc="100" dirty="0">
                <a:latin typeface="Trebuchet MS"/>
                <a:cs typeface="Trebuchet MS"/>
              </a:rPr>
              <a:t> </a:t>
            </a:r>
            <a:r>
              <a:rPr sz="2500" i="1" spc="155" dirty="0">
                <a:latin typeface="Trebuchet MS"/>
                <a:cs typeface="Trebuchet MS"/>
              </a:rPr>
              <a:t>nadie </a:t>
            </a:r>
            <a:r>
              <a:rPr sz="2500" i="1" spc="-10" dirty="0">
                <a:latin typeface="Trebuchet MS"/>
                <a:cs typeface="Trebuchet MS"/>
              </a:rPr>
              <a:t>quiere.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7603392" y="1477543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237950" y="475901"/>
                </a:moveTo>
                <a:lnTo>
                  <a:pt x="189995" y="471066"/>
                </a:lnTo>
                <a:lnTo>
                  <a:pt x="145329" y="457201"/>
                </a:lnTo>
                <a:lnTo>
                  <a:pt x="104910" y="435262"/>
                </a:lnTo>
                <a:lnTo>
                  <a:pt x="69694" y="406206"/>
                </a:lnTo>
                <a:lnTo>
                  <a:pt x="40638" y="370990"/>
                </a:lnTo>
                <a:lnTo>
                  <a:pt x="18699" y="330571"/>
                </a:lnTo>
                <a:lnTo>
                  <a:pt x="4834" y="285905"/>
                </a:lnTo>
                <a:lnTo>
                  <a:pt x="0" y="237950"/>
                </a:lnTo>
                <a:lnTo>
                  <a:pt x="4834" y="189995"/>
                </a:lnTo>
                <a:lnTo>
                  <a:pt x="18699" y="145329"/>
                </a:lnTo>
                <a:lnTo>
                  <a:pt x="40638" y="104910"/>
                </a:lnTo>
                <a:lnTo>
                  <a:pt x="69694" y="69694"/>
                </a:lnTo>
                <a:lnTo>
                  <a:pt x="104910" y="40638"/>
                </a:lnTo>
                <a:lnTo>
                  <a:pt x="145329" y="18699"/>
                </a:lnTo>
                <a:lnTo>
                  <a:pt x="189995" y="4834"/>
                </a:lnTo>
                <a:lnTo>
                  <a:pt x="237950" y="0"/>
                </a:lnTo>
                <a:lnTo>
                  <a:pt x="285906" y="4834"/>
                </a:lnTo>
                <a:lnTo>
                  <a:pt x="330571" y="18699"/>
                </a:lnTo>
                <a:lnTo>
                  <a:pt x="370991" y="40638"/>
                </a:lnTo>
                <a:lnTo>
                  <a:pt x="406206" y="69694"/>
                </a:lnTo>
                <a:lnTo>
                  <a:pt x="435262" y="104910"/>
                </a:lnTo>
                <a:lnTo>
                  <a:pt x="457201" y="145329"/>
                </a:lnTo>
                <a:lnTo>
                  <a:pt x="471066" y="189995"/>
                </a:lnTo>
                <a:lnTo>
                  <a:pt x="475900" y="237950"/>
                </a:lnTo>
                <a:lnTo>
                  <a:pt x="471066" y="285905"/>
                </a:lnTo>
                <a:lnTo>
                  <a:pt x="457201" y="330571"/>
                </a:lnTo>
                <a:lnTo>
                  <a:pt x="435262" y="370990"/>
                </a:lnTo>
                <a:lnTo>
                  <a:pt x="406206" y="406206"/>
                </a:lnTo>
                <a:lnTo>
                  <a:pt x="370991" y="435262"/>
                </a:lnTo>
                <a:lnTo>
                  <a:pt x="330571" y="457201"/>
                </a:lnTo>
                <a:lnTo>
                  <a:pt x="285906" y="471066"/>
                </a:lnTo>
                <a:lnTo>
                  <a:pt x="237950" y="475901"/>
                </a:lnTo>
                <a:close/>
              </a:path>
            </a:pathLst>
          </a:custGeom>
          <a:solidFill>
            <a:srgbClr val="00C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017510" y="9016509"/>
            <a:ext cx="483870" cy="483870"/>
          </a:xfrm>
          <a:custGeom>
            <a:avLst/>
            <a:gdLst/>
            <a:ahLst/>
            <a:cxnLst/>
            <a:rect l="l" t="t" r="r" b="b"/>
            <a:pathLst>
              <a:path w="483869" h="483870">
                <a:moveTo>
                  <a:pt x="241790" y="483580"/>
                </a:moveTo>
                <a:lnTo>
                  <a:pt x="193061" y="478668"/>
                </a:lnTo>
                <a:lnTo>
                  <a:pt x="147674" y="464579"/>
                </a:lnTo>
                <a:lnTo>
                  <a:pt x="106603" y="442286"/>
                </a:lnTo>
                <a:lnTo>
                  <a:pt x="70818" y="412761"/>
                </a:lnTo>
                <a:lnTo>
                  <a:pt x="41293" y="376977"/>
                </a:lnTo>
                <a:lnTo>
                  <a:pt x="19001" y="335906"/>
                </a:lnTo>
                <a:lnTo>
                  <a:pt x="4912" y="290519"/>
                </a:lnTo>
                <a:lnTo>
                  <a:pt x="0" y="241790"/>
                </a:lnTo>
                <a:lnTo>
                  <a:pt x="4912" y="193061"/>
                </a:lnTo>
                <a:lnTo>
                  <a:pt x="19001" y="147674"/>
                </a:lnTo>
                <a:lnTo>
                  <a:pt x="41293" y="106603"/>
                </a:lnTo>
                <a:lnTo>
                  <a:pt x="70818" y="70818"/>
                </a:lnTo>
                <a:lnTo>
                  <a:pt x="106603" y="41293"/>
                </a:lnTo>
                <a:lnTo>
                  <a:pt x="147674" y="19001"/>
                </a:lnTo>
                <a:lnTo>
                  <a:pt x="193061" y="4912"/>
                </a:lnTo>
                <a:lnTo>
                  <a:pt x="241790" y="0"/>
                </a:lnTo>
                <a:lnTo>
                  <a:pt x="290519" y="4912"/>
                </a:lnTo>
                <a:lnTo>
                  <a:pt x="335906" y="19001"/>
                </a:lnTo>
                <a:lnTo>
                  <a:pt x="376978" y="41293"/>
                </a:lnTo>
                <a:lnTo>
                  <a:pt x="412762" y="70818"/>
                </a:lnTo>
                <a:lnTo>
                  <a:pt x="442287" y="106603"/>
                </a:lnTo>
                <a:lnTo>
                  <a:pt x="464579" y="147674"/>
                </a:lnTo>
                <a:lnTo>
                  <a:pt x="478668" y="193061"/>
                </a:lnTo>
                <a:lnTo>
                  <a:pt x="483581" y="241790"/>
                </a:lnTo>
                <a:lnTo>
                  <a:pt x="478668" y="290519"/>
                </a:lnTo>
                <a:lnTo>
                  <a:pt x="464579" y="335906"/>
                </a:lnTo>
                <a:lnTo>
                  <a:pt x="442287" y="376977"/>
                </a:lnTo>
                <a:lnTo>
                  <a:pt x="412762" y="412761"/>
                </a:lnTo>
                <a:lnTo>
                  <a:pt x="376978" y="442286"/>
                </a:lnTo>
                <a:lnTo>
                  <a:pt x="335906" y="464579"/>
                </a:lnTo>
                <a:lnTo>
                  <a:pt x="290519" y="478668"/>
                </a:lnTo>
                <a:lnTo>
                  <a:pt x="241790" y="483580"/>
                </a:lnTo>
                <a:close/>
              </a:path>
            </a:pathLst>
          </a:custGeom>
          <a:solidFill>
            <a:srgbClr val="FFA1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523654" y="2348907"/>
            <a:ext cx="11960860" cy="6189980"/>
            <a:chOff x="5523654" y="2348907"/>
            <a:chExt cx="11960860" cy="6189980"/>
          </a:xfrm>
        </p:grpSpPr>
        <p:sp>
          <p:nvSpPr>
            <p:cNvPr id="3" name="object 3"/>
            <p:cNvSpPr/>
            <p:nvPr/>
          </p:nvSpPr>
          <p:spPr>
            <a:xfrm>
              <a:off x="5721552" y="2546813"/>
              <a:ext cx="3780790" cy="5686425"/>
            </a:xfrm>
            <a:custGeom>
              <a:avLst/>
              <a:gdLst/>
              <a:ahLst/>
              <a:cxnLst/>
              <a:rect l="l" t="t" r="r" b="b"/>
              <a:pathLst>
                <a:path w="3780790" h="5686425">
                  <a:moveTo>
                    <a:pt x="0" y="5686418"/>
                  </a:moveTo>
                  <a:lnTo>
                    <a:pt x="0" y="0"/>
                  </a:lnTo>
                  <a:lnTo>
                    <a:pt x="3780532" y="0"/>
                  </a:lnTo>
                  <a:lnTo>
                    <a:pt x="3780531" y="5686418"/>
                  </a:lnTo>
                </a:path>
              </a:pathLst>
            </a:custGeom>
            <a:ln w="76199">
              <a:solidFill>
                <a:srgbClr val="FFA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585772" y="2546813"/>
              <a:ext cx="3780790" cy="5686425"/>
            </a:xfrm>
            <a:custGeom>
              <a:avLst/>
              <a:gdLst/>
              <a:ahLst/>
              <a:cxnLst/>
              <a:rect l="l" t="t" r="r" b="b"/>
              <a:pathLst>
                <a:path w="3780790" h="5686425">
                  <a:moveTo>
                    <a:pt x="0" y="5686418"/>
                  </a:moveTo>
                  <a:lnTo>
                    <a:pt x="0" y="0"/>
                  </a:lnTo>
                  <a:lnTo>
                    <a:pt x="3780531" y="0"/>
                  </a:lnTo>
                  <a:lnTo>
                    <a:pt x="3780531" y="5686418"/>
                  </a:lnTo>
                </a:path>
              </a:pathLst>
            </a:custGeom>
            <a:ln w="76199">
              <a:solidFill>
                <a:srgbClr val="4E6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478660" y="2546813"/>
              <a:ext cx="3780790" cy="5686425"/>
            </a:xfrm>
            <a:custGeom>
              <a:avLst/>
              <a:gdLst/>
              <a:ahLst/>
              <a:cxnLst/>
              <a:rect l="l" t="t" r="r" b="b"/>
              <a:pathLst>
                <a:path w="3780790" h="5686425">
                  <a:moveTo>
                    <a:pt x="0" y="5686418"/>
                  </a:moveTo>
                  <a:lnTo>
                    <a:pt x="0" y="0"/>
                  </a:lnTo>
                  <a:lnTo>
                    <a:pt x="3780532" y="0"/>
                  </a:lnTo>
                  <a:lnTo>
                    <a:pt x="3780531" y="5686418"/>
                  </a:lnTo>
                </a:path>
              </a:pathLst>
            </a:custGeom>
            <a:ln w="76199">
              <a:solidFill>
                <a:srgbClr val="FF4D6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24765" y="2871920"/>
              <a:ext cx="1774825" cy="1774825"/>
            </a:xfrm>
            <a:custGeom>
              <a:avLst/>
              <a:gdLst/>
              <a:ahLst/>
              <a:cxnLst/>
              <a:rect l="l" t="t" r="r" b="b"/>
              <a:pathLst>
                <a:path w="1774825" h="1774825">
                  <a:moveTo>
                    <a:pt x="887105" y="1774211"/>
                  </a:moveTo>
                  <a:lnTo>
                    <a:pt x="838432" y="1772898"/>
                  </a:lnTo>
                  <a:lnTo>
                    <a:pt x="790445" y="1769005"/>
                  </a:lnTo>
                  <a:lnTo>
                    <a:pt x="743212" y="1762600"/>
                  </a:lnTo>
                  <a:lnTo>
                    <a:pt x="696800" y="1753750"/>
                  </a:lnTo>
                  <a:lnTo>
                    <a:pt x="651278" y="1742522"/>
                  </a:lnTo>
                  <a:lnTo>
                    <a:pt x="606711" y="1728985"/>
                  </a:lnTo>
                  <a:lnTo>
                    <a:pt x="563169" y="1713207"/>
                  </a:lnTo>
                  <a:lnTo>
                    <a:pt x="520720" y="1695253"/>
                  </a:lnTo>
                  <a:lnTo>
                    <a:pt x="479429" y="1675194"/>
                  </a:lnTo>
                  <a:lnTo>
                    <a:pt x="439366" y="1653095"/>
                  </a:lnTo>
                  <a:lnTo>
                    <a:pt x="400598" y="1629025"/>
                  </a:lnTo>
                  <a:lnTo>
                    <a:pt x="363192" y="1603051"/>
                  </a:lnTo>
                  <a:lnTo>
                    <a:pt x="327217" y="1575241"/>
                  </a:lnTo>
                  <a:lnTo>
                    <a:pt x="292739" y="1545663"/>
                  </a:lnTo>
                  <a:lnTo>
                    <a:pt x="259827" y="1514384"/>
                  </a:lnTo>
                  <a:lnTo>
                    <a:pt x="228548" y="1481471"/>
                  </a:lnTo>
                  <a:lnTo>
                    <a:pt x="198969" y="1446994"/>
                  </a:lnTo>
                  <a:lnTo>
                    <a:pt x="171160" y="1411018"/>
                  </a:lnTo>
                  <a:lnTo>
                    <a:pt x="145186" y="1373613"/>
                  </a:lnTo>
                  <a:lnTo>
                    <a:pt x="121116" y="1334844"/>
                  </a:lnTo>
                  <a:lnTo>
                    <a:pt x="99017" y="1294781"/>
                  </a:lnTo>
                  <a:lnTo>
                    <a:pt x="78957" y="1253491"/>
                  </a:lnTo>
                  <a:lnTo>
                    <a:pt x="61004" y="1211041"/>
                  </a:lnTo>
                  <a:lnTo>
                    <a:pt x="45225" y="1167499"/>
                  </a:lnTo>
                  <a:lnTo>
                    <a:pt x="31688" y="1122933"/>
                  </a:lnTo>
                  <a:lnTo>
                    <a:pt x="20460" y="1077410"/>
                  </a:lnTo>
                  <a:lnTo>
                    <a:pt x="11610" y="1030998"/>
                  </a:lnTo>
                  <a:lnTo>
                    <a:pt x="5205" y="983765"/>
                  </a:lnTo>
                  <a:lnTo>
                    <a:pt x="1312" y="935778"/>
                  </a:lnTo>
                  <a:lnTo>
                    <a:pt x="0" y="887105"/>
                  </a:lnTo>
                  <a:lnTo>
                    <a:pt x="1312" y="838432"/>
                  </a:lnTo>
                  <a:lnTo>
                    <a:pt x="5205" y="790445"/>
                  </a:lnTo>
                  <a:lnTo>
                    <a:pt x="11610" y="743212"/>
                  </a:lnTo>
                  <a:lnTo>
                    <a:pt x="20460" y="696800"/>
                  </a:lnTo>
                  <a:lnTo>
                    <a:pt x="31688" y="651277"/>
                  </a:lnTo>
                  <a:lnTo>
                    <a:pt x="45225" y="606711"/>
                  </a:lnTo>
                  <a:lnTo>
                    <a:pt x="61004" y="563169"/>
                  </a:lnTo>
                  <a:lnTo>
                    <a:pt x="78957" y="520719"/>
                  </a:lnTo>
                  <a:lnTo>
                    <a:pt x="99017" y="479429"/>
                  </a:lnTo>
                  <a:lnTo>
                    <a:pt x="121116" y="439366"/>
                  </a:lnTo>
                  <a:lnTo>
                    <a:pt x="145186" y="400598"/>
                  </a:lnTo>
                  <a:lnTo>
                    <a:pt x="171160" y="363192"/>
                  </a:lnTo>
                  <a:lnTo>
                    <a:pt x="198969" y="327216"/>
                  </a:lnTo>
                  <a:lnTo>
                    <a:pt x="228548" y="292739"/>
                  </a:lnTo>
                  <a:lnTo>
                    <a:pt x="259827" y="259827"/>
                  </a:lnTo>
                  <a:lnTo>
                    <a:pt x="292739" y="228548"/>
                  </a:lnTo>
                  <a:lnTo>
                    <a:pt x="327217" y="198969"/>
                  </a:lnTo>
                  <a:lnTo>
                    <a:pt x="363192" y="171159"/>
                  </a:lnTo>
                  <a:lnTo>
                    <a:pt x="400598" y="145186"/>
                  </a:lnTo>
                  <a:lnTo>
                    <a:pt x="439366" y="121115"/>
                  </a:lnTo>
                  <a:lnTo>
                    <a:pt x="479429" y="99017"/>
                  </a:lnTo>
                  <a:lnTo>
                    <a:pt x="520720" y="78957"/>
                  </a:lnTo>
                  <a:lnTo>
                    <a:pt x="563169" y="61004"/>
                  </a:lnTo>
                  <a:lnTo>
                    <a:pt x="606711" y="45225"/>
                  </a:lnTo>
                  <a:lnTo>
                    <a:pt x="651278" y="31688"/>
                  </a:lnTo>
                  <a:lnTo>
                    <a:pt x="696800" y="20460"/>
                  </a:lnTo>
                  <a:lnTo>
                    <a:pt x="743212" y="11610"/>
                  </a:lnTo>
                  <a:lnTo>
                    <a:pt x="790445" y="5205"/>
                  </a:lnTo>
                  <a:lnTo>
                    <a:pt x="838432" y="1312"/>
                  </a:lnTo>
                  <a:lnTo>
                    <a:pt x="887105" y="0"/>
                  </a:lnTo>
                  <a:lnTo>
                    <a:pt x="935778" y="1312"/>
                  </a:lnTo>
                  <a:lnTo>
                    <a:pt x="983765" y="5205"/>
                  </a:lnTo>
                  <a:lnTo>
                    <a:pt x="1030998" y="11610"/>
                  </a:lnTo>
                  <a:lnTo>
                    <a:pt x="1077410" y="20460"/>
                  </a:lnTo>
                  <a:lnTo>
                    <a:pt x="1122933" y="31688"/>
                  </a:lnTo>
                  <a:lnTo>
                    <a:pt x="1167499" y="45225"/>
                  </a:lnTo>
                  <a:lnTo>
                    <a:pt x="1211041" y="61004"/>
                  </a:lnTo>
                  <a:lnTo>
                    <a:pt x="1253491" y="78957"/>
                  </a:lnTo>
                  <a:lnTo>
                    <a:pt x="1294781" y="99017"/>
                  </a:lnTo>
                  <a:lnTo>
                    <a:pt x="1334844" y="121115"/>
                  </a:lnTo>
                  <a:lnTo>
                    <a:pt x="1373613" y="145186"/>
                  </a:lnTo>
                  <a:lnTo>
                    <a:pt x="1411018" y="171159"/>
                  </a:lnTo>
                  <a:lnTo>
                    <a:pt x="1446994" y="198969"/>
                  </a:lnTo>
                  <a:lnTo>
                    <a:pt x="1481471" y="228548"/>
                  </a:lnTo>
                  <a:lnTo>
                    <a:pt x="1514384" y="259827"/>
                  </a:lnTo>
                  <a:lnTo>
                    <a:pt x="1545663" y="292739"/>
                  </a:lnTo>
                  <a:lnTo>
                    <a:pt x="1575241" y="327216"/>
                  </a:lnTo>
                  <a:lnTo>
                    <a:pt x="1603051" y="363192"/>
                  </a:lnTo>
                  <a:lnTo>
                    <a:pt x="1629025" y="400598"/>
                  </a:lnTo>
                  <a:lnTo>
                    <a:pt x="1653095" y="439366"/>
                  </a:lnTo>
                  <a:lnTo>
                    <a:pt x="1675194" y="479429"/>
                  </a:lnTo>
                  <a:lnTo>
                    <a:pt x="1695254" y="520719"/>
                  </a:lnTo>
                  <a:lnTo>
                    <a:pt x="1713207" y="563169"/>
                  </a:lnTo>
                  <a:lnTo>
                    <a:pt x="1728986" y="606711"/>
                  </a:lnTo>
                  <a:lnTo>
                    <a:pt x="1742523" y="651277"/>
                  </a:lnTo>
                  <a:lnTo>
                    <a:pt x="1753750" y="696800"/>
                  </a:lnTo>
                  <a:lnTo>
                    <a:pt x="1762600" y="743212"/>
                  </a:lnTo>
                  <a:lnTo>
                    <a:pt x="1769005" y="790445"/>
                  </a:lnTo>
                  <a:lnTo>
                    <a:pt x="1772898" y="838432"/>
                  </a:lnTo>
                  <a:lnTo>
                    <a:pt x="1774211" y="887105"/>
                  </a:lnTo>
                  <a:lnTo>
                    <a:pt x="1772898" y="935778"/>
                  </a:lnTo>
                  <a:lnTo>
                    <a:pt x="1769005" y="983765"/>
                  </a:lnTo>
                  <a:lnTo>
                    <a:pt x="1762600" y="1030998"/>
                  </a:lnTo>
                  <a:lnTo>
                    <a:pt x="1753750" y="1077410"/>
                  </a:lnTo>
                  <a:lnTo>
                    <a:pt x="1742523" y="1122933"/>
                  </a:lnTo>
                  <a:lnTo>
                    <a:pt x="1728986" y="1167499"/>
                  </a:lnTo>
                  <a:lnTo>
                    <a:pt x="1713207" y="1211041"/>
                  </a:lnTo>
                  <a:lnTo>
                    <a:pt x="1695254" y="1253491"/>
                  </a:lnTo>
                  <a:lnTo>
                    <a:pt x="1675194" y="1294781"/>
                  </a:lnTo>
                  <a:lnTo>
                    <a:pt x="1653095" y="1334844"/>
                  </a:lnTo>
                  <a:lnTo>
                    <a:pt x="1629025" y="1373613"/>
                  </a:lnTo>
                  <a:lnTo>
                    <a:pt x="1603051" y="1411018"/>
                  </a:lnTo>
                  <a:lnTo>
                    <a:pt x="1575241" y="1446994"/>
                  </a:lnTo>
                  <a:lnTo>
                    <a:pt x="1545663" y="1481471"/>
                  </a:lnTo>
                  <a:lnTo>
                    <a:pt x="1514384" y="1514384"/>
                  </a:lnTo>
                  <a:lnTo>
                    <a:pt x="1481471" y="1545663"/>
                  </a:lnTo>
                  <a:lnTo>
                    <a:pt x="1446994" y="1575241"/>
                  </a:lnTo>
                  <a:lnTo>
                    <a:pt x="1411018" y="1603051"/>
                  </a:lnTo>
                  <a:lnTo>
                    <a:pt x="1373613" y="1629025"/>
                  </a:lnTo>
                  <a:lnTo>
                    <a:pt x="1334844" y="1653095"/>
                  </a:lnTo>
                  <a:lnTo>
                    <a:pt x="1294781" y="1675194"/>
                  </a:lnTo>
                  <a:lnTo>
                    <a:pt x="1253491" y="1695253"/>
                  </a:lnTo>
                  <a:lnTo>
                    <a:pt x="1211041" y="1713207"/>
                  </a:lnTo>
                  <a:lnTo>
                    <a:pt x="1167499" y="1728985"/>
                  </a:lnTo>
                  <a:lnTo>
                    <a:pt x="1122933" y="1742522"/>
                  </a:lnTo>
                  <a:lnTo>
                    <a:pt x="1077410" y="1753750"/>
                  </a:lnTo>
                  <a:lnTo>
                    <a:pt x="1030998" y="1762600"/>
                  </a:lnTo>
                  <a:lnTo>
                    <a:pt x="983765" y="1769005"/>
                  </a:lnTo>
                  <a:lnTo>
                    <a:pt x="935778" y="1772898"/>
                  </a:lnTo>
                  <a:lnTo>
                    <a:pt x="887105" y="1774211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588985" y="2871920"/>
              <a:ext cx="1774825" cy="1774825"/>
            </a:xfrm>
            <a:custGeom>
              <a:avLst/>
              <a:gdLst/>
              <a:ahLst/>
              <a:cxnLst/>
              <a:rect l="l" t="t" r="r" b="b"/>
              <a:pathLst>
                <a:path w="1774825" h="1774825">
                  <a:moveTo>
                    <a:pt x="887105" y="1774211"/>
                  </a:moveTo>
                  <a:lnTo>
                    <a:pt x="838432" y="1772898"/>
                  </a:lnTo>
                  <a:lnTo>
                    <a:pt x="790445" y="1769005"/>
                  </a:lnTo>
                  <a:lnTo>
                    <a:pt x="743212" y="1762600"/>
                  </a:lnTo>
                  <a:lnTo>
                    <a:pt x="696800" y="1753750"/>
                  </a:lnTo>
                  <a:lnTo>
                    <a:pt x="651277" y="1742522"/>
                  </a:lnTo>
                  <a:lnTo>
                    <a:pt x="606711" y="1728985"/>
                  </a:lnTo>
                  <a:lnTo>
                    <a:pt x="563169" y="1713207"/>
                  </a:lnTo>
                  <a:lnTo>
                    <a:pt x="520719" y="1695253"/>
                  </a:lnTo>
                  <a:lnTo>
                    <a:pt x="479429" y="1675194"/>
                  </a:lnTo>
                  <a:lnTo>
                    <a:pt x="439366" y="1653095"/>
                  </a:lnTo>
                  <a:lnTo>
                    <a:pt x="400598" y="1629025"/>
                  </a:lnTo>
                  <a:lnTo>
                    <a:pt x="363192" y="1603051"/>
                  </a:lnTo>
                  <a:lnTo>
                    <a:pt x="327217" y="1575241"/>
                  </a:lnTo>
                  <a:lnTo>
                    <a:pt x="292739" y="1545663"/>
                  </a:lnTo>
                  <a:lnTo>
                    <a:pt x="259827" y="1514384"/>
                  </a:lnTo>
                  <a:lnTo>
                    <a:pt x="228548" y="1481471"/>
                  </a:lnTo>
                  <a:lnTo>
                    <a:pt x="198969" y="1446994"/>
                  </a:lnTo>
                  <a:lnTo>
                    <a:pt x="171159" y="1411018"/>
                  </a:lnTo>
                  <a:lnTo>
                    <a:pt x="145186" y="1373613"/>
                  </a:lnTo>
                  <a:lnTo>
                    <a:pt x="121115" y="1334844"/>
                  </a:lnTo>
                  <a:lnTo>
                    <a:pt x="99017" y="1294781"/>
                  </a:lnTo>
                  <a:lnTo>
                    <a:pt x="78957" y="1253491"/>
                  </a:lnTo>
                  <a:lnTo>
                    <a:pt x="61004" y="1211041"/>
                  </a:lnTo>
                  <a:lnTo>
                    <a:pt x="45225" y="1167499"/>
                  </a:lnTo>
                  <a:lnTo>
                    <a:pt x="31688" y="1122933"/>
                  </a:lnTo>
                  <a:lnTo>
                    <a:pt x="20460" y="1077410"/>
                  </a:lnTo>
                  <a:lnTo>
                    <a:pt x="11610" y="1030998"/>
                  </a:lnTo>
                  <a:lnTo>
                    <a:pt x="5205" y="983765"/>
                  </a:lnTo>
                  <a:lnTo>
                    <a:pt x="1312" y="935778"/>
                  </a:lnTo>
                  <a:lnTo>
                    <a:pt x="0" y="887105"/>
                  </a:lnTo>
                  <a:lnTo>
                    <a:pt x="1312" y="838432"/>
                  </a:lnTo>
                  <a:lnTo>
                    <a:pt x="5205" y="790445"/>
                  </a:lnTo>
                  <a:lnTo>
                    <a:pt x="11610" y="743212"/>
                  </a:lnTo>
                  <a:lnTo>
                    <a:pt x="20460" y="696800"/>
                  </a:lnTo>
                  <a:lnTo>
                    <a:pt x="31688" y="651277"/>
                  </a:lnTo>
                  <a:lnTo>
                    <a:pt x="45225" y="606711"/>
                  </a:lnTo>
                  <a:lnTo>
                    <a:pt x="61004" y="563169"/>
                  </a:lnTo>
                  <a:lnTo>
                    <a:pt x="78957" y="520719"/>
                  </a:lnTo>
                  <a:lnTo>
                    <a:pt x="99017" y="479429"/>
                  </a:lnTo>
                  <a:lnTo>
                    <a:pt x="121115" y="439366"/>
                  </a:lnTo>
                  <a:lnTo>
                    <a:pt x="145186" y="400598"/>
                  </a:lnTo>
                  <a:lnTo>
                    <a:pt x="171159" y="363192"/>
                  </a:lnTo>
                  <a:lnTo>
                    <a:pt x="198969" y="327216"/>
                  </a:lnTo>
                  <a:lnTo>
                    <a:pt x="228548" y="292739"/>
                  </a:lnTo>
                  <a:lnTo>
                    <a:pt x="259827" y="259827"/>
                  </a:lnTo>
                  <a:lnTo>
                    <a:pt x="292739" y="228548"/>
                  </a:lnTo>
                  <a:lnTo>
                    <a:pt x="327217" y="198969"/>
                  </a:lnTo>
                  <a:lnTo>
                    <a:pt x="363192" y="171159"/>
                  </a:lnTo>
                  <a:lnTo>
                    <a:pt x="400598" y="145186"/>
                  </a:lnTo>
                  <a:lnTo>
                    <a:pt x="439366" y="121115"/>
                  </a:lnTo>
                  <a:lnTo>
                    <a:pt x="479429" y="99017"/>
                  </a:lnTo>
                  <a:lnTo>
                    <a:pt x="520719" y="78957"/>
                  </a:lnTo>
                  <a:lnTo>
                    <a:pt x="563169" y="61004"/>
                  </a:lnTo>
                  <a:lnTo>
                    <a:pt x="606711" y="45225"/>
                  </a:lnTo>
                  <a:lnTo>
                    <a:pt x="651277" y="31688"/>
                  </a:lnTo>
                  <a:lnTo>
                    <a:pt x="696800" y="20460"/>
                  </a:lnTo>
                  <a:lnTo>
                    <a:pt x="743212" y="11610"/>
                  </a:lnTo>
                  <a:lnTo>
                    <a:pt x="790445" y="5205"/>
                  </a:lnTo>
                  <a:lnTo>
                    <a:pt x="838432" y="1312"/>
                  </a:lnTo>
                  <a:lnTo>
                    <a:pt x="887105" y="0"/>
                  </a:lnTo>
                  <a:lnTo>
                    <a:pt x="935778" y="1312"/>
                  </a:lnTo>
                  <a:lnTo>
                    <a:pt x="983765" y="5205"/>
                  </a:lnTo>
                  <a:lnTo>
                    <a:pt x="1030998" y="11610"/>
                  </a:lnTo>
                  <a:lnTo>
                    <a:pt x="1077410" y="20460"/>
                  </a:lnTo>
                  <a:lnTo>
                    <a:pt x="1122933" y="31688"/>
                  </a:lnTo>
                  <a:lnTo>
                    <a:pt x="1167499" y="45225"/>
                  </a:lnTo>
                  <a:lnTo>
                    <a:pt x="1211041" y="61004"/>
                  </a:lnTo>
                  <a:lnTo>
                    <a:pt x="1253491" y="78957"/>
                  </a:lnTo>
                  <a:lnTo>
                    <a:pt x="1294781" y="99017"/>
                  </a:lnTo>
                  <a:lnTo>
                    <a:pt x="1334844" y="121115"/>
                  </a:lnTo>
                  <a:lnTo>
                    <a:pt x="1373612" y="145186"/>
                  </a:lnTo>
                  <a:lnTo>
                    <a:pt x="1411018" y="171159"/>
                  </a:lnTo>
                  <a:lnTo>
                    <a:pt x="1446994" y="198969"/>
                  </a:lnTo>
                  <a:lnTo>
                    <a:pt x="1481471" y="228548"/>
                  </a:lnTo>
                  <a:lnTo>
                    <a:pt x="1514383" y="259827"/>
                  </a:lnTo>
                  <a:lnTo>
                    <a:pt x="1545662" y="292739"/>
                  </a:lnTo>
                  <a:lnTo>
                    <a:pt x="1575241" y="327216"/>
                  </a:lnTo>
                  <a:lnTo>
                    <a:pt x="1603051" y="363192"/>
                  </a:lnTo>
                  <a:lnTo>
                    <a:pt x="1629025" y="400598"/>
                  </a:lnTo>
                  <a:lnTo>
                    <a:pt x="1653095" y="439366"/>
                  </a:lnTo>
                  <a:lnTo>
                    <a:pt x="1675193" y="479429"/>
                  </a:lnTo>
                  <a:lnTo>
                    <a:pt x="1695253" y="520719"/>
                  </a:lnTo>
                  <a:lnTo>
                    <a:pt x="1713206" y="563169"/>
                  </a:lnTo>
                  <a:lnTo>
                    <a:pt x="1728985" y="606711"/>
                  </a:lnTo>
                  <a:lnTo>
                    <a:pt x="1742522" y="651277"/>
                  </a:lnTo>
                  <a:lnTo>
                    <a:pt x="1753750" y="696800"/>
                  </a:lnTo>
                  <a:lnTo>
                    <a:pt x="1762600" y="743212"/>
                  </a:lnTo>
                  <a:lnTo>
                    <a:pt x="1769005" y="790445"/>
                  </a:lnTo>
                  <a:lnTo>
                    <a:pt x="1772898" y="838432"/>
                  </a:lnTo>
                  <a:lnTo>
                    <a:pt x="1774211" y="887105"/>
                  </a:lnTo>
                  <a:lnTo>
                    <a:pt x="1772898" y="935778"/>
                  </a:lnTo>
                  <a:lnTo>
                    <a:pt x="1769005" y="983765"/>
                  </a:lnTo>
                  <a:lnTo>
                    <a:pt x="1762600" y="1030998"/>
                  </a:lnTo>
                  <a:lnTo>
                    <a:pt x="1753750" y="1077410"/>
                  </a:lnTo>
                  <a:lnTo>
                    <a:pt x="1742522" y="1122933"/>
                  </a:lnTo>
                  <a:lnTo>
                    <a:pt x="1728985" y="1167499"/>
                  </a:lnTo>
                  <a:lnTo>
                    <a:pt x="1713206" y="1211041"/>
                  </a:lnTo>
                  <a:lnTo>
                    <a:pt x="1695253" y="1253491"/>
                  </a:lnTo>
                  <a:lnTo>
                    <a:pt x="1675193" y="1294781"/>
                  </a:lnTo>
                  <a:lnTo>
                    <a:pt x="1653095" y="1334844"/>
                  </a:lnTo>
                  <a:lnTo>
                    <a:pt x="1629025" y="1373613"/>
                  </a:lnTo>
                  <a:lnTo>
                    <a:pt x="1603051" y="1411018"/>
                  </a:lnTo>
                  <a:lnTo>
                    <a:pt x="1575241" y="1446994"/>
                  </a:lnTo>
                  <a:lnTo>
                    <a:pt x="1545662" y="1481471"/>
                  </a:lnTo>
                  <a:lnTo>
                    <a:pt x="1514383" y="1514384"/>
                  </a:lnTo>
                  <a:lnTo>
                    <a:pt x="1481471" y="1545663"/>
                  </a:lnTo>
                  <a:lnTo>
                    <a:pt x="1446994" y="1575241"/>
                  </a:lnTo>
                  <a:lnTo>
                    <a:pt x="1411018" y="1603051"/>
                  </a:lnTo>
                  <a:lnTo>
                    <a:pt x="1373612" y="1629025"/>
                  </a:lnTo>
                  <a:lnTo>
                    <a:pt x="1334844" y="1653095"/>
                  </a:lnTo>
                  <a:lnTo>
                    <a:pt x="1294781" y="1675194"/>
                  </a:lnTo>
                  <a:lnTo>
                    <a:pt x="1253491" y="1695253"/>
                  </a:lnTo>
                  <a:lnTo>
                    <a:pt x="1211041" y="1713207"/>
                  </a:lnTo>
                  <a:lnTo>
                    <a:pt x="1167499" y="1728985"/>
                  </a:lnTo>
                  <a:lnTo>
                    <a:pt x="1122933" y="1742522"/>
                  </a:lnTo>
                  <a:lnTo>
                    <a:pt x="1077410" y="1753750"/>
                  </a:lnTo>
                  <a:lnTo>
                    <a:pt x="1030998" y="1762600"/>
                  </a:lnTo>
                  <a:lnTo>
                    <a:pt x="983765" y="1769005"/>
                  </a:lnTo>
                  <a:lnTo>
                    <a:pt x="935778" y="1772898"/>
                  </a:lnTo>
                  <a:lnTo>
                    <a:pt x="887105" y="1774211"/>
                  </a:lnTo>
                  <a:close/>
                </a:path>
              </a:pathLst>
            </a:custGeom>
            <a:solidFill>
              <a:srgbClr val="4E6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481875" y="2871920"/>
              <a:ext cx="1774825" cy="1774825"/>
            </a:xfrm>
            <a:custGeom>
              <a:avLst/>
              <a:gdLst/>
              <a:ahLst/>
              <a:cxnLst/>
              <a:rect l="l" t="t" r="r" b="b"/>
              <a:pathLst>
                <a:path w="1774825" h="1774825">
                  <a:moveTo>
                    <a:pt x="887104" y="1774211"/>
                  </a:moveTo>
                  <a:lnTo>
                    <a:pt x="838431" y="1772898"/>
                  </a:lnTo>
                  <a:lnTo>
                    <a:pt x="790444" y="1769005"/>
                  </a:lnTo>
                  <a:lnTo>
                    <a:pt x="743211" y="1762600"/>
                  </a:lnTo>
                  <a:lnTo>
                    <a:pt x="696799" y="1753750"/>
                  </a:lnTo>
                  <a:lnTo>
                    <a:pt x="651277" y="1742522"/>
                  </a:lnTo>
                  <a:lnTo>
                    <a:pt x="606711" y="1728985"/>
                  </a:lnTo>
                  <a:lnTo>
                    <a:pt x="563169" y="1713207"/>
                  </a:lnTo>
                  <a:lnTo>
                    <a:pt x="520719" y="1695253"/>
                  </a:lnTo>
                  <a:lnTo>
                    <a:pt x="479429" y="1675194"/>
                  </a:lnTo>
                  <a:lnTo>
                    <a:pt x="439365" y="1653095"/>
                  </a:lnTo>
                  <a:lnTo>
                    <a:pt x="400597" y="1629025"/>
                  </a:lnTo>
                  <a:lnTo>
                    <a:pt x="363192" y="1603051"/>
                  </a:lnTo>
                  <a:lnTo>
                    <a:pt x="327216" y="1575241"/>
                  </a:lnTo>
                  <a:lnTo>
                    <a:pt x="292739" y="1545663"/>
                  </a:lnTo>
                  <a:lnTo>
                    <a:pt x="259826" y="1514384"/>
                  </a:lnTo>
                  <a:lnTo>
                    <a:pt x="228547" y="1481471"/>
                  </a:lnTo>
                  <a:lnTo>
                    <a:pt x="198969" y="1446994"/>
                  </a:lnTo>
                  <a:lnTo>
                    <a:pt x="171159" y="1411018"/>
                  </a:lnTo>
                  <a:lnTo>
                    <a:pt x="145185" y="1373613"/>
                  </a:lnTo>
                  <a:lnTo>
                    <a:pt x="121115" y="1334844"/>
                  </a:lnTo>
                  <a:lnTo>
                    <a:pt x="99017" y="1294781"/>
                  </a:lnTo>
                  <a:lnTo>
                    <a:pt x="78957" y="1253491"/>
                  </a:lnTo>
                  <a:lnTo>
                    <a:pt x="61004" y="1211041"/>
                  </a:lnTo>
                  <a:lnTo>
                    <a:pt x="45225" y="1167499"/>
                  </a:lnTo>
                  <a:lnTo>
                    <a:pt x="31688" y="1122933"/>
                  </a:lnTo>
                  <a:lnTo>
                    <a:pt x="20460" y="1077410"/>
                  </a:lnTo>
                  <a:lnTo>
                    <a:pt x="11610" y="1030998"/>
                  </a:lnTo>
                  <a:lnTo>
                    <a:pt x="5205" y="983765"/>
                  </a:lnTo>
                  <a:lnTo>
                    <a:pt x="1312" y="935778"/>
                  </a:lnTo>
                  <a:lnTo>
                    <a:pt x="0" y="887105"/>
                  </a:lnTo>
                  <a:lnTo>
                    <a:pt x="1312" y="838432"/>
                  </a:lnTo>
                  <a:lnTo>
                    <a:pt x="5205" y="790445"/>
                  </a:lnTo>
                  <a:lnTo>
                    <a:pt x="11610" y="743212"/>
                  </a:lnTo>
                  <a:lnTo>
                    <a:pt x="20460" y="696800"/>
                  </a:lnTo>
                  <a:lnTo>
                    <a:pt x="31688" y="651277"/>
                  </a:lnTo>
                  <a:lnTo>
                    <a:pt x="45225" y="606711"/>
                  </a:lnTo>
                  <a:lnTo>
                    <a:pt x="61004" y="563169"/>
                  </a:lnTo>
                  <a:lnTo>
                    <a:pt x="78957" y="520719"/>
                  </a:lnTo>
                  <a:lnTo>
                    <a:pt x="99017" y="479429"/>
                  </a:lnTo>
                  <a:lnTo>
                    <a:pt x="121115" y="439366"/>
                  </a:lnTo>
                  <a:lnTo>
                    <a:pt x="145185" y="400598"/>
                  </a:lnTo>
                  <a:lnTo>
                    <a:pt x="171159" y="363192"/>
                  </a:lnTo>
                  <a:lnTo>
                    <a:pt x="198969" y="327216"/>
                  </a:lnTo>
                  <a:lnTo>
                    <a:pt x="228547" y="292739"/>
                  </a:lnTo>
                  <a:lnTo>
                    <a:pt x="259826" y="259827"/>
                  </a:lnTo>
                  <a:lnTo>
                    <a:pt x="292739" y="228548"/>
                  </a:lnTo>
                  <a:lnTo>
                    <a:pt x="327216" y="198969"/>
                  </a:lnTo>
                  <a:lnTo>
                    <a:pt x="363192" y="171159"/>
                  </a:lnTo>
                  <a:lnTo>
                    <a:pt x="400597" y="145186"/>
                  </a:lnTo>
                  <a:lnTo>
                    <a:pt x="439365" y="121115"/>
                  </a:lnTo>
                  <a:lnTo>
                    <a:pt x="479429" y="99017"/>
                  </a:lnTo>
                  <a:lnTo>
                    <a:pt x="520719" y="78957"/>
                  </a:lnTo>
                  <a:lnTo>
                    <a:pt x="563169" y="61004"/>
                  </a:lnTo>
                  <a:lnTo>
                    <a:pt x="606711" y="45225"/>
                  </a:lnTo>
                  <a:lnTo>
                    <a:pt x="651277" y="31688"/>
                  </a:lnTo>
                  <a:lnTo>
                    <a:pt x="696799" y="20460"/>
                  </a:lnTo>
                  <a:lnTo>
                    <a:pt x="743211" y="11610"/>
                  </a:lnTo>
                  <a:lnTo>
                    <a:pt x="790444" y="5205"/>
                  </a:lnTo>
                  <a:lnTo>
                    <a:pt x="838431" y="1312"/>
                  </a:lnTo>
                  <a:lnTo>
                    <a:pt x="887104" y="0"/>
                  </a:lnTo>
                  <a:lnTo>
                    <a:pt x="935777" y="1312"/>
                  </a:lnTo>
                  <a:lnTo>
                    <a:pt x="983764" y="5205"/>
                  </a:lnTo>
                  <a:lnTo>
                    <a:pt x="1030998" y="11610"/>
                  </a:lnTo>
                  <a:lnTo>
                    <a:pt x="1077410" y="20460"/>
                  </a:lnTo>
                  <a:lnTo>
                    <a:pt x="1122933" y="31688"/>
                  </a:lnTo>
                  <a:lnTo>
                    <a:pt x="1167499" y="45225"/>
                  </a:lnTo>
                  <a:lnTo>
                    <a:pt x="1211041" y="61004"/>
                  </a:lnTo>
                  <a:lnTo>
                    <a:pt x="1253491" y="78957"/>
                  </a:lnTo>
                  <a:lnTo>
                    <a:pt x="1294781" y="99017"/>
                  </a:lnTo>
                  <a:lnTo>
                    <a:pt x="1334844" y="121115"/>
                  </a:lnTo>
                  <a:lnTo>
                    <a:pt x="1373612" y="145186"/>
                  </a:lnTo>
                  <a:lnTo>
                    <a:pt x="1411018" y="171159"/>
                  </a:lnTo>
                  <a:lnTo>
                    <a:pt x="1446994" y="198969"/>
                  </a:lnTo>
                  <a:lnTo>
                    <a:pt x="1481471" y="228548"/>
                  </a:lnTo>
                  <a:lnTo>
                    <a:pt x="1514383" y="259827"/>
                  </a:lnTo>
                  <a:lnTo>
                    <a:pt x="1545663" y="292739"/>
                  </a:lnTo>
                  <a:lnTo>
                    <a:pt x="1575241" y="327216"/>
                  </a:lnTo>
                  <a:lnTo>
                    <a:pt x="1603051" y="363192"/>
                  </a:lnTo>
                  <a:lnTo>
                    <a:pt x="1629025" y="400598"/>
                  </a:lnTo>
                  <a:lnTo>
                    <a:pt x="1653095" y="439366"/>
                  </a:lnTo>
                  <a:lnTo>
                    <a:pt x="1675194" y="479429"/>
                  </a:lnTo>
                  <a:lnTo>
                    <a:pt x="1695253" y="520719"/>
                  </a:lnTo>
                  <a:lnTo>
                    <a:pt x="1713207" y="563169"/>
                  </a:lnTo>
                  <a:lnTo>
                    <a:pt x="1728985" y="606711"/>
                  </a:lnTo>
                  <a:lnTo>
                    <a:pt x="1742522" y="651277"/>
                  </a:lnTo>
                  <a:lnTo>
                    <a:pt x="1753750" y="696800"/>
                  </a:lnTo>
                  <a:lnTo>
                    <a:pt x="1762600" y="743212"/>
                  </a:lnTo>
                  <a:lnTo>
                    <a:pt x="1769005" y="790445"/>
                  </a:lnTo>
                  <a:lnTo>
                    <a:pt x="1772898" y="838432"/>
                  </a:lnTo>
                  <a:lnTo>
                    <a:pt x="1774211" y="887105"/>
                  </a:lnTo>
                  <a:lnTo>
                    <a:pt x="1772898" y="935778"/>
                  </a:lnTo>
                  <a:lnTo>
                    <a:pt x="1769005" y="983765"/>
                  </a:lnTo>
                  <a:lnTo>
                    <a:pt x="1762600" y="1030998"/>
                  </a:lnTo>
                  <a:lnTo>
                    <a:pt x="1753750" y="1077410"/>
                  </a:lnTo>
                  <a:lnTo>
                    <a:pt x="1742522" y="1122933"/>
                  </a:lnTo>
                  <a:lnTo>
                    <a:pt x="1728985" y="1167499"/>
                  </a:lnTo>
                  <a:lnTo>
                    <a:pt x="1713207" y="1211041"/>
                  </a:lnTo>
                  <a:lnTo>
                    <a:pt x="1695253" y="1253491"/>
                  </a:lnTo>
                  <a:lnTo>
                    <a:pt x="1675194" y="1294781"/>
                  </a:lnTo>
                  <a:lnTo>
                    <a:pt x="1653095" y="1334844"/>
                  </a:lnTo>
                  <a:lnTo>
                    <a:pt x="1629025" y="1373613"/>
                  </a:lnTo>
                  <a:lnTo>
                    <a:pt x="1603051" y="1411018"/>
                  </a:lnTo>
                  <a:lnTo>
                    <a:pt x="1575241" y="1446994"/>
                  </a:lnTo>
                  <a:lnTo>
                    <a:pt x="1545663" y="1481471"/>
                  </a:lnTo>
                  <a:lnTo>
                    <a:pt x="1514383" y="1514384"/>
                  </a:lnTo>
                  <a:lnTo>
                    <a:pt x="1481471" y="1545663"/>
                  </a:lnTo>
                  <a:lnTo>
                    <a:pt x="1446994" y="1575241"/>
                  </a:lnTo>
                  <a:lnTo>
                    <a:pt x="1411018" y="1603051"/>
                  </a:lnTo>
                  <a:lnTo>
                    <a:pt x="1373612" y="1629025"/>
                  </a:lnTo>
                  <a:lnTo>
                    <a:pt x="1334844" y="1653095"/>
                  </a:lnTo>
                  <a:lnTo>
                    <a:pt x="1294781" y="1675194"/>
                  </a:lnTo>
                  <a:lnTo>
                    <a:pt x="1253491" y="1695253"/>
                  </a:lnTo>
                  <a:lnTo>
                    <a:pt x="1211041" y="1713207"/>
                  </a:lnTo>
                  <a:lnTo>
                    <a:pt x="1167499" y="1728985"/>
                  </a:lnTo>
                  <a:lnTo>
                    <a:pt x="1122933" y="1742522"/>
                  </a:lnTo>
                  <a:lnTo>
                    <a:pt x="1077410" y="1753750"/>
                  </a:lnTo>
                  <a:lnTo>
                    <a:pt x="1030998" y="1762600"/>
                  </a:lnTo>
                  <a:lnTo>
                    <a:pt x="983764" y="1769005"/>
                  </a:lnTo>
                  <a:lnTo>
                    <a:pt x="935777" y="1772898"/>
                  </a:lnTo>
                  <a:lnTo>
                    <a:pt x="887104" y="1774211"/>
                  </a:lnTo>
                  <a:close/>
                </a:path>
              </a:pathLst>
            </a:custGeom>
            <a:solidFill>
              <a:srgbClr val="FF4D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071853" y="2348907"/>
              <a:ext cx="396240" cy="396240"/>
            </a:xfrm>
            <a:custGeom>
              <a:avLst/>
              <a:gdLst/>
              <a:ahLst/>
              <a:cxnLst/>
              <a:rect l="l" t="t" r="r" b="b"/>
              <a:pathLst>
                <a:path w="396240" h="396239">
                  <a:moveTo>
                    <a:pt x="197898" y="395795"/>
                  </a:moveTo>
                  <a:lnTo>
                    <a:pt x="152521" y="390569"/>
                  </a:lnTo>
                  <a:lnTo>
                    <a:pt x="110867" y="375681"/>
                  </a:lnTo>
                  <a:lnTo>
                    <a:pt x="74122" y="352319"/>
                  </a:lnTo>
                  <a:lnTo>
                    <a:pt x="43475" y="321672"/>
                  </a:lnTo>
                  <a:lnTo>
                    <a:pt x="20114" y="284928"/>
                  </a:lnTo>
                  <a:lnTo>
                    <a:pt x="5226" y="243274"/>
                  </a:lnTo>
                  <a:lnTo>
                    <a:pt x="0" y="197897"/>
                  </a:lnTo>
                  <a:lnTo>
                    <a:pt x="5226" y="152521"/>
                  </a:lnTo>
                  <a:lnTo>
                    <a:pt x="20114" y="110867"/>
                  </a:lnTo>
                  <a:lnTo>
                    <a:pt x="43475" y="74122"/>
                  </a:lnTo>
                  <a:lnTo>
                    <a:pt x="74122" y="43475"/>
                  </a:lnTo>
                  <a:lnTo>
                    <a:pt x="110867" y="20114"/>
                  </a:lnTo>
                  <a:lnTo>
                    <a:pt x="152521" y="5226"/>
                  </a:lnTo>
                  <a:lnTo>
                    <a:pt x="197898" y="0"/>
                  </a:lnTo>
                  <a:lnTo>
                    <a:pt x="243274" y="5226"/>
                  </a:lnTo>
                  <a:lnTo>
                    <a:pt x="284928" y="20114"/>
                  </a:lnTo>
                  <a:lnTo>
                    <a:pt x="321673" y="43475"/>
                  </a:lnTo>
                  <a:lnTo>
                    <a:pt x="352320" y="74122"/>
                  </a:lnTo>
                  <a:lnTo>
                    <a:pt x="375681" y="110867"/>
                  </a:lnTo>
                  <a:lnTo>
                    <a:pt x="390569" y="152521"/>
                  </a:lnTo>
                  <a:lnTo>
                    <a:pt x="395796" y="197897"/>
                  </a:lnTo>
                  <a:lnTo>
                    <a:pt x="390569" y="243274"/>
                  </a:lnTo>
                  <a:lnTo>
                    <a:pt x="375681" y="284928"/>
                  </a:lnTo>
                  <a:lnTo>
                    <a:pt x="352320" y="321672"/>
                  </a:lnTo>
                  <a:lnTo>
                    <a:pt x="321673" y="352319"/>
                  </a:lnTo>
                  <a:lnTo>
                    <a:pt x="284928" y="375681"/>
                  </a:lnTo>
                  <a:lnTo>
                    <a:pt x="243274" y="390569"/>
                  </a:lnTo>
                  <a:lnTo>
                    <a:pt x="197898" y="395795"/>
                  </a:lnTo>
                  <a:close/>
                </a:path>
              </a:pathLst>
            </a:custGeom>
            <a:solidFill>
              <a:srgbClr val="00C8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879385" y="7933841"/>
              <a:ext cx="605155" cy="605155"/>
            </a:xfrm>
            <a:custGeom>
              <a:avLst/>
              <a:gdLst/>
              <a:ahLst/>
              <a:cxnLst/>
              <a:rect l="l" t="t" r="r" b="b"/>
              <a:pathLst>
                <a:path w="605155" h="605154">
                  <a:moveTo>
                    <a:pt x="302513" y="605029"/>
                  </a:moveTo>
                  <a:lnTo>
                    <a:pt x="253444" y="601069"/>
                  </a:lnTo>
                  <a:lnTo>
                    <a:pt x="206896" y="589606"/>
                  </a:lnTo>
                  <a:lnTo>
                    <a:pt x="163491" y="571263"/>
                  </a:lnTo>
                  <a:lnTo>
                    <a:pt x="123853" y="546661"/>
                  </a:lnTo>
                  <a:lnTo>
                    <a:pt x="88604" y="516424"/>
                  </a:lnTo>
                  <a:lnTo>
                    <a:pt x="58367" y="481175"/>
                  </a:lnTo>
                  <a:lnTo>
                    <a:pt x="33766" y="441537"/>
                  </a:lnTo>
                  <a:lnTo>
                    <a:pt x="15422" y="398132"/>
                  </a:lnTo>
                  <a:lnTo>
                    <a:pt x="3959" y="351584"/>
                  </a:lnTo>
                  <a:lnTo>
                    <a:pt x="0" y="302514"/>
                  </a:lnTo>
                  <a:lnTo>
                    <a:pt x="3959" y="253445"/>
                  </a:lnTo>
                  <a:lnTo>
                    <a:pt x="15422" y="206896"/>
                  </a:lnTo>
                  <a:lnTo>
                    <a:pt x="33766" y="163491"/>
                  </a:lnTo>
                  <a:lnTo>
                    <a:pt x="58367" y="123853"/>
                  </a:lnTo>
                  <a:lnTo>
                    <a:pt x="88604" y="88604"/>
                  </a:lnTo>
                  <a:lnTo>
                    <a:pt x="123853" y="58367"/>
                  </a:lnTo>
                  <a:lnTo>
                    <a:pt x="163491" y="33766"/>
                  </a:lnTo>
                  <a:lnTo>
                    <a:pt x="206896" y="15422"/>
                  </a:lnTo>
                  <a:lnTo>
                    <a:pt x="253444" y="3959"/>
                  </a:lnTo>
                  <a:lnTo>
                    <a:pt x="302513" y="0"/>
                  </a:lnTo>
                  <a:lnTo>
                    <a:pt x="351583" y="3959"/>
                  </a:lnTo>
                  <a:lnTo>
                    <a:pt x="398132" y="15422"/>
                  </a:lnTo>
                  <a:lnTo>
                    <a:pt x="441537" y="33766"/>
                  </a:lnTo>
                  <a:lnTo>
                    <a:pt x="481175" y="58367"/>
                  </a:lnTo>
                  <a:lnTo>
                    <a:pt x="516424" y="88604"/>
                  </a:lnTo>
                  <a:lnTo>
                    <a:pt x="546661" y="123853"/>
                  </a:lnTo>
                  <a:lnTo>
                    <a:pt x="571262" y="163491"/>
                  </a:lnTo>
                  <a:lnTo>
                    <a:pt x="589606" y="206896"/>
                  </a:lnTo>
                  <a:lnTo>
                    <a:pt x="601069" y="253445"/>
                  </a:lnTo>
                  <a:lnTo>
                    <a:pt x="605029" y="302514"/>
                  </a:lnTo>
                  <a:lnTo>
                    <a:pt x="601069" y="351584"/>
                  </a:lnTo>
                  <a:lnTo>
                    <a:pt x="589606" y="398132"/>
                  </a:lnTo>
                  <a:lnTo>
                    <a:pt x="571262" y="441537"/>
                  </a:lnTo>
                  <a:lnTo>
                    <a:pt x="546661" y="481175"/>
                  </a:lnTo>
                  <a:lnTo>
                    <a:pt x="516424" y="516424"/>
                  </a:lnTo>
                  <a:lnTo>
                    <a:pt x="481175" y="546661"/>
                  </a:lnTo>
                  <a:lnTo>
                    <a:pt x="441537" y="571263"/>
                  </a:lnTo>
                  <a:lnTo>
                    <a:pt x="398132" y="589606"/>
                  </a:lnTo>
                  <a:lnTo>
                    <a:pt x="351583" y="601069"/>
                  </a:lnTo>
                  <a:lnTo>
                    <a:pt x="302513" y="605029"/>
                  </a:lnTo>
                  <a:close/>
                </a:path>
              </a:pathLst>
            </a:custGeom>
            <a:solidFill>
              <a:srgbClr val="FF4D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387874" y="2348907"/>
              <a:ext cx="396240" cy="396240"/>
            </a:xfrm>
            <a:custGeom>
              <a:avLst/>
              <a:gdLst/>
              <a:ahLst/>
              <a:cxnLst/>
              <a:rect l="l" t="t" r="r" b="b"/>
              <a:pathLst>
                <a:path w="396240" h="396239">
                  <a:moveTo>
                    <a:pt x="197898" y="395795"/>
                  </a:moveTo>
                  <a:lnTo>
                    <a:pt x="152521" y="390569"/>
                  </a:lnTo>
                  <a:lnTo>
                    <a:pt x="110867" y="375681"/>
                  </a:lnTo>
                  <a:lnTo>
                    <a:pt x="74122" y="352319"/>
                  </a:lnTo>
                  <a:lnTo>
                    <a:pt x="43475" y="321672"/>
                  </a:lnTo>
                  <a:lnTo>
                    <a:pt x="20114" y="284928"/>
                  </a:lnTo>
                  <a:lnTo>
                    <a:pt x="5226" y="243274"/>
                  </a:lnTo>
                  <a:lnTo>
                    <a:pt x="0" y="197897"/>
                  </a:lnTo>
                  <a:lnTo>
                    <a:pt x="5226" y="152521"/>
                  </a:lnTo>
                  <a:lnTo>
                    <a:pt x="20114" y="110867"/>
                  </a:lnTo>
                  <a:lnTo>
                    <a:pt x="43475" y="74122"/>
                  </a:lnTo>
                  <a:lnTo>
                    <a:pt x="74122" y="43475"/>
                  </a:lnTo>
                  <a:lnTo>
                    <a:pt x="110867" y="20114"/>
                  </a:lnTo>
                  <a:lnTo>
                    <a:pt x="152521" y="5226"/>
                  </a:lnTo>
                  <a:lnTo>
                    <a:pt x="197898" y="0"/>
                  </a:lnTo>
                  <a:lnTo>
                    <a:pt x="243274" y="5226"/>
                  </a:lnTo>
                  <a:lnTo>
                    <a:pt x="284928" y="20114"/>
                  </a:lnTo>
                  <a:lnTo>
                    <a:pt x="321672" y="43475"/>
                  </a:lnTo>
                  <a:lnTo>
                    <a:pt x="352319" y="74122"/>
                  </a:lnTo>
                  <a:lnTo>
                    <a:pt x="375681" y="110867"/>
                  </a:lnTo>
                  <a:lnTo>
                    <a:pt x="390568" y="152521"/>
                  </a:lnTo>
                  <a:lnTo>
                    <a:pt x="395795" y="197897"/>
                  </a:lnTo>
                  <a:lnTo>
                    <a:pt x="390568" y="243274"/>
                  </a:lnTo>
                  <a:lnTo>
                    <a:pt x="375681" y="284928"/>
                  </a:lnTo>
                  <a:lnTo>
                    <a:pt x="352319" y="321672"/>
                  </a:lnTo>
                  <a:lnTo>
                    <a:pt x="321672" y="352319"/>
                  </a:lnTo>
                  <a:lnTo>
                    <a:pt x="284928" y="375681"/>
                  </a:lnTo>
                  <a:lnTo>
                    <a:pt x="243274" y="390569"/>
                  </a:lnTo>
                  <a:lnTo>
                    <a:pt x="197898" y="395795"/>
                  </a:lnTo>
                  <a:close/>
                </a:path>
              </a:pathLst>
            </a:custGeom>
            <a:solidFill>
              <a:srgbClr val="4E6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23654" y="8038458"/>
              <a:ext cx="396240" cy="396240"/>
            </a:xfrm>
            <a:custGeom>
              <a:avLst/>
              <a:gdLst/>
              <a:ahLst/>
              <a:cxnLst/>
              <a:rect l="l" t="t" r="r" b="b"/>
              <a:pathLst>
                <a:path w="396239" h="396240">
                  <a:moveTo>
                    <a:pt x="197897" y="395795"/>
                  </a:moveTo>
                  <a:lnTo>
                    <a:pt x="152521" y="390568"/>
                  </a:lnTo>
                  <a:lnTo>
                    <a:pt x="110867" y="375681"/>
                  </a:lnTo>
                  <a:lnTo>
                    <a:pt x="74122" y="352319"/>
                  </a:lnTo>
                  <a:lnTo>
                    <a:pt x="43475" y="321672"/>
                  </a:lnTo>
                  <a:lnTo>
                    <a:pt x="20114" y="284928"/>
                  </a:lnTo>
                  <a:lnTo>
                    <a:pt x="5226" y="243274"/>
                  </a:lnTo>
                  <a:lnTo>
                    <a:pt x="0" y="197898"/>
                  </a:lnTo>
                  <a:lnTo>
                    <a:pt x="5226" y="152521"/>
                  </a:lnTo>
                  <a:lnTo>
                    <a:pt x="20114" y="110867"/>
                  </a:lnTo>
                  <a:lnTo>
                    <a:pt x="43475" y="74122"/>
                  </a:lnTo>
                  <a:lnTo>
                    <a:pt x="74122" y="43475"/>
                  </a:lnTo>
                  <a:lnTo>
                    <a:pt x="110867" y="20114"/>
                  </a:lnTo>
                  <a:lnTo>
                    <a:pt x="152521" y="5226"/>
                  </a:lnTo>
                  <a:lnTo>
                    <a:pt x="197897" y="0"/>
                  </a:lnTo>
                  <a:lnTo>
                    <a:pt x="243274" y="5226"/>
                  </a:lnTo>
                  <a:lnTo>
                    <a:pt x="284928" y="20114"/>
                  </a:lnTo>
                  <a:lnTo>
                    <a:pt x="321672" y="43475"/>
                  </a:lnTo>
                  <a:lnTo>
                    <a:pt x="352319" y="74122"/>
                  </a:lnTo>
                  <a:lnTo>
                    <a:pt x="375681" y="110867"/>
                  </a:lnTo>
                  <a:lnTo>
                    <a:pt x="390568" y="152521"/>
                  </a:lnTo>
                  <a:lnTo>
                    <a:pt x="395795" y="197898"/>
                  </a:lnTo>
                  <a:lnTo>
                    <a:pt x="390568" y="243274"/>
                  </a:lnTo>
                  <a:lnTo>
                    <a:pt x="375681" y="284928"/>
                  </a:lnTo>
                  <a:lnTo>
                    <a:pt x="352319" y="321672"/>
                  </a:lnTo>
                  <a:lnTo>
                    <a:pt x="321672" y="352319"/>
                  </a:lnTo>
                  <a:lnTo>
                    <a:pt x="284928" y="375681"/>
                  </a:lnTo>
                  <a:lnTo>
                    <a:pt x="243274" y="390568"/>
                  </a:lnTo>
                  <a:lnTo>
                    <a:pt x="197897" y="395795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016000" y="4181970"/>
            <a:ext cx="4433570" cy="2330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25"/>
              </a:lnSpc>
              <a:spcBef>
                <a:spcPts val="100"/>
              </a:spcBef>
            </a:pPr>
            <a:r>
              <a:rPr sz="5000" spc="370" dirty="0">
                <a:solidFill>
                  <a:srgbClr val="4E6AFF"/>
                </a:solidFill>
                <a:latin typeface="Arial MT"/>
                <a:cs typeface="Arial MT"/>
              </a:rPr>
              <a:t>PREGUNTAS</a:t>
            </a:r>
            <a:endParaRPr sz="5000">
              <a:latin typeface="Arial MT"/>
              <a:cs typeface="Arial MT"/>
            </a:endParaRPr>
          </a:p>
          <a:p>
            <a:pPr marL="12700">
              <a:lnSpc>
                <a:spcPts val="4050"/>
              </a:lnSpc>
            </a:pPr>
            <a:r>
              <a:rPr sz="5000" spc="409" dirty="0">
                <a:solidFill>
                  <a:srgbClr val="4E6AFF"/>
                </a:solidFill>
                <a:latin typeface="Arial MT"/>
                <a:cs typeface="Arial MT"/>
              </a:rPr>
              <a:t>CLAVE</a:t>
            </a:r>
            <a:endParaRPr sz="5000">
              <a:latin typeface="Arial MT"/>
              <a:cs typeface="Arial MT"/>
            </a:endParaRPr>
          </a:p>
          <a:p>
            <a:pPr marL="12700" marR="744220">
              <a:lnSpc>
                <a:spcPct val="67500"/>
              </a:lnSpc>
              <a:spcBef>
                <a:spcPts val="975"/>
              </a:spcBef>
            </a:pPr>
            <a:r>
              <a:rPr sz="5000" spc="425" dirty="0">
                <a:solidFill>
                  <a:srgbClr val="4E6AFF"/>
                </a:solidFill>
                <a:latin typeface="Arial MT"/>
                <a:cs typeface="Arial MT"/>
              </a:rPr>
              <a:t>ANTES</a:t>
            </a:r>
            <a:r>
              <a:rPr sz="5000" spc="285" dirty="0">
                <a:solidFill>
                  <a:srgbClr val="4E6AFF"/>
                </a:solidFill>
                <a:latin typeface="Arial MT"/>
                <a:cs typeface="Arial MT"/>
              </a:rPr>
              <a:t> </a:t>
            </a:r>
            <a:r>
              <a:rPr sz="5000" spc="229" dirty="0">
                <a:solidFill>
                  <a:srgbClr val="4E6AFF"/>
                </a:solidFill>
                <a:latin typeface="Arial MT"/>
                <a:cs typeface="Arial MT"/>
              </a:rPr>
              <a:t>DE </a:t>
            </a:r>
            <a:r>
              <a:rPr sz="5000" spc="455" dirty="0">
                <a:solidFill>
                  <a:srgbClr val="4E6AFF"/>
                </a:solidFill>
                <a:latin typeface="Arial MT"/>
                <a:cs typeface="Arial MT"/>
              </a:rPr>
              <a:t>AVANZAR:</a:t>
            </a:r>
            <a:endParaRPr sz="5000">
              <a:latin typeface="Arial MT"/>
              <a:cs typeface="Arial MT"/>
            </a:endParaRP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7084286" y="3231975"/>
            <a:ext cx="104203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5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954959" y="3231975"/>
            <a:ext cx="104203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605" dirty="0">
                <a:solidFill>
                  <a:srgbClr val="FFFFFF"/>
                </a:solidFill>
                <a:latin typeface="Arial MT"/>
                <a:cs typeface="Arial MT"/>
              </a:rPr>
              <a:t>02</a:t>
            </a:r>
            <a:endParaRPr sz="60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847847" y="3231975"/>
            <a:ext cx="104203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605" dirty="0">
                <a:solidFill>
                  <a:srgbClr val="FFFFFF"/>
                </a:solidFill>
                <a:latin typeface="Arial MT"/>
                <a:cs typeface="Arial MT"/>
              </a:rPr>
              <a:t>03</a:t>
            </a:r>
            <a:endParaRPr sz="60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84194" y="5283631"/>
            <a:ext cx="3019425" cy="1625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16700"/>
              </a:lnSpc>
              <a:spcBef>
                <a:spcPts val="95"/>
              </a:spcBef>
            </a:pPr>
            <a:r>
              <a:rPr sz="3000" i="1" dirty="0">
                <a:latin typeface="Trebuchet MS"/>
                <a:cs typeface="Trebuchet MS"/>
              </a:rPr>
              <a:t>¿El</a:t>
            </a:r>
            <a:r>
              <a:rPr sz="3000" i="1" spc="-10" dirty="0">
                <a:latin typeface="Trebuchet MS"/>
                <a:cs typeface="Trebuchet MS"/>
              </a:rPr>
              <a:t> </a:t>
            </a:r>
            <a:r>
              <a:rPr sz="3000" i="1" spc="220" dirty="0">
                <a:latin typeface="Trebuchet MS"/>
                <a:cs typeface="Trebuchet MS"/>
              </a:rPr>
              <a:t>problema</a:t>
            </a:r>
            <a:r>
              <a:rPr sz="3000" i="1" spc="-10" dirty="0">
                <a:latin typeface="Trebuchet MS"/>
                <a:cs typeface="Trebuchet MS"/>
              </a:rPr>
              <a:t> </a:t>
            </a:r>
            <a:r>
              <a:rPr sz="3000" i="1" spc="250" dirty="0">
                <a:latin typeface="Trebuchet MS"/>
                <a:cs typeface="Trebuchet MS"/>
              </a:rPr>
              <a:t>es </a:t>
            </a:r>
            <a:r>
              <a:rPr sz="3000" i="1" spc="100" dirty="0">
                <a:latin typeface="Trebuchet MS"/>
                <a:cs typeface="Trebuchet MS"/>
              </a:rPr>
              <a:t>relevante</a:t>
            </a:r>
            <a:r>
              <a:rPr sz="3000" i="1" spc="-5" dirty="0">
                <a:latin typeface="Trebuchet MS"/>
                <a:cs typeface="Trebuchet MS"/>
              </a:rPr>
              <a:t> </a:t>
            </a:r>
            <a:r>
              <a:rPr sz="3000" i="1" spc="240" dirty="0">
                <a:latin typeface="Trebuchet MS"/>
                <a:cs typeface="Trebuchet MS"/>
              </a:rPr>
              <a:t>para </a:t>
            </a:r>
            <a:r>
              <a:rPr sz="3000" i="1" dirty="0">
                <a:latin typeface="Trebuchet MS"/>
                <a:cs typeface="Trebuchet MS"/>
              </a:rPr>
              <a:t>el</a:t>
            </a:r>
            <a:r>
              <a:rPr sz="3000" i="1" spc="-60" dirty="0">
                <a:latin typeface="Trebuchet MS"/>
                <a:cs typeface="Trebuchet MS"/>
              </a:rPr>
              <a:t> </a:t>
            </a:r>
            <a:r>
              <a:rPr sz="3000" i="1" spc="175" dirty="0">
                <a:latin typeface="Trebuchet MS"/>
                <a:cs typeface="Trebuchet MS"/>
              </a:rPr>
              <a:t>usuario?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297863" y="5283631"/>
            <a:ext cx="2320925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6700"/>
              </a:lnSpc>
              <a:spcBef>
                <a:spcPts val="95"/>
              </a:spcBef>
            </a:pPr>
            <a:r>
              <a:rPr sz="3000" i="1" spc="185" dirty="0">
                <a:latin typeface="Trebuchet MS"/>
                <a:cs typeface="Trebuchet MS"/>
              </a:rPr>
              <a:t>¿La</a:t>
            </a:r>
            <a:r>
              <a:rPr sz="3000" i="1" spc="-15" dirty="0">
                <a:latin typeface="Trebuchet MS"/>
                <a:cs typeface="Trebuchet MS"/>
              </a:rPr>
              <a:t> </a:t>
            </a:r>
            <a:r>
              <a:rPr sz="3000" i="1" spc="155" dirty="0">
                <a:latin typeface="Trebuchet MS"/>
                <a:cs typeface="Trebuchet MS"/>
              </a:rPr>
              <a:t>solución </a:t>
            </a:r>
            <a:r>
              <a:rPr sz="3000" i="1" spc="135" dirty="0">
                <a:latin typeface="Trebuchet MS"/>
                <a:cs typeface="Trebuchet MS"/>
              </a:rPr>
              <a:t>realmente </a:t>
            </a:r>
            <a:r>
              <a:rPr sz="3000" i="1" spc="160" dirty="0">
                <a:latin typeface="Trebuchet MS"/>
                <a:cs typeface="Trebuchet MS"/>
              </a:rPr>
              <a:t>mejora</a:t>
            </a:r>
            <a:r>
              <a:rPr sz="3000" i="1" spc="-5" dirty="0">
                <a:latin typeface="Trebuchet MS"/>
                <a:cs typeface="Trebuchet MS"/>
              </a:rPr>
              <a:t> </a:t>
            </a:r>
            <a:r>
              <a:rPr sz="3000" i="1" spc="240" dirty="0">
                <a:latin typeface="Trebuchet MS"/>
                <a:cs typeface="Trebuchet MS"/>
              </a:rPr>
              <a:t>su </a:t>
            </a:r>
            <a:r>
              <a:rPr sz="3000" i="1" spc="160" dirty="0">
                <a:latin typeface="Trebuchet MS"/>
                <a:cs typeface="Trebuchet MS"/>
              </a:rPr>
              <a:t>situación?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881065" y="5283631"/>
            <a:ext cx="295402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6700"/>
              </a:lnSpc>
              <a:spcBef>
                <a:spcPts val="95"/>
              </a:spcBef>
            </a:pPr>
            <a:r>
              <a:rPr sz="3000" i="1" spc="290" dirty="0">
                <a:latin typeface="Trebuchet MS"/>
                <a:cs typeface="Trebuchet MS"/>
              </a:rPr>
              <a:t>¿Qué</a:t>
            </a:r>
            <a:r>
              <a:rPr sz="3000" i="1" spc="-5" dirty="0">
                <a:latin typeface="Trebuchet MS"/>
                <a:cs typeface="Trebuchet MS"/>
              </a:rPr>
              <a:t> </a:t>
            </a:r>
            <a:r>
              <a:rPr sz="3000" i="1" spc="170" dirty="0">
                <a:latin typeface="Trebuchet MS"/>
                <a:cs typeface="Trebuchet MS"/>
              </a:rPr>
              <a:t>evidencia </a:t>
            </a:r>
            <a:r>
              <a:rPr sz="3000" i="1" spc="245" dirty="0">
                <a:latin typeface="Trebuchet MS"/>
                <a:cs typeface="Trebuchet MS"/>
              </a:rPr>
              <a:t>tenemos</a:t>
            </a:r>
            <a:r>
              <a:rPr sz="3000" i="1" spc="-15" dirty="0">
                <a:latin typeface="Trebuchet MS"/>
                <a:cs typeface="Trebuchet MS"/>
              </a:rPr>
              <a:t> </a:t>
            </a:r>
            <a:r>
              <a:rPr sz="3000" i="1" spc="260" dirty="0">
                <a:latin typeface="Trebuchet MS"/>
                <a:cs typeface="Trebuchet MS"/>
              </a:rPr>
              <a:t>de que</a:t>
            </a:r>
            <a:r>
              <a:rPr sz="3000" i="1" spc="-10" dirty="0">
                <a:latin typeface="Trebuchet MS"/>
                <a:cs typeface="Trebuchet MS"/>
              </a:rPr>
              <a:t> </a:t>
            </a:r>
            <a:r>
              <a:rPr sz="3000" i="1" spc="240" dirty="0">
                <a:latin typeface="Trebuchet MS"/>
                <a:cs typeface="Trebuchet MS"/>
              </a:rPr>
              <a:t>pagarían </a:t>
            </a:r>
            <a:r>
              <a:rPr sz="3000" i="1" spc="155" dirty="0">
                <a:latin typeface="Trebuchet MS"/>
                <a:cs typeface="Trebuchet MS"/>
              </a:rPr>
              <a:t>por</a:t>
            </a:r>
            <a:r>
              <a:rPr sz="3000" i="1" spc="-20" dirty="0">
                <a:latin typeface="Trebuchet MS"/>
                <a:cs typeface="Trebuchet MS"/>
              </a:rPr>
              <a:t> </a:t>
            </a:r>
            <a:r>
              <a:rPr sz="3000" i="1" spc="204" dirty="0">
                <a:latin typeface="Trebuchet MS"/>
                <a:cs typeface="Trebuchet MS"/>
              </a:rPr>
              <a:t>esto?</a:t>
            </a:r>
            <a:endParaRPr sz="3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00204" y="1583804"/>
            <a:ext cx="8027670" cy="2638425"/>
          </a:xfrm>
          <a:custGeom>
            <a:avLst/>
            <a:gdLst/>
            <a:ahLst/>
            <a:cxnLst/>
            <a:rect l="l" t="t" r="r" b="b"/>
            <a:pathLst>
              <a:path w="8027669" h="2638425">
                <a:moveTo>
                  <a:pt x="476280" y="1"/>
                </a:moveTo>
                <a:lnTo>
                  <a:pt x="7550911" y="1"/>
                </a:lnTo>
                <a:lnTo>
                  <a:pt x="7597984" y="2319"/>
                </a:lnTo>
                <a:lnTo>
                  <a:pt x="7644260" y="9216"/>
                </a:lnTo>
                <a:lnTo>
                  <a:pt x="7689429" y="20559"/>
                </a:lnTo>
                <a:lnTo>
                  <a:pt x="7733177" y="36219"/>
                </a:lnTo>
                <a:lnTo>
                  <a:pt x="7775192" y="56066"/>
                </a:lnTo>
                <a:lnTo>
                  <a:pt x="7815162" y="79973"/>
                </a:lnTo>
                <a:lnTo>
                  <a:pt x="7852774" y="107808"/>
                </a:lnTo>
                <a:lnTo>
                  <a:pt x="7887715" y="139444"/>
                </a:lnTo>
                <a:lnTo>
                  <a:pt x="7919360" y="174378"/>
                </a:lnTo>
                <a:lnTo>
                  <a:pt x="7947206" y="211984"/>
                </a:lnTo>
                <a:lnTo>
                  <a:pt x="7971123" y="251950"/>
                </a:lnTo>
                <a:lnTo>
                  <a:pt x="7990983" y="293964"/>
                </a:lnTo>
                <a:lnTo>
                  <a:pt x="8006654" y="337713"/>
                </a:lnTo>
                <a:lnTo>
                  <a:pt x="8018009" y="382886"/>
                </a:lnTo>
                <a:lnTo>
                  <a:pt x="8024916" y="429168"/>
                </a:lnTo>
                <a:lnTo>
                  <a:pt x="8027247" y="476243"/>
                </a:lnTo>
                <a:lnTo>
                  <a:pt x="8027249" y="2161742"/>
                </a:lnTo>
                <a:lnTo>
                  <a:pt x="8024920" y="2208822"/>
                </a:lnTo>
                <a:lnTo>
                  <a:pt x="8018015" y="2255105"/>
                </a:lnTo>
                <a:lnTo>
                  <a:pt x="8006663" y="2300279"/>
                </a:lnTo>
                <a:lnTo>
                  <a:pt x="7990993" y="2344030"/>
                </a:lnTo>
                <a:lnTo>
                  <a:pt x="7971135" y="2386046"/>
                </a:lnTo>
                <a:lnTo>
                  <a:pt x="7947218" y="2426015"/>
                </a:lnTo>
                <a:lnTo>
                  <a:pt x="7919373" y="2463623"/>
                </a:lnTo>
                <a:lnTo>
                  <a:pt x="7887728" y="2498560"/>
                </a:lnTo>
                <a:lnTo>
                  <a:pt x="7852786" y="2530198"/>
                </a:lnTo>
                <a:lnTo>
                  <a:pt x="7815173" y="2558036"/>
                </a:lnTo>
                <a:lnTo>
                  <a:pt x="7775202" y="2581944"/>
                </a:lnTo>
                <a:lnTo>
                  <a:pt x="7733185" y="2601794"/>
                </a:lnTo>
                <a:lnTo>
                  <a:pt x="7689435" y="2617455"/>
                </a:lnTo>
                <a:lnTo>
                  <a:pt x="7644263" y="2628799"/>
                </a:lnTo>
                <a:lnTo>
                  <a:pt x="7597984" y="2635696"/>
                </a:lnTo>
                <a:lnTo>
                  <a:pt x="7550911" y="2638022"/>
                </a:lnTo>
                <a:lnTo>
                  <a:pt x="476278" y="2638024"/>
                </a:lnTo>
                <a:lnTo>
                  <a:pt x="429202" y="2635696"/>
                </a:lnTo>
                <a:lnTo>
                  <a:pt x="382924" y="2628792"/>
                </a:lnTo>
                <a:lnTo>
                  <a:pt x="337755" y="2617442"/>
                </a:lnTo>
                <a:lnTo>
                  <a:pt x="294007" y="2601775"/>
                </a:lnTo>
                <a:lnTo>
                  <a:pt x="251994" y="2581921"/>
                </a:lnTo>
                <a:lnTo>
                  <a:pt x="212028" y="2558009"/>
                </a:lnTo>
                <a:lnTo>
                  <a:pt x="174421" y="2530168"/>
                </a:lnTo>
                <a:lnTo>
                  <a:pt x="139486" y="2498528"/>
                </a:lnTo>
                <a:lnTo>
                  <a:pt x="107847" y="2463591"/>
                </a:lnTo>
                <a:lnTo>
                  <a:pt x="80007" y="2425983"/>
                </a:lnTo>
                <a:lnTo>
                  <a:pt x="56096" y="2386017"/>
                </a:lnTo>
                <a:lnTo>
                  <a:pt x="36244" y="2344003"/>
                </a:lnTo>
                <a:lnTo>
                  <a:pt x="20579" y="2300256"/>
                </a:lnTo>
                <a:lnTo>
                  <a:pt x="9230" y="2255087"/>
                </a:lnTo>
                <a:lnTo>
                  <a:pt x="2328" y="2208810"/>
                </a:lnTo>
                <a:lnTo>
                  <a:pt x="0" y="2161737"/>
                </a:lnTo>
                <a:lnTo>
                  <a:pt x="0" y="476241"/>
                </a:lnTo>
                <a:lnTo>
                  <a:pt x="2332" y="429167"/>
                </a:lnTo>
                <a:lnTo>
                  <a:pt x="9239" y="382890"/>
                </a:lnTo>
                <a:lnTo>
                  <a:pt x="20592" y="337724"/>
                </a:lnTo>
                <a:lnTo>
                  <a:pt x="36261" y="293979"/>
                </a:lnTo>
                <a:lnTo>
                  <a:pt x="56117" y="251970"/>
                </a:lnTo>
                <a:lnTo>
                  <a:pt x="80030" y="212007"/>
                </a:lnTo>
                <a:lnTo>
                  <a:pt x="107871" y="174404"/>
                </a:lnTo>
                <a:lnTo>
                  <a:pt x="139511" y="139472"/>
                </a:lnTo>
                <a:lnTo>
                  <a:pt x="174446" y="107837"/>
                </a:lnTo>
                <a:lnTo>
                  <a:pt x="212052" y="80001"/>
                </a:lnTo>
                <a:lnTo>
                  <a:pt x="252016" y="56093"/>
                </a:lnTo>
                <a:lnTo>
                  <a:pt x="294027" y="36243"/>
                </a:lnTo>
                <a:lnTo>
                  <a:pt x="337770" y="20579"/>
                </a:lnTo>
                <a:lnTo>
                  <a:pt x="382935" y="9232"/>
                </a:lnTo>
                <a:lnTo>
                  <a:pt x="429209" y="2330"/>
                </a:lnTo>
                <a:lnTo>
                  <a:pt x="476280" y="0"/>
                </a:lnTo>
              </a:path>
            </a:pathLst>
          </a:custGeom>
          <a:ln w="76199">
            <a:solidFill>
              <a:srgbClr val="FFA1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00204" y="4379593"/>
            <a:ext cx="8027670" cy="2638425"/>
          </a:xfrm>
          <a:custGeom>
            <a:avLst/>
            <a:gdLst/>
            <a:ahLst/>
            <a:cxnLst/>
            <a:rect l="l" t="t" r="r" b="b"/>
            <a:pathLst>
              <a:path w="8027669" h="2638425">
                <a:moveTo>
                  <a:pt x="476280" y="1"/>
                </a:moveTo>
                <a:lnTo>
                  <a:pt x="7550911" y="1"/>
                </a:lnTo>
                <a:lnTo>
                  <a:pt x="7597984" y="2319"/>
                </a:lnTo>
                <a:lnTo>
                  <a:pt x="7644260" y="9216"/>
                </a:lnTo>
                <a:lnTo>
                  <a:pt x="7689429" y="20559"/>
                </a:lnTo>
                <a:lnTo>
                  <a:pt x="7733177" y="36219"/>
                </a:lnTo>
                <a:lnTo>
                  <a:pt x="7775192" y="56066"/>
                </a:lnTo>
                <a:lnTo>
                  <a:pt x="7815162" y="79973"/>
                </a:lnTo>
                <a:lnTo>
                  <a:pt x="7852774" y="107808"/>
                </a:lnTo>
                <a:lnTo>
                  <a:pt x="7887715" y="139444"/>
                </a:lnTo>
                <a:lnTo>
                  <a:pt x="7919360" y="174378"/>
                </a:lnTo>
                <a:lnTo>
                  <a:pt x="7947206" y="211984"/>
                </a:lnTo>
                <a:lnTo>
                  <a:pt x="7971123" y="251950"/>
                </a:lnTo>
                <a:lnTo>
                  <a:pt x="7990983" y="293964"/>
                </a:lnTo>
                <a:lnTo>
                  <a:pt x="8006654" y="337713"/>
                </a:lnTo>
                <a:lnTo>
                  <a:pt x="8018009" y="382885"/>
                </a:lnTo>
                <a:lnTo>
                  <a:pt x="8024916" y="429168"/>
                </a:lnTo>
                <a:lnTo>
                  <a:pt x="8027247" y="476243"/>
                </a:lnTo>
                <a:lnTo>
                  <a:pt x="8027249" y="2161742"/>
                </a:lnTo>
                <a:lnTo>
                  <a:pt x="8024920" y="2208822"/>
                </a:lnTo>
                <a:lnTo>
                  <a:pt x="8018015" y="2255105"/>
                </a:lnTo>
                <a:lnTo>
                  <a:pt x="8006663" y="2300279"/>
                </a:lnTo>
                <a:lnTo>
                  <a:pt x="7990993" y="2344030"/>
                </a:lnTo>
                <a:lnTo>
                  <a:pt x="7971135" y="2386046"/>
                </a:lnTo>
                <a:lnTo>
                  <a:pt x="7947218" y="2426015"/>
                </a:lnTo>
                <a:lnTo>
                  <a:pt x="7919372" y="2463623"/>
                </a:lnTo>
                <a:lnTo>
                  <a:pt x="7887727" y="2498559"/>
                </a:lnTo>
                <a:lnTo>
                  <a:pt x="7852786" y="2530198"/>
                </a:lnTo>
                <a:lnTo>
                  <a:pt x="7815173" y="2558036"/>
                </a:lnTo>
                <a:lnTo>
                  <a:pt x="7775202" y="2581944"/>
                </a:lnTo>
                <a:lnTo>
                  <a:pt x="7733185" y="2601794"/>
                </a:lnTo>
                <a:lnTo>
                  <a:pt x="7689435" y="2617455"/>
                </a:lnTo>
                <a:lnTo>
                  <a:pt x="7644263" y="2628799"/>
                </a:lnTo>
                <a:lnTo>
                  <a:pt x="7597984" y="2635696"/>
                </a:lnTo>
                <a:lnTo>
                  <a:pt x="7550911" y="2638023"/>
                </a:lnTo>
                <a:lnTo>
                  <a:pt x="476278" y="2638024"/>
                </a:lnTo>
                <a:lnTo>
                  <a:pt x="429202" y="2635696"/>
                </a:lnTo>
                <a:lnTo>
                  <a:pt x="382924" y="2628792"/>
                </a:lnTo>
                <a:lnTo>
                  <a:pt x="337755" y="2617442"/>
                </a:lnTo>
                <a:lnTo>
                  <a:pt x="294007" y="2601775"/>
                </a:lnTo>
                <a:lnTo>
                  <a:pt x="251994" y="2581921"/>
                </a:lnTo>
                <a:lnTo>
                  <a:pt x="212028" y="2558009"/>
                </a:lnTo>
                <a:lnTo>
                  <a:pt x="174421" y="2530168"/>
                </a:lnTo>
                <a:lnTo>
                  <a:pt x="139486" y="2498527"/>
                </a:lnTo>
                <a:lnTo>
                  <a:pt x="107847" y="2463591"/>
                </a:lnTo>
                <a:lnTo>
                  <a:pt x="80007" y="2425983"/>
                </a:lnTo>
                <a:lnTo>
                  <a:pt x="56096" y="2386016"/>
                </a:lnTo>
                <a:lnTo>
                  <a:pt x="36244" y="2344003"/>
                </a:lnTo>
                <a:lnTo>
                  <a:pt x="20579" y="2300256"/>
                </a:lnTo>
                <a:lnTo>
                  <a:pt x="9230" y="2255087"/>
                </a:lnTo>
                <a:lnTo>
                  <a:pt x="2328" y="2208810"/>
                </a:lnTo>
                <a:lnTo>
                  <a:pt x="0" y="2161737"/>
                </a:lnTo>
                <a:lnTo>
                  <a:pt x="0" y="476241"/>
                </a:lnTo>
                <a:lnTo>
                  <a:pt x="2332" y="429167"/>
                </a:lnTo>
                <a:lnTo>
                  <a:pt x="9239" y="382890"/>
                </a:lnTo>
                <a:lnTo>
                  <a:pt x="20592" y="337724"/>
                </a:lnTo>
                <a:lnTo>
                  <a:pt x="36261" y="293979"/>
                </a:lnTo>
                <a:lnTo>
                  <a:pt x="56117" y="251970"/>
                </a:lnTo>
                <a:lnTo>
                  <a:pt x="80030" y="212007"/>
                </a:lnTo>
                <a:lnTo>
                  <a:pt x="107871" y="174404"/>
                </a:lnTo>
                <a:lnTo>
                  <a:pt x="139511" y="139472"/>
                </a:lnTo>
                <a:lnTo>
                  <a:pt x="174446" y="107837"/>
                </a:lnTo>
                <a:lnTo>
                  <a:pt x="212052" y="80001"/>
                </a:lnTo>
                <a:lnTo>
                  <a:pt x="252016" y="56093"/>
                </a:lnTo>
                <a:lnTo>
                  <a:pt x="294027" y="36243"/>
                </a:lnTo>
                <a:lnTo>
                  <a:pt x="337770" y="20579"/>
                </a:lnTo>
                <a:lnTo>
                  <a:pt x="382935" y="9232"/>
                </a:lnTo>
                <a:lnTo>
                  <a:pt x="429209" y="2330"/>
                </a:lnTo>
                <a:lnTo>
                  <a:pt x="476280" y="0"/>
                </a:lnTo>
              </a:path>
            </a:pathLst>
          </a:custGeom>
          <a:ln w="76199">
            <a:solidFill>
              <a:srgbClr val="00C8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00204" y="7175382"/>
            <a:ext cx="8027670" cy="2638425"/>
          </a:xfrm>
          <a:custGeom>
            <a:avLst/>
            <a:gdLst/>
            <a:ahLst/>
            <a:cxnLst/>
            <a:rect l="l" t="t" r="r" b="b"/>
            <a:pathLst>
              <a:path w="8027669" h="2638425">
                <a:moveTo>
                  <a:pt x="476280" y="1"/>
                </a:moveTo>
                <a:lnTo>
                  <a:pt x="7550911" y="1"/>
                </a:lnTo>
                <a:lnTo>
                  <a:pt x="7597984" y="2319"/>
                </a:lnTo>
                <a:lnTo>
                  <a:pt x="7644260" y="9216"/>
                </a:lnTo>
                <a:lnTo>
                  <a:pt x="7689429" y="20559"/>
                </a:lnTo>
                <a:lnTo>
                  <a:pt x="7733177" y="36219"/>
                </a:lnTo>
                <a:lnTo>
                  <a:pt x="7775192" y="56066"/>
                </a:lnTo>
                <a:lnTo>
                  <a:pt x="7815162" y="79973"/>
                </a:lnTo>
                <a:lnTo>
                  <a:pt x="7852774" y="107808"/>
                </a:lnTo>
                <a:lnTo>
                  <a:pt x="7887715" y="139444"/>
                </a:lnTo>
                <a:lnTo>
                  <a:pt x="7919360" y="174378"/>
                </a:lnTo>
                <a:lnTo>
                  <a:pt x="7947206" y="211984"/>
                </a:lnTo>
                <a:lnTo>
                  <a:pt x="7971123" y="251950"/>
                </a:lnTo>
                <a:lnTo>
                  <a:pt x="7990983" y="293964"/>
                </a:lnTo>
                <a:lnTo>
                  <a:pt x="8006654" y="337713"/>
                </a:lnTo>
                <a:lnTo>
                  <a:pt x="8018009" y="382885"/>
                </a:lnTo>
                <a:lnTo>
                  <a:pt x="8024916" y="429168"/>
                </a:lnTo>
                <a:lnTo>
                  <a:pt x="8027247" y="476243"/>
                </a:lnTo>
                <a:lnTo>
                  <a:pt x="8027249" y="2161741"/>
                </a:lnTo>
                <a:lnTo>
                  <a:pt x="8024920" y="2208822"/>
                </a:lnTo>
                <a:lnTo>
                  <a:pt x="8018015" y="2255105"/>
                </a:lnTo>
                <a:lnTo>
                  <a:pt x="8006663" y="2300279"/>
                </a:lnTo>
                <a:lnTo>
                  <a:pt x="7990993" y="2344030"/>
                </a:lnTo>
                <a:lnTo>
                  <a:pt x="7971135" y="2386046"/>
                </a:lnTo>
                <a:lnTo>
                  <a:pt x="7947218" y="2426015"/>
                </a:lnTo>
                <a:lnTo>
                  <a:pt x="7919373" y="2463623"/>
                </a:lnTo>
                <a:lnTo>
                  <a:pt x="7887728" y="2498560"/>
                </a:lnTo>
                <a:lnTo>
                  <a:pt x="7852786" y="2530198"/>
                </a:lnTo>
                <a:lnTo>
                  <a:pt x="7815173" y="2558036"/>
                </a:lnTo>
                <a:lnTo>
                  <a:pt x="7775202" y="2581944"/>
                </a:lnTo>
                <a:lnTo>
                  <a:pt x="7733185" y="2601794"/>
                </a:lnTo>
                <a:lnTo>
                  <a:pt x="7689435" y="2617455"/>
                </a:lnTo>
                <a:lnTo>
                  <a:pt x="7644263" y="2628799"/>
                </a:lnTo>
                <a:lnTo>
                  <a:pt x="7597984" y="2635696"/>
                </a:lnTo>
                <a:lnTo>
                  <a:pt x="7550911" y="2638022"/>
                </a:lnTo>
                <a:lnTo>
                  <a:pt x="476278" y="2638024"/>
                </a:lnTo>
                <a:lnTo>
                  <a:pt x="429202" y="2635696"/>
                </a:lnTo>
                <a:lnTo>
                  <a:pt x="382924" y="2628792"/>
                </a:lnTo>
                <a:lnTo>
                  <a:pt x="337755" y="2617442"/>
                </a:lnTo>
                <a:lnTo>
                  <a:pt x="294007" y="2601775"/>
                </a:lnTo>
                <a:lnTo>
                  <a:pt x="251994" y="2581921"/>
                </a:lnTo>
                <a:lnTo>
                  <a:pt x="212028" y="2558009"/>
                </a:lnTo>
                <a:lnTo>
                  <a:pt x="174421" y="2530168"/>
                </a:lnTo>
                <a:lnTo>
                  <a:pt x="139486" y="2498528"/>
                </a:lnTo>
                <a:lnTo>
                  <a:pt x="107847" y="2463591"/>
                </a:lnTo>
                <a:lnTo>
                  <a:pt x="80007" y="2425983"/>
                </a:lnTo>
                <a:lnTo>
                  <a:pt x="56096" y="2386016"/>
                </a:lnTo>
                <a:lnTo>
                  <a:pt x="36244" y="2344003"/>
                </a:lnTo>
                <a:lnTo>
                  <a:pt x="20579" y="2300256"/>
                </a:lnTo>
                <a:lnTo>
                  <a:pt x="9230" y="2255087"/>
                </a:lnTo>
                <a:lnTo>
                  <a:pt x="2328" y="2208809"/>
                </a:lnTo>
                <a:lnTo>
                  <a:pt x="0" y="2161737"/>
                </a:lnTo>
                <a:lnTo>
                  <a:pt x="0" y="476241"/>
                </a:lnTo>
                <a:lnTo>
                  <a:pt x="2332" y="429167"/>
                </a:lnTo>
                <a:lnTo>
                  <a:pt x="9239" y="382890"/>
                </a:lnTo>
                <a:lnTo>
                  <a:pt x="20592" y="337724"/>
                </a:lnTo>
                <a:lnTo>
                  <a:pt x="36261" y="293979"/>
                </a:lnTo>
                <a:lnTo>
                  <a:pt x="56117" y="251970"/>
                </a:lnTo>
                <a:lnTo>
                  <a:pt x="80030" y="212007"/>
                </a:lnTo>
                <a:lnTo>
                  <a:pt x="107871" y="174404"/>
                </a:lnTo>
                <a:lnTo>
                  <a:pt x="139511" y="139472"/>
                </a:lnTo>
                <a:lnTo>
                  <a:pt x="174446" y="107837"/>
                </a:lnTo>
                <a:lnTo>
                  <a:pt x="212052" y="80001"/>
                </a:lnTo>
                <a:lnTo>
                  <a:pt x="252016" y="56093"/>
                </a:lnTo>
                <a:lnTo>
                  <a:pt x="294027" y="36242"/>
                </a:lnTo>
                <a:lnTo>
                  <a:pt x="337770" y="20579"/>
                </a:lnTo>
                <a:lnTo>
                  <a:pt x="382935" y="9232"/>
                </a:lnTo>
                <a:lnTo>
                  <a:pt x="429209" y="2330"/>
                </a:lnTo>
                <a:lnTo>
                  <a:pt x="476280" y="0"/>
                </a:lnTo>
              </a:path>
            </a:pathLst>
          </a:custGeom>
          <a:ln w="76199">
            <a:solidFill>
              <a:srgbClr val="FF4D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1370" y="2814773"/>
            <a:ext cx="814705" cy="814705"/>
          </a:xfrm>
          <a:custGeom>
            <a:avLst/>
            <a:gdLst/>
            <a:ahLst/>
            <a:cxnLst/>
            <a:rect l="l" t="t" r="r" b="b"/>
            <a:pathLst>
              <a:path w="814705" h="814704">
                <a:moveTo>
                  <a:pt x="407329" y="814659"/>
                </a:moveTo>
                <a:lnTo>
                  <a:pt x="359826" y="811919"/>
                </a:lnTo>
                <a:lnTo>
                  <a:pt x="313932" y="803901"/>
                </a:lnTo>
                <a:lnTo>
                  <a:pt x="269954" y="790913"/>
                </a:lnTo>
                <a:lnTo>
                  <a:pt x="228196" y="773258"/>
                </a:lnTo>
                <a:lnTo>
                  <a:pt x="188965" y="751243"/>
                </a:lnTo>
                <a:lnTo>
                  <a:pt x="152565" y="725174"/>
                </a:lnTo>
                <a:lnTo>
                  <a:pt x="119304" y="695355"/>
                </a:lnTo>
                <a:lnTo>
                  <a:pt x="89485" y="662094"/>
                </a:lnTo>
                <a:lnTo>
                  <a:pt x="63416" y="625694"/>
                </a:lnTo>
                <a:lnTo>
                  <a:pt x="41401" y="586463"/>
                </a:lnTo>
                <a:lnTo>
                  <a:pt x="23746" y="544705"/>
                </a:lnTo>
                <a:lnTo>
                  <a:pt x="10757" y="500726"/>
                </a:lnTo>
                <a:lnTo>
                  <a:pt x="2740" y="454833"/>
                </a:lnTo>
                <a:lnTo>
                  <a:pt x="0" y="407329"/>
                </a:lnTo>
                <a:lnTo>
                  <a:pt x="2740" y="359826"/>
                </a:lnTo>
                <a:lnTo>
                  <a:pt x="10757" y="313932"/>
                </a:lnTo>
                <a:lnTo>
                  <a:pt x="23746" y="269954"/>
                </a:lnTo>
                <a:lnTo>
                  <a:pt x="41401" y="228196"/>
                </a:lnTo>
                <a:lnTo>
                  <a:pt x="63416" y="188965"/>
                </a:lnTo>
                <a:lnTo>
                  <a:pt x="89485" y="152565"/>
                </a:lnTo>
                <a:lnTo>
                  <a:pt x="119304" y="119304"/>
                </a:lnTo>
                <a:lnTo>
                  <a:pt x="152565" y="89485"/>
                </a:lnTo>
                <a:lnTo>
                  <a:pt x="188965" y="63416"/>
                </a:lnTo>
                <a:lnTo>
                  <a:pt x="228196" y="41401"/>
                </a:lnTo>
                <a:lnTo>
                  <a:pt x="269954" y="23746"/>
                </a:lnTo>
                <a:lnTo>
                  <a:pt x="313932" y="10757"/>
                </a:lnTo>
                <a:lnTo>
                  <a:pt x="359826" y="2740"/>
                </a:lnTo>
                <a:lnTo>
                  <a:pt x="407329" y="0"/>
                </a:lnTo>
                <a:lnTo>
                  <a:pt x="454833" y="2740"/>
                </a:lnTo>
                <a:lnTo>
                  <a:pt x="500726" y="10757"/>
                </a:lnTo>
                <a:lnTo>
                  <a:pt x="544705" y="23746"/>
                </a:lnTo>
                <a:lnTo>
                  <a:pt x="586463" y="41401"/>
                </a:lnTo>
                <a:lnTo>
                  <a:pt x="625694" y="63416"/>
                </a:lnTo>
                <a:lnTo>
                  <a:pt x="662093" y="89485"/>
                </a:lnTo>
                <a:lnTo>
                  <a:pt x="695355" y="119304"/>
                </a:lnTo>
                <a:lnTo>
                  <a:pt x="725174" y="152565"/>
                </a:lnTo>
                <a:lnTo>
                  <a:pt x="751243" y="188965"/>
                </a:lnTo>
                <a:lnTo>
                  <a:pt x="773258" y="228196"/>
                </a:lnTo>
                <a:lnTo>
                  <a:pt x="790913" y="269954"/>
                </a:lnTo>
                <a:lnTo>
                  <a:pt x="803901" y="313932"/>
                </a:lnTo>
                <a:lnTo>
                  <a:pt x="811919" y="359826"/>
                </a:lnTo>
                <a:lnTo>
                  <a:pt x="814659" y="407329"/>
                </a:lnTo>
                <a:lnTo>
                  <a:pt x="811919" y="454833"/>
                </a:lnTo>
                <a:lnTo>
                  <a:pt x="803901" y="500726"/>
                </a:lnTo>
                <a:lnTo>
                  <a:pt x="790913" y="544705"/>
                </a:lnTo>
                <a:lnTo>
                  <a:pt x="773258" y="586463"/>
                </a:lnTo>
                <a:lnTo>
                  <a:pt x="751243" y="625694"/>
                </a:lnTo>
                <a:lnTo>
                  <a:pt x="725174" y="662094"/>
                </a:lnTo>
                <a:lnTo>
                  <a:pt x="695355" y="695355"/>
                </a:lnTo>
                <a:lnTo>
                  <a:pt x="662093" y="725174"/>
                </a:lnTo>
                <a:lnTo>
                  <a:pt x="625694" y="751243"/>
                </a:lnTo>
                <a:lnTo>
                  <a:pt x="586463" y="773258"/>
                </a:lnTo>
                <a:lnTo>
                  <a:pt x="544705" y="790913"/>
                </a:lnTo>
                <a:lnTo>
                  <a:pt x="500726" y="803901"/>
                </a:lnTo>
                <a:lnTo>
                  <a:pt x="454833" y="811919"/>
                </a:lnTo>
                <a:lnTo>
                  <a:pt x="407329" y="814659"/>
                </a:lnTo>
                <a:close/>
              </a:path>
            </a:pathLst>
          </a:custGeom>
          <a:solidFill>
            <a:srgbClr val="00C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99" y="2890641"/>
            <a:ext cx="220974" cy="22097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8152202" y="1131180"/>
            <a:ext cx="452755" cy="452755"/>
          </a:xfrm>
          <a:custGeom>
            <a:avLst/>
            <a:gdLst/>
            <a:ahLst/>
            <a:cxnLst/>
            <a:rect l="l" t="t" r="r" b="b"/>
            <a:pathLst>
              <a:path w="452754" h="452755">
                <a:moveTo>
                  <a:pt x="226312" y="452625"/>
                </a:moveTo>
                <a:lnTo>
                  <a:pt x="180702" y="448027"/>
                </a:lnTo>
                <a:lnTo>
                  <a:pt x="138221" y="434840"/>
                </a:lnTo>
                <a:lnTo>
                  <a:pt x="99779" y="413974"/>
                </a:lnTo>
                <a:lnTo>
                  <a:pt x="66285" y="386340"/>
                </a:lnTo>
                <a:lnTo>
                  <a:pt x="38650" y="352846"/>
                </a:lnTo>
                <a:lnTo>
                  <a:pt x="17784" y="314404"/>
                </a:lnTo>
                <a:lnTo>
                  <a:pt x="4597" y="271922"/>
                </a:lnTo>
                <a:lnTo>
                  <a:pt x="0" y="226312"/>
                </a:lnTo>
                <a:lnTo>
                  <a:pt x="4597" y="180702"/>
                </a:lnTo>
                <a:lnTo>
                  <a:pt x="17784" y="138221"/>
                </a:lnTo>
                <a:lnTo>
                  <a:pt x="38650" y="99779"/>
                </a:lnTo>
                <a:lnTo>
                  <a:pt x="66285" y="66285"/>
                </a:lnTo>
                <a:lnTo>
                  <a:pt x="99779" y="38650"/>
                </a:lnTo>
                <a:lnTo>
                  <a:pt x="138221" y="17784"/>
                </a:lnTo>
                <a:lnTo>
                  <a:pt x="180702" y="4597"/>
                </a:lnTo>
                <a:lnTo>
                  <a:pt x="226312" y="0"/>
                </a:lnTo>
                <a:lnTo>
                  <a:pt x="271922" y="4597"/>
                </a:lnTo>
                <a:lnTo>
                  <a:pt x="314403" y="17784"/>
                </a:lnTo>
                <a:lnTo>
                  <a:pt x="352846" y="38650"/>
                </a:lnTo>
                <a:lnTo>
                  <a:pt x="386340" y="66285"/>
                </a:lnTo>
                <a:lnTo>
                  <a:pt x="413974" y="99779"/>
                </a:lnTo>
                <a:lnTo>
                  <a:pt x="434840" y="138221"/>
                </a:lnTo>
                <a:lnTo>
                  <a:pt x="448027" y="180702"/>
                </a:lnTo>
                <a:lnTo>
                  <a:pt x="452625" y="226312"/>
                </a:lnTo>
                <a:lnTo>
                  <a:pt x="448027" y="271922"/>
                </a:lnTo>
                <a:lnTo>
                  <a:pt x="434840" y="314404"/>
                </a:lnTo>
                <a:lnTo>
                  <a:pt x="413974" y="352846"/>
                </a:lnTo>
                <a:lnTo>
                  <a:pt x="386340" y="386340"/>
                </a:lnTo>
                <a:lnTo>
                  <a:pt x="352846" y="413974"/>
                </a:lnTo>
                <a:lnTo>
                  <a:pt x="314403" y="434840"/>
                </a:lnTo>
                <a:lnTo>
                  <a:pt x="271922" y="448027"/>
                </a:lnTo>
                <a:lnTo>
                  <a:pt x="226312" y="452625"/>
                </a:lnTo>
                <a:close/>
              </a:path>
            </a:pathLst>
          </a:custGeom>
          <a:solidFill>
            <a:srgbClr val="FF4D6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902816"/>
            <a:ext cx="7282793" cy="7384183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1875535" y="1515860"/>
            <a:ext cx="6586220" cy="1558925"/>
          </a:xfrm>
          <a:prstGeom prst="rect">
            <a:avLst/>
          </a:prstGeom>
        </p:spPr>
        <p:txBody>
          <a:bodyPr vert="horz" wrap="square" lIns="0" tIns="307975" rIns="0" bIns="0" rtlCol="0">
            <a:spAutoFit/>
          </a:bodyPr>
          <a:lstStyle/>
          <a:p>
            <a:pPr marL="1133475" marR="5080" indent="-1121410">
              <a:lnSpc>
                <a:spcPct val="67700"/>
              </a:lnSpc>
              <a:spcBef>
                <a:spcPts val="2425"/>
              </a:spcBef>
            </a:pPr>
            <a:r>
              <a:rPr spc="635" dirty="0"/>
              <a:t>LA</a:t>
            </a:r>
            <a:r>
              <a:rPr spc="330" dirty="0"/>
              <a:t> </a:t>
            </a:r>
            <a:r>
              <a:rPr spc="415" dirty="0"/>
              <a:t>PROPUESTA </a:t>
            </a:r>
            <a:r>
              <a:rPr spc="310" dirty="0"/>
              <a:t>DE</a:t>
            </a:r>
            <a:r>
              <a:rPr spc="330" dirty="0"/>
              <a:t> </a:t>
            </a:r>
            <a:r>
              <a:rPr spc="495" dirty="0"/>
              <a:t>VALOR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083872" y="1781570"/>
            <a:ext cx="7498715" cy="2321560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70"/>
              </a:spcBef>
            </a:pPr>
            <a:r>
              <a:rPr sz="2500" spc="125" dirty="0">
                <a:latin typeface="Arial MT"/>
                <a:cs typeface="Arial MT"/>
              </a:rPr>
              <a:t>¿QUÉ</a:t>
            </a:r>
            <a:r>
              <a:rPr sz="2500" spc="145" dirty="0">
                <a:latin typeface="Arial MT"/>
                <a:cs typeface="Arial MT"/>
              </a:rPr>
              <a:t> </a:t>
            </a:r>
            <a:r>
              <a:rPr sz="2500" spc="130" dirty="0">
                <a:latin typeface="Arial MT"/>
                <a:cs typeface="Arial MT"/>
              </a:rPr>
              <a:t>ES</a:t>
            </a:r>
            <a:r>
              <a:rPr sz="2500" spc="145" dirty="0">
                <a:latin typeface="Arial MT"/>
                <a:cs typeface="Arial MT"/>
              </a:rPr>
              <a:t> </a:t>
            </a:r>
            <a:r>
              <a:rPr sz="2500" spc="265" dirty="0">
                <a:latin typeface="Arial MT"/>
                <a:cs typeface="Arial MT"/>
              </a:rPr>
              <a:t>LA</a:t>
            </a:r>
            <a:r>
              <a:rPr sz="2500" spc="145" dirty="0">
                <a:latin typeface="Arial MT"/>
                <a:cs typeface="Arial MT"/>
              </a:rPr>
              <a:t> </a:t>
            </a:r>
            <a:r>
              <a:rPr sz="2500" spc="170" dirty="0">
                <a:latin typeface="Arial MT"/>
                <a:cs typeface="Arial MT"/>
              </a:rPr>
              <a:t>PROPUESTA</a:t>
            </a:r>
            <a:r>
              <a:rPr sz="2500" spc="145" dirty="0">
                <a:latin typeface="Arial MT"/>
                <a:cs typeface="Arial MT"/>
              </a:rPr>
              <a:t> </a:t>
            </a:r>
            <a:r>
              <a:rPr sz="2500" spc="135" dirty="0">
                <a:latin typeface="Arial MT"/>
                <a:cs typeface="Arial MT"/>
              </a:rPr>
              <a:t>DE</a:t>
            </a:r>
            <a:r>
              <a:rPr sz="2500" spc="145" dirty="0">
                <a:latin typeface="Arial MT"/>
                <a:cs typeface="Arial MT"/>
              </a:rPr>
              <a:t> </a:t>
            </a:r>
            <a:r>
              <a:rPr sz="2500" spc="185" dirty="0">
                <a:latin typeface="Arial MT"/>
                <a:cs typeface="Arial MT"/>
              </a:rPr>
              <a:t>VALOR?</a:t>
            </a:r>
            <a:endParaRPr sz="2500">
              <a:latin typeface="Arial MT"/>
              <a:cs typeface="Arial MT"/>
            </a:endParaRPr>
          </a:p>
          <a:p>
            <a:pPr marL="12700" marR="5080" algn="just">
              <a:lnSpc>
                <a:spcPct val="114599"/>
              </a:lnSpc>
              <a:spcBef>
                <a:spcPts val="705"/>
              </a:spcBef>
            </a:pPr>
            <a:r>
              <a:rPr sz="2400" i="1" spc="70" dirty="0">
                <a:latin typeface="Trebuchet MS"/>
                <a:cs typeface="Trebuchet MS"/>
              </a:rPr>
              <a:t>Es</a:t>
            </a:r>
            <a:r>
              <a:rPr sz="2400" i="1" spc="95" dirty="0">
                <a:latin typeface="Trebuchet MS"/>
                <a:cs typeface="Trebuchet MS"/>
              </a:rPr>
              <a:t>  </a:t>
            </a:r>
            <a:r>
              <a:rPr sz="2400" i="1" spc="55" dirty="0">
                <a:latin typeface="Trebuchet MS"/>
                <a:cs typeface="Trebuchet MS"/>
              </a:rPr>
              <a:t>la</a:t>
            </a:r>
            <a:r>
              <a:rPr sz="2400" i="1" spc="100" dirty="0">
                <a:latin typeface="Trebuchet MS"/>
                <a:cs typeface="Trebuchet MS"/>
              </a:rPr>
              <a:t>  </a:t>
            </a:r>
            <a:r>
              <a:rPr sz="2400" i="1" spc="110" dirty="0">
                <a:latin typeface="Trebuchet MS"/>
                <a:cs typeface="Trebuchet MS"/>
              </a:rPr>
              <a:t>razón</a:t>
            </a:r>
            <a:r>
              <a:rPr sz="2400" i="1" spc="100" dirty="0">
                <a:latin typeface="Trebuchet MS"/>
                <a:cs typeface="Trebuchet MS"/>
              </a:rPr>
              <a:t>  </a:t>
            </a:r>
            <a:r>
              <a:rPr sz="2400" i="1" spc="125" dirty="0">
                <a:latin typeface="Trebuchet MS"/>
                <a:cs typeface="Trebuchet MS"/>
              </a:rPr>
              <a:t>por</a:t>
            </a:r>
            <a:r>
              <a:rPr sz="2400" i="1" spc="95" dirty="0">
                <a:latin typeface="Trebuchet MS"/>
                <a:cs typeface="Trebuchet MS"/>
              </a:rPr>
              <a:t>  </a:t>
            </a:r>
            <a:r>
              <a:rPr sz="2400" i="1" spc="55" dirty="0">
                <a:latin typeface="Trebuchet MS"/>
                <a:cs typeface="Trebuchet MS"/>
              </a:rPr>
              <a:t>la</a:t>
            </a:r>
            <a:r>
              <a:rPr sz="2400" i="1" spc="100" dirty="0">
                <a:latin typeface="Trebuchet MS"/>
                <a:cs typeface="Trebuchet MS"/>
              </a:rPr>
              <a:t>  </a:t>
            </a:r>
            <a:r>
              <a:rPr sz="2400" i="1" spc="210" dirty="0">
                <a:latin typeface="Trebuchet MS"/>
                <a:cs typeface="Trebuchet MS"/>
              </a:rPr>
              <a:t>que</a:t>
            </a:r>
            <a:r>
              <a:rPr sz="2400" i="1" spc="100" dirty="0">
                <a:latin typeface="Trebuchet MS"/>
                <a:cs typeface="Trebuchet MS"/>
              </a:rPr>
              <a:t>  </a:t>
            </a:r>
            <a:r>
              <a:rPr sz="2400" i="1" spc="80" dirty="0">
                <a:latin typeface="Trebuchet MS"/>
                <a:cs typeface="Trebuchet MS"/>
              </a:rPr>
              <a:t>los</a:t>
            </a:r>
            <a:r>
              <a:rPr sz="2400" i="1" spc="95" dirty="0">
                <a:latin typeface="Trebuchet MS"/>
                <a:cs typeface="Trebuchet MS"/>
              </a:rPr>
              <a:t>  </a:t>
            </a:r>
            <a:r>
              <a:rPr sz="2400" i="1" spc="70" dirty="0">
                <a:latin typeface="Trebuchet MS"/>
                <a:cs typeface="Trebuchet MS"/>
              </a:rPr>
              <a:t>clientes</a:t>
            </a:r>
            <a:r>
              <a:rPr sz="2400" i="1" spc="100" dirty="0">
                <a:latin typeface="Trebuchet MS"/>
                <a:cs typeface="Trebuchet MS"/>
              </a:rPr>
              <a:t>  </a:t>
            </a:r>
            <a:r>
              <a:rPr sz="2400" i="1" spc="90" dirty="0">
                <a:latin typeface="Trebuchet MS"/>
                <a:cs typeface="Trebuchet MS"/>
              </a:rPr>
              <a:t>eligen</a:t>
            </a:r>
            <a:r>
              <a:rPr sz="2400" i="1" spc="100" dirty="0">
                <a:latin typeface="Trebuchet MS"/>
                <a:cs typeface="Trebuchet MS"/>
              </a:rPr>
              <a:t>  </a:t>
            </a:r>
            <a:r>
              <a:rPr sz="2400" i="1" spc="-25" dirty="0">
                <a:latin typeface="Trebuchet MS"/>
                <a:cs typeface="Trebuchet MS"/>
              </a:rPr>
              <a:t>tu </a:t>
            </a:r>
            <a:r>
              <a:rPr sz="2400" i="1" spc="125" dirty="0">
                <a:latin typeface="Trebuchet MS"/>
                <a:cs typeface="Trebuchet MS"/>
              </a:rPr>
              <a:t>solución</a:t>
            </a:r>
            <a:r>
              <a:rPr sz="2400" i="1" spc="250" dirty="0">
                <a:latin typeface="Trebuchet MS"/>
                <a:cs typeface="Trebuchet MS"/>
              </a:rPr>
              <a:t>  </a:t>
            </a:r>
            <a:r>
              <a:rPr sz="2400" i="1" spc="190" dirty="0">
                <a:latin typeface="Trebuchet MS"/>
                <a:cs typeface="Trebuchet MS"/>
              </a:rPr>
              <a:t>en</a:t>
            </a:r>
            <a:r>
              <a:rPr sz="2400" i="1" spc="254" dirty="0">
                <a:latin typeface="Trebuchet MS"/>
                <a:cs typeface="Trebuchet MS"/>
              </a:rPr>
              <a:t>  </a:t>
            </a:r>
            <a:r>
              <a:rPr sz="2400" i="1" spc="110" dirty="0">
                <a:latin typeface="Trebuchet MS"/>
                <a:cs typeface="Trebuchet MS"/>
              </a:rPr>
              <a:t>lugar</a:t>
            </a:r>
            <a:r>
              <a:rPr sz="2400" i="1" spc="254" dirty="0">
                <a:latin typeface="Trebuchet MS"/>
                <a:cs typeface="Trebuchet MS"/>
              </a:rPr>
              <a:t>  </a:t>
            </a:r>
            <a:r>
              <a:rPr sz="2400" i="1" spc="229" dirty="0">
                <a:latin typeface="Trebuchet MS"/>
                <a:cs typeface="Trebuchet MS"/>
              </a:rPr>
              <a:t>de</a:t>
            </a:r>
            <a:r>
              <a:rPr sz="2400" i="1" spc="254" dirty="0">
                <a:latin typeface="Trebuchet MS"/>
                <a:cs typeface="Trebuchet MS"/>
              </a:rPr>
              <a:t>  </a:t>
            </a:r>
            <a:r>
              <a:rPr sz="2400" i="1" spc="55" dirty="0">
                <a:latin typeface="Trebuchet MS"/>
                <a:cs typeface="Trebuchet MS"/>
              </a:rPr>
              <a:t>la</a:t>
            </a:r>
            <a:r>
              <a:rPr sz="2400" i="1" spc="250" dirty="0">
                <a:latin typeface="Trebuchet MS"/>
                <a:cs typeface="Trebuchet MS"/>
              </a:rPr>
              <a:t>  </a:t>
            </a:r>
            <a:r>
              <a:rPr sz="2400" i="1" spc="145" dirty="0">
                <a:latin typeface="Trebuchet MS"/>
                <a:cs typeface="Trebuchet MS"/>
              </a:rPr>
              <a:t>competencia.</a:t>
            </a:r>
            <a:r>
              <a:rPr sz="2400" i="1" spc="254" dirty="0">
                <a:latin typeface="Trebuchet MS"/>
                <a:cs typeface="Trebuchet MS"/>
              </a:rPr>
              <a:t>  </a:t>
            </a:r>
            <a:r>
              <a:rPr sz="2400" i="1" spc="190" dirty="0">
                <a:latin typeface="Trebuchet MS"/>
                <a:cs typeface="Trebuchet MS"/>
              </a:rPr>
              <a:t>Debe </a:t>
            </a:r>
            <a:r>
              <a:rPr sz="2400" i="1" spc="85" dirty="0">
                <a:latin typeface="Trebuchet MS"/>
                <a:cs typeface="Trebuchet MS"/>
              </a:rPr>
              <a:t>responder:</a:t>
            </a:r>
            <a:r>
              <a:rPr sz="2400" i="1" spc="30" dirty="0">
                <a:latin typeface="Trebuchet MS"/>
                <a:cs typeface="Trebuchet MS"/>
              </a:rPr>
              <a:t> </a:t>
            </a:r>
            <a:r>
              <a:rPr sz="2400" i="1" spc="229" dirty="0">
                <a:latin typeface="Trebuchet MS"/>
                <a:cs typeface="Trebuchet MS"/>
              </a:rPr>
              <a:t>¿Qué</a:t>
            </a:r>
            <a:r>
              <a:rPr sz="2400" i="1" spc="35" dirty="0">
                <a:latin typeface="Trebuchet MS"/>
                <a:cs typeface="Trebuchet MS"/>
              </a:rPr>
              <a:t> </a:t>
            </a:r>
            <a:r>
              <a:rPr sz="2400" i="1" spc="175" dirty="0">
                <a:latin typeface="Trebuchet MS"/>
                <a:cs typeface="Trebuchet MS"/>
              </a:rPr>
              <a:t>problema</a:t>
            </a:r>
            <a:r>
              <a:rPr sz="2400" i="1" spc="30" dirty="0">
                <a:latin typeface="Trebuchet MS"/>
                <a:cs typeface="Trebuchet MS"/>
              </a:rPr>
              <a:t> </a:t>
            </a:r>
            <a:r>
              <a:rPr sz="2400" i="1" spc="120" dirty="0">
                <a:latin typeface="Trebuchet MS"/>
                <a:cs typeface="Trebuchet MS"/>
              </a:rPr>
              <a:t>resuelvo?</a:t>
            </a:r>
            <a:r>
              <a:rPr sz="2400" i="1" spc="35" dirty="0">
                <a:latin typeface="Trebuchet MS"/>
                <a:cs typeface="Trebuchet MS"/>
              </a:rPr>
              <a:t> </a:t>
            </a:r>
            <a:r>
              <a:rPr sz="2400" i="1" spc="110" dirty="0">
                <a:latin typeface="Trebuchet MS"/>
                <a:cs typeface="Trebuchet MS"/>
              </a:rPr>
              <a:t>¿Por</a:t>
            </a:r>
            <a:r>
              <a:rPr sz="2400" i="1" spc="30" dirty="0">
                <a:latin typeface="Trebuchet MS"/>
                <a:cs typeface="Trebuchet MS"/>
              </a:rPr>
              <a:t> </a:t>
            </a:r>
            <a:r>
              <a:rPr sz="2400" i="1" spc="210" dirty="0">
                <a:latin typeface="Trebuchet MS"/>
                <a:cs typeface="Trebuchet MS"/>
              </a:rPr>
              <a:t>qué</a:t>
            </a:r>
            <a:r>
              <a:rPr sz="2400" i="1" spc="35" dirty="0">
                <a:latin typeface="Trebuchet MS"/>
                <a:cs typeface="Trebuchet MS"/>
              </a:rPr>
              <a:t> </a:t>
            </a:r>
            <a:r>
              <a:rPr sz="2400" i="1" spc="105" dirty="0">
                <a:latin typeface="Trebuchet MS"/>
                <a:cs typeface="Trebuchet MS"/>
              </a:rPr>
              <a:t>mi </a:t>
            </a:r>
            <a:r>
              <a:rPr sz="2400" i="1" spc="125" dirty="0">
                <a:latin typeface="Trebuchet MS"/>
                <a:cs typeface="Trebuchet MS"/>
              </a:rPr>
              <a:t>solución</a:t>
            </a:r>
            <a:r>
              <a:rPr sz="2400" i="1" spc="-20" dirty="0">
                <a:latin typeface="Trebuchet MS"/>
                <a:cs typeface="Trebuchet MS"/>
              </a:rPr>
              <a:t> </a:t>
            </a:r>
            <a:r>
              <a:rPr sz="2400" i="1" spc="215" dirty="0">
                <a:latin typeface="Trebuchet MS"/>
                <a:cs typeface="Trebuchet MS"/>
              </a:rPr>
              <a:t>es</a:t>
            </a:r>
            <a:r>
              <a:rPr sz="2400" i="1" spc="-15" dirty="0">
                <a:latin typeface="Trebuchet MS"/>
                <a:cs typeface="Trebuchet MS"/>
              </a:rPr>
              <a:t> </a:t>
            </a:r>
            <a:r>
              <a:rPr sz="2400" i="1" spc="114" dirty="0">
                <a:latin typeface="Trebuchet MS"/>
                <a:cs typeface="Trebuchet MS"/>
              </a:rPr>
              <a:t>mejor?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83872" y="4417554"/>
            <a:ext cx="7498715" cy="5134610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500" spc="125" dirty="0">
                <a:latin typeface="Arial MT"/>
                <a:cs typeface="Arial MT"/>
              </a:rPr>
              <a:t>¿CÓMO</a:t>
            </a:r>
            <a:r>
              <a:rPr sz="2500" spc="135" dirty="0">
                <a:latin typeface="Arial MT"/>
                <a:cs typeface="Arial MT"/>
              </a:rPr>
              <a:t> </a:t>
            </a:r>
            <a:r>
              <a:rPr sz="2500" spc="210" dirty="0">
                <a:latin typeface="Arial MT"/>
                <a:cs typeface="Arial MT"/>
              </a:rPr>
              <a:t>HACERLA</a:t>
            </a:r>
            <a:r>
              <a:rPr sz="2500" spc="135" dirty="0">
                <a:latin typeface="Arial MT"/>
                <a:cs typeface="Arial MT"/>
              </a:rPr>
              <a:t> </a:t>
            </a:r>
            <a:r>
              <a:rPr sz="2500" spc="185" dirty="0">
                <a:latin typeface="Arial MT"/>
                <a:cs typeface="Arial MT"/>
              </a:rPr>
              <a:t>RELEVANTE?</a:t>
            </a:r>
            <a:endParaRPr sz="2500">
              <a:latin typeface="Arial MT"/>
              <a:cs typeface="Arial MT"/>
            </a:endParaRPr>
          </a:p>
          <a:p>
            <a:pPr marL="12700" marR="5080">
              <a:lnSpc>
                <a:spcPct val="115599"/>
              </a:lnSpc>
              <a:spcBef>
                <a:spcPts val="509"/>
              </a:spcBef>
            </a:pPr>
            <a:r>
              <a:rPr sz="2000" b="1" i="1" spc="100" dirty="0">
                <a:latin typeface="Trebuchet MS"/>
                <a:cs typeface="Trebuchet MS"/>
              </a:rPr>
              <a:t>Clara</a:t>
            </a:r>
            <a:r>
              <a:rPr sz="2000" b="1" i="1" spc="320" dirty="0">
                <a:latin typeface="Trebuchet MS"/>
                <a:cs typeface="Trebuchet MS"/>
              </a:rPr>
              <a:t> </a:t>
            </a:r>
            <a:r>
              <a:rPr sz="2000" b="1" i="1" spc="135" dirty="0">
                <a:latin typeface="Trebuchet MS"/>
                <a:cs typeface="Trebuchet MS"/>
              </a:rPr>
              <a:t>y</a:t>
            </a:r>
            <a:r>
              <a:rPr sz="2000" b="1" i="1" spc="320" dirty="0">
                <a:latin typeface="Trebuchet MS"/>
                <a:cs typeface="Trebuchet MS"/>
              </a:rPr>
              <a:t> </a:t>
            </a:r>
            <a:r>
              <a:rPr sz="2000" b="1" i="1" spc="70" dirty="0">
                <a:latin typeface="Trebuchet MS"/>
                <a:cs typeface="Trebuchet MS"/>
              </a:rPr>
              <a:t>específica:</a:t>
            </a:r>
            <a:r>
              <a:rPr sz="2000" b="1" i="1" spc="450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Evita</a:t>
            </a:r>
            <a:r>
              <a:rPr sz="2000" i="1" spc="450" dirty="0">
                <a:latin typeface="Trebuchet MS"/>
                <a:cs typeface="Trebuchet MS"/>
              </a:rPr>
              <a:t> </a:t>
            </a:r>
            <a:r>
              <a:rPr sz="2000" i="1" spc="90" dirty="0">
                <a:latin typeface="Trebuchet MS"/>
                <a:cs typeface="Trebuchet MS"/>
              </a:rPr>
              <a:t>frases</a:t>
            </a:r>
            <a:r>
              <a:rPr sz="2000" i="1" spc="450" dirty="0">
                <a:latin typeface="Trebuchet MS"/>
                <a:cs typeface="Trebuchet MS"/>
              </a:rPr>
              <a:t> </a:t>
            </a:r>
            <a:r>
              <a:rPr sz="2000" i="1" spc="145" dirty="0">
                <a:latin typeface="Trebuchet MS"/>
                <a:cs typeface="Trebuchet MS"/>
              </a:rPr>
              <a:t>genéricas</a:t>
            </a:r>
            <a:r>
              <a:rPr sz="2000" i="1" spc="445" dirty="0">
                <a:latin typeface="Trebuchet MS"/>
                <a:cs typeface="Trebuchet MS"/>
              </a:rPr>
              <a:t> </a:t>
            </a:r>
            <a:r>
              <a:rPr sz="2000" i="1" spc="260" dirty="0">
                <a:latin typeface="Trebuchet MS"/>
                <a:cs typeface="Trebuchet MS"/>
              </a:rPr>
              <a:t>como</a:t>
            </a:r>
            <a:r>
              <a:rPr sz="2000" i="1" spc="450" dirty="0">
                <a:latin typeface="Trebuchet MS"/>
                <a:cs typeface="Trebuchet MS"/>
              </a:rPr>
              <a:t> </a:t>
            </a:r>
            <a:r>
              <a:rPr sz="2000" i="1" spc="120" dirty="0">
                <a:latin typeface="Trebuchet MS"/>
                <a:cs typeface="Trebuchet MS"/>
              </a:rPr>
              <a:t>“somos </a:t>
            </a:r>
            <a:r>
              <a:rPr sz="2000" i="1" spc="70" dirty="0">
                <a:latin typeface="Trebuchet MS"/>
                <a:cs typeface="Trebuchet MS"/>
              </a:rPr>
              <a:t>los</a:t>
            </a:r>
            <a:r>
              <a:rPr sz="2000" i="1" spc="-15" dirty="0">
                <a:latin typeface="Trebuchet MS"/>
                <a:cs typeface="Trebuchet MS"/>
              </a:rPr>
              <a:t> </a:t>
            </a:r>
            <a:r>
              <a:rPr sz="2000" i="1" spc="-10" dirty="0">
                <a:latin typeface="Trebuchet MS"/>
                <a:cs typeface="Trebuchet MS"/>
              </a:rPr>
              <a:t>mejores”.</a:t>
            </a:r>
            <a:endParaRPr sz="2000">
              <a:latin typeface="Trebuchet MS"/>
              <a:cs typeface="Trebuchet MS"/>
            </a:endParaRPr>
          </a:p>
          <a:p>
            <a:pPr marL="12700" marR="5080">
              <a:lnSpc>
                <a:spcPct val="115599"/>
              </a:lnSpc>
            </a:pPr>
            <a:r>
              <a:rPr sz="2000" b="1" i="1" spc="120" dirty="0">
                <a:latin typeface="Trebuchet MS"/>
                <a:cs typeface="Trebuchet MS"/>
              </a:rPr>
              <a:t>Centrada</a:t>
            </a:r>
            <a:r>
              <a:rPr sz="2000" b="1" i="1" spc="459" dirty="0">
                <a:latin typeface="Trebuchet MS"/>
                <a:cs typeface="Trebuchet MS"/>
              </a:rPr>
              <a:t> </a:t>
            </a:r>
            <a:r>
              <a:rPr sz="2000" b="1" i="1" spc="170" dirty="0">
                <a:latin typeface="Trebuchet MS"/>
                <a:cs typeface="Trebuchet MS"/>
              </a:rPr>
              <a:t>en</a:t>
            </a:r>
            <a:r>
              <a:rPr sz="2000" b="1" i="1" spc="459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el</a:t>
            </a:r>
            <a:r>
              <a:rPr sz="2000" b="1" i="1" spc="459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cliente:</a:t>
            </a:r>
            <a:r>
              <a:rPr sz="2000" b="1" i="1" spc="-5" dirty="0">
                <a:latin typeface="Trebuchet MS"/>
                <a:cs typeface="Trebuchet MS"/>
              </a:rPr>
              <a:t>  </a:t>
            </a:r>
            <a:r>
              <a:rPr sz="2000" i="1" dirty="0">
                <a:latin typeface="Trebuchet MS"/>
                <a:cs typeface="Trebuchet MS"/>
              </a:rPr>
              <a:t>Explica  el</a:t>
            </a:r>
            <a:r>
              <a:rPr sz="2000" i="1" spc="-5" dirty="0">
                <a:latin typeface="Trebuchet MS"/>
                <a:cs typeface="Trebuchet MS"/>
              </a:rPr>
              <a:t>  </a:t>
            </a:r>
            <a:r>
              <a:rPr sz="2000" i="1" spc="80" dirty="0">
                <a:latin typeface="Trebuchet MS"/>
                <a:cs typeface="Trebuchet MS"/>
              </a:rPr>
              <a:t>beneficio</a:t>
            </a:r>
            <a:r>
              <a:rPr sz="2000" i="1" dirty="0">
                <a:latin typeface="Trebuchet MS"/>
                <a:cs typeface="Trebuchet MS"/>
              </a:rPr>
              <a:t>  </a:t>
            </a:r>
            <a:r>
              <a:rPr sz="2000" i="1" spc="65" dirty="0">
                <a:latin typeface="Trebuchet MS"/>
                <a:cs typeface="Trebuchet MS"/>
              </a:rPr>
              <a:t>directo</a:t>
            </a:r>
            <a:r>
              <a:rPr sz="2000" i="1" spc="-5" dirty="0">
                <a:latin typeface="Trebuchet MS"/>
                <a:cs typeface="Trebuchet MS"/>
              </a:rPr>
              <a:t>  </a:t>
            </a:r>
            <a:r>
              <a:rPr sz="2000" i="1" spc="150" dirty="0">
                <a:latin typeface="Trebuchet MS"/>
                <a:cs typeface="Trebuchet MS"/>
              </a:rPr>
              <a:t>que </a:t>
            </a:r>
            <a:r>
              <a:rPr sz="2000" i="1" spc="-10" dirty="0">
                <a:latin typeface="Trebuchet MS"/>
                <a:cs typeface="Trebuchet MS"/>
              </a:rPr>
              <a:t>obtiene.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2000" b="1" i="1" spc="60" dirty="0">
                <a:latin typeface="Trebuchet MS"/>
                <a:cs typeface="Trebuchet MS"/>
              </a:rPr>
              <a:t>Diferenciadora:</a:t>
            </a:r>
            <a:r>
              <a:rPr sz="2000" b="1" i="1" spc="10" dirty="0">
                <a:latin typeface="Trebuchet MS"/>
                <a:cs typeface="Trebuchet MS"/>
              </a:rPr>
              <a:t> </a:t>
            </a:r>
            <a:r>
              <a:rPr sz="2000" i="1" spc="180" dirty="0">
                <a:latin typeface="Trebuchet MS"/>
                <a:cs typeface="Trebuchet MS"/>
              </a:rPr>
              <a:t>Debe</a:t>
            </a:r>
            <a:r>
              <a:rPr sz="2000" i="1" spc="15" dirty="0">
                <a:latin typeface="Trebuchet MS"/>
                <a:cs typeface="Trebuchet MS"/>
              </a:rPr>
              <a:t> </a:t>
            </a:r>
            <a:r>
              <a:rPr sz="2000" i="1" spc="150" dirty="0">
                <a:latin typeface="Trebuchet MS"/>
                <a:cs typeface="Trebuchet MS"/>
              </a:rPr>
              <a:t>destacar</a:t>
            </a:r>
            <a:r>
              <a:rPr sz="2000" i="1" spc="10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frente</a:t>
            </a:r>
            <a:r>
              <a:rPr sz="2000" i="1" spc="15" dirty="0">
                <a:latin typeface="Trebuchet MS"/>
                <a:cs typeface="Trebuchet MS"/>
              </a:rPr>
              <a:t> </a:t>
            </a:r>
            <a:r>
              <a:rPr sz="2000" i="1" spc="290" dirty="0">
                <a:latin typeface="Trebuchet MS"/>
                <a:cs typeface="Trebuchet MS"/>
              </a:rPr>
              <a:t>a</a:t>
            </a:r>
            <a:r>
              <a:rPr sz="2000" i="1" spc="10" dirty="0">
                <a:latin typeface="Trebuchet MS"/>
                <a:cs typeface="Trebuchet MS"/>
              </a:rPr>
              <a:t> </a:t>
            </a:r>
            <a:r>
              <a:rPr sz="2000" i="1" spc="50" dirty="0">
                <a:latin typeface="Trebuchet MS"/>
                <a:cs typeface="Trebuchet MS"/>
              </a:rPr>
              <a:t>la</a:t>
            </a:r>
            <a:r>
              <a:rPr sz="2000" i="1" spc="15" dirty="0">
                <a:latin typeface="Trebuchet MS"/>
                <a:cs typeface="Trebuchet MS"/>
              </a:rPr>
              <a:t> </a:t>
            </a:r>
            <a:r>
              <a:rPr sz="2000" i="1" spc="110" dirty="0">
                <a:latin typeface="Trebuchet MS"/>
                <a:cs typeface="Trebuchet MS"/>
              </a:rPr>
              <a:t>competencia.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500" spc="125" dirty="0">
                <a:latin typeface="Arial MT"/>
                <a:cs typeface="Arial MT"/>
              </a:rPr>
              <a:t>¿CÓMO</a:t>
            </a:r>
            <a:r>
              <a:rPr sz="2500" spc="145" dirty="0">
                <a:latin typeface="Arial MT"/>
                <a:cs typeface="Arial MT"/>
              </a:rPr>
              <a:t> </a:t>
            </a:r>
            <a:r>
              <a:rPr sz="2500" spc="170" dirty="0">
                <a:latin typeface="Arial MT"/>
                <a:cs typeface="Arial MT"/>
              </a:rPr>
              <a:t>COMPROBAR</a:t>
            </a:r>
            <a:r>
              <a:rPr sz="2500" spc="145" dirty="0">
                <a:latin typeface="Arial MT"/>
                <a:cs typeface="Arial MT"/>
              </a:rPr>
              <a:t> </a:t>
            </a:r>
            <a:r>
              <a:rPr sz="2500" spc="170" dirty="0">
                <a:latin typeface="Arial MT"/>
                <a:cs typeface="Arial MT"/>
              </a:rPr>
              <a:t>QUE</a:t>
            </a:r>
            <a:r>
              <a:rPr sz="2500" spc="150" dirty="0">
                <a:latin typeface="Arial MT"/>
                <a:cs typeface="Arial MT"/>
              </a:rPr>
              <a:t> </a:t>
            </a:r>
            <a:r>
              <a:rPr sz="2500" spc="190" dirty="0">
                <a:latin typeface="Arial MT"/>
                <a:cs typeface="Arial MT"/>
              </a:rPr>
              <a:t>FUNCIONA?</a:t>
            </a:r>
            <a:endParaRPr sz="2500">
              <a:latin typeface="Arial MT"/>
              <a:cs typeface="Arial MT"/>
            </a:endParaRPr>
          </a:p>
          <a:p>
            <a:pPr marL="12700" marR="5080">
              <a:lnSpc>
                <a:spcPct val="115599"/>
              </a:lnSpc>
              <a:spcBef>
                <a:spcPts val="204"/>
              </a:spcBef>
              <a:tabLst>
                <a:tab pos="1679575" algn="l"/>
                <a:tab pos="2534285" algn="l"/>
                <a:tab pos="3998595" algn="l"/>
                <a:tab pos="4498340" algn="l"/>
                <a:tab pos="6075680" algn="l"/>
                <a:tab pos="6517005" algn="l"/>
              </a:tabLst>
            </a:pPr>
            <a:r>
              <a:rPr sz="2000" b="1" i="1" spc="80" dirty="0">
                <a:latin typeface="Trebuchet MS"/>
                <a:cs typeface="Trebuchet MS"/>
              </a:rPr>
              <a:t>Validación</a:t>
            </a:r>
            <a:r>
              <a:rPr sz="2000" b="1" i="1" dirty="0">
                <a:latin typeface="Trebuchet MS"/>
                <a:cs typeface="Trebuchet MS"/>
              </a:rPr>
              <a:t>	</a:t>
            </a:r>
            <a:r>
              <a:rPr sz="2000" b="1" i="1" spc="-20" dirty="0">
                <a:latin typeface="Trebuchet MS"/>
                <a:cs typeface="Trebuchet MS"/>
              </a:rPr>
              <a:t>real:</a:t>
            </a:r>
            <a:r>
              <a:rPr sz="2000" b="1" i="1" dirty="0">
                <a:latin typeface="Trebuchet MS"/>
                <a:cs typeface="Trebuchet MS"/>
              </a:rPr>
              <a:t>	</a:t>
            </a:r>
            <a:r>
              <a:rPr sz="2000" i="1" spc="55" dirty="0">
                <a:latin typeface="Trebuchet MS"/>
                <a:cs typeface="Trebuchet MS"/>
              </a:rPr>
              <a:t>Presentar</a:t>
            </a:r>
            <a:r>
              <a:rPr sz="2000" i="1" dirty="0">
                <a:latin typeface="Trebuchet MS"/>
                <a:cs typeface="Trebuchet MS"/>
              </a:rPr>
              <a:t>	</a:t>
            </a:r>
            <a:r>
              <a:rPr sz="2000" i="1" spc="25" dirty="0">
                <a:latin typeface="Trebuchet MS"/>
                <a:cs typeface="Trebuchet MS"/>
              </a:rPr>
              <a:t>la</a:t>
            </a:r>
            <a:r>
              <a:rPr sz="2000" i="1" dirty="0">
                <a:latin typeface="Trebuchet MS"/>
                <a:cs typeface="Trebuchet MS"/>
              </a:rPr>
              <a:t>	</a:t>
            </a:r>
            <a:r>
              <a:rPr sz="2000" i="1" spc="120" dirty="0">
                <a:latin typeface="Trebuchet MS"/>
                <a:cs typeface="Trebuchet MS"/>
              </a:rPr>
              <a:t>propuesta</a:t>
            </a:r>
            <a:r>
              <a:rPr sz="2000" i="1" dirty="0">
                <a:latin typeface="Trebuchet MS"/>
                <a:cs typeface="Trebuchet MS"/>
              </a:rPr>
              <a:t>	</a:t>
            </a:r>
            <a:r>
              <a:rPr sz="2000" i="1" spc="240" dirty="0">
                <a:latin typeface="Trebuchet MS"/>
                <a:cs typeface="Trebuchet MS"/>
              </a:rPr>
              <a:t>a</a:t>
            </a:r>
            <a:r>
              <a:rPr sz="2000" i="1" dirty="0">
                <a:latin typeface="Trebuchet MS"/>
                <a:cs typeface="Trebuchet MS"/>
              </a:rPr>
              <a:t>	</a:t>
            </a:r>
            <a:r>
              <a:rPr sz="2000" i="1" spc="50" dirty="0">
                <a:latin typeface="Trebuchet MS"/>
                <a:cs typeface="Trebuchet MS"/>
              </a:rPr>
              <a:t>clientes </a:t>
            </a:r>
            <a:r>
              <a:rPr sz="2000" i="1" spc="105" dirty="0">
                <a:latin typeface="Trebuchet MS"/>
                <a:cs typeface="Trebuchet MS"/>
              </a:rPr>
              <a:t>potenciales</a:t>
            </a:r>
            <a:r>
              <a:rPr sz="2000" i="1" dirty="0">
                <a:latin typeface="Trebuchet MS"/>
                <a:cs typeface="Trebuchet MS"/>
              </a:rPr>
              <a:t> </a:t>
            </a:r>
            <a:r>
              <a:rPr sz="2000" i="1" spc="95" dirty="0">
                <a:latin typeface="Trebuchet MS"/>
                <a:cs typeface="Trebuchet MS"/>
              </a:rPr>
              <a:t>y</a:t>
            </a:r>
            <a:r>
              <a:rPr sz="2000" i="1" spc="5" dirty="0">
                <a:latin typeface="Trebuchet MS"/>
                <a:cs typeface="Trebuchet MS"/>
              </a:rPr>
              <a:t> </a:t>
            </a:r>
            <a:r>
              <a:rPr sz="2000" i="1" spc="90" dirty="0">
                <a:latin typeface="Trebuchet MS"/>
                <a:cs typeface="Trebuchet MS"/>
              </a:rPr>
              <a:t>medir</a:t>
            </a:r>
            <a:r>
              <a:rPr sz="2000" i="1" spc="5" dirty="0">
                <a:latin typeface="Trebuchet MS"/>
                <a:cs typeface="Trebuchet MS"/>
              </a:rPr>
              <a:t> </a:t>
            </a:r>
            <a:r>
              <a:rPr sz="2000" i="1" spc="170" dirty="0">
                <a:latin typeface="Trebuchet MS"/>
                <a:cs typeface="Trebuchet MS"/>
              </a:rPr>
              <a:t>su</a:t>
            </a:r>
            <a:r>
              <a:rPr sz="2000" i="1" dirty="0">
                <a:latin typeface="Trebuchet MS"/>
                <a:cs typeface="Trebuchet MS"/>
              </a:rPr>
              <a:t> </a:t>
            </a:r>
            <a:r>
              <a:rPr sz="2000" i="1" spc="-10" dirty="0">
                <a:latin typeface="Trebuchet MS"/>
                <a:cs typeface="Trebuchet MS"/>
              </a:rPr>
              <a:t>interés.</a:t>
            </a:r>
            <a:endParaRPr sz="2000">
              <a:latin typeface="Trebuchet MS"/>
              <a:cs typeface="Trebuchet MS"/>
            </a:endParaRPr>
          </a:p>
          <a:p>
            <a:pPr marL="12700" marR="5080">
              <a:lnSpc>
                <a:spcPct val="115599"/>
              </a:lnSpc>
              <a:tabLst>
                <a:tab pos="1784350" algn="l"/>
                <a:tab pos="2186305" algn="l"/>
                <a:tab pos="2710180" algn="l"/>
                <a:tab pos="3822065" algn="l"/>
                <a:tab pos="4871085" algn="l"/>
                <a:tab pos="5234305" algn="l"/>
                <a:tab pos="6324600" algn="l"/>
                <a:tab pos="6995159" algn="l"/>
              </a:tabLst>
            </a:pPr>
            <a:r>
              <a:rPr sz="2000" b="1" i="1" dirty="0">
                <a:latin typeface="Trebuchet MS"/>
                <a:cs typeface="Trebuchet MS"/>
              </a:rPr>
              <a:t>Test</a:t>
            </a:r>
            <a:r>
              <a:rPr sz="2000" b="1" i="1" spc="-140" dirty="0">
                <a:latin typeface="Trebuchet MS"/>
                <a:cs typeface="Trebuchet MS"/>
              </a:rPr>
              <a:t> </a:t>
            </a:r>
            <a:r>
              <a:rPr sz="2000" b="1" i="1" spc="45" dirty="0">
                <a:latin typeface="Trebuchet MS"/>
                <a:cs typeface="Trebuchet MS"/>
              </a:rPr>
              <a:t>rápido:</a:t>
            </a:r>
            <a:r>
              <a:rPr sz="2000" b="1" i="1" dirty="0">
                <a:latin typeface="Trebuchet MS"/>
                <a:cs typeface="Trebuchet MS"/>
              </a:rPr>
              <a:t> </a:t>
            </a:r>
            <a:r>
              <a:rPr sz="2000" i="1" spc="125" dirty="0">
                <a:latin typeface="Trebuchet MS"/>
                <a:cs typeface="Trebuchet MS"/>
              </a:rPr>
              <a:t>¿La</a:t>
            </a:r>
            <a:r>
              <a:rPr sz="2000" i="1" spc="-5" dirty="0">
                <a:latin typeface="Trebuchet MS"/>
                <a:cs typeface="Trebuchet MS"/>
              </a:rPr>
              <a:t> </a:t>
            </a:r>
            <a:r>
              <a:rPr sz="2000" i="1" spc="135" dirty="0">
                <a:latin typeface="Trebuchet MS"/>
                <a:cs typeface="Trebuchet MS"/>
              </a:rPr>
              <a:t>audiencia</a:t>
            </a:r>
            <a:r>
              <a:rPr sz="2000" i="1" dirty="0">
                <a:latin typeface="Trebuchet MS"/>
                <a:cs typeface="Trebuchet MS"/>
              </a:rPr>
              <a:t> </a:t>
            </a:r>
            <a:r>
              <a:rPr sz="2000" i="1" spc="90" dirty="0">
                <a:latin typeface="Trebuchet MS"/>
                <a:cs typeface="Trebuchet MS"/>
              </a:rPr>
              <a:t>entiende</a:t>
            </a:r>
            <a:r>
              <a:rPr sz="2000" i="1" spc="-5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el</a:t>
            </a:r>
            <a:r>
              <a:rPr sz="2000" i="1" spc="-5" dirty="0">
                <a:latin typeface="Trebuchet MS"/>
                <a:cs typeface="Trebuchet MS"/>
              </a:rPr>
              <a:t> </a:t>
            </a:r>
            <a:r>
              <a:rPr sz="2000" i="1" spc="55" dirty="0">
                <a:latin typeface="Trebuchet MS"/>
                <a:cs typeface="Trebuchet MS"/>
              </a:rPr>
              <a:t>valor</a:t>
            </a:r>
            <a:r>
              <a:rPr sz="2000" i="1" dirty="0">
                <a:latin typeface="Trebuchet MS"/>
                <a:cs typeface="Trebuchet MS"/>
              </a:rPr>
              <a:t> </a:t>
            </a:r>
            <a:r>
              <a:rPr sz="2000" i="1" spc="165" dirty="0">
                <a:latin typeface="Trebuchet MS"/>
                <a:cs typeface="Trebuchet MS"/>
              </a:rPr>
              <a:t>en</a:t>
            </a:r>
            <a:r>
              <a:rPr sz="2000" i="1" spc="-5" dirty="0">
                <a:latin typeface="Trebuchet MS"/>
                <a:cs typeface="Trebuchet MS"/>
              </a:rPr>
              <a:t> </a:t>
            </a:r>
            <a:r>
              <a:rPr sz="2000" i="1" spc="200" dirty="0">
                <a:latin typeface="Trebuchet MS"/>
                <a:cs typeface="Trebuchet MS"/>
              </a:rPr>
              <a:t>segundos? </a:t>
            </a:r>
            <a:r>
              <a:rPr sz="2000" b="1" i="1" spc="90" dirty="0">
                <a:latin typeface="Trebuchet MS"/>
                <a:cs typeface="Trebuchet MS"/>
              </a:rPr>
              <a:t>Conversión:</a:t>
            </a:r>
            <a:r>
              <a:rPr sz="2000" b="1" i="1" dirty="0">
                <a:latin typeface="Trebuchet MS"/>
                <a:cs typeface="Trebuchet MS"/>
              </a:rPr>
              <a:t>	</a:t>
            </a:r>
            <a:r>
              <a:rPr sz="2000" i="1" spc="-25" dirty="0">
                <a:latin typeface="Trebuchet MS"/>
                <a:cs typeface="Trebuchet MS"/>
              </a:rPr>
              <a:t>Si</a:t>
            </a:r>
            <a:r>
              <a:rPr sz="2000" i="1" dirty="0">
                <a:latin typeface="Trebuchet MS"/>
                <a:cs typeface="Trebuchet MS"/>
              </a:rPr>
              <a:t>	</a:t>
            </a:r>
            <a:r>
              <a:rPr sz="2000" i="1" spc="160" dirty="0">
                <a:latin typeface="Trebuchet MS"/>
                <a:cs typeface="Trebuchet MS"/>
              </a:rPr>
              <a:t>no</a:t>
            </a:r>
            <a:r>
              <a:rPr sz="2000" i="1" dirty="0">
                <a:latin typeface="Trebuchet MS"/>
                <a:cs typeface="Trebuchet MS"/>
              </a:rPr>
              <a:t>	</a:t>
            </a:r>
            <a:r>
              <a:rPr sz="2000" i="1" spc="155" dirty="0">
                <a:latin typeface="Trebuchet MS"/>
                <a:cs typeface="Trebuchet MS"/>
              </a:rPr>
              <a:t>genera</a:t>
            </a:r>
            <a:r>
              <a:rPr sz="2000" i="1" dirty="0">
                <a:latin typeface="Trebuchet MS"/>
                <a:cs typeface="Trebuchet MS"/>
              </a:rPr>
              <a:t>	</a:t>
            </a:r>
            <a:r>
              <a:rPr sz="2000" i="1" spc="120" dirty="0">
                <a:latin typeface="Trebuchet MS"/>
                <a:cs typeface="Trebuchet MS"/>
              </a:rPr>
              <a:t>ventas</a:t>
            </a:r>
            <a:r>
              <a:rPr sz="2000" i="1" dirty="0">
                <a:latin typeface="Trebuchet MS"/>
                <a:cs typeface="Trebuchet MS"/>
              </a:rPr>
              <a:t>	</a:t>
            </a:r>
            <a:r>
              <a:rPr sz="2000" i="1" spc="150" dirty="0">
                <a:latin typeface="Trebuchet MS"/>
                <a:cs typeface="Trebuchet MS"/>
              </a:rPr>
              <a:t>o</a:t>
            </a:r>
            <a:r>
              <a:rPr sz="2000" i="1" dirty="0">
                <a:latin typeface="Trebuchet MS"/>
                <a:cs typeface="Trebuchet MS"/>
              </a:rPr>
              <a:t>	</a:t>
            </a:r>
            <a:r>
              <a:rPr sz="2000" i="1" spc="-10" dirty="0">
                <a:latin typeface="Trebuchet MS"/>
                <a:cs typeface="Trebuchet MS"/>
              </a:rPr>
              <a:t>interés,</a:t>
            </a:r>
            <a:r>
              <a:rPr sz="2000" i="1" dirty="0">
                <a:latin typeface="Trebuchet MS"/>
                <a:cs typeface="Trebuchet MS"/>
              </a:rPr>
              <a:t>	</a:t>
            </a:r>
            <a:r>
              <a:rPr sz="2000" i="1" spc="150" dirty="0">
                <a:latin typeface="Trebuchet MS"/>
                <a:cs typeface="Trebuchet MS"/>
              </a:rPr>
              <a:t>hay</a:t>
            </a:r>
            <a:r>
              <a:rPr sz="2000" i="1" dirty="0">
                <a:latin typeface="Trebuchet MS"/>
                <a:cs typeface="Trebuchet MS"/>
              </a:rPr>
              <a:t>	</a:t>
            </a:r>
            <a:r>
              <a:rPr sz="2000" i="1" spc="150" dirty="0">
                <a:latin typeface="Trebuchet MS"/>
                <a:cs typeface="Trebuchet MS"/>
              </a:rPr>
              <a:t>que </a:t>
            </a:r>
            <a:r>
              <a:rPr sz="2000" i="1" spc="-10" dirty="0">
                <a:latin typeface="Trebuchet MS"/>
                <a:cs typeface="Trebuchet MS"/>
              </a:rPr>
              <a:t>ajustarla.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93739" y="2481950"/>
            <a:ext cx="5291455" cy="6811009"/>
            <a:chOff x="6493739" y="2481950"/>
            <a:chExt cx="5291455" cy="6811009"/>
          </a:xfrm>
        </p:grpSpPr>
        <p:sp>
          <p:nvSpPr>
            <p:cNvPr id="3" name="object 3"/>
            <p:cNvSpPr/>
            <p:nvPr/>
          </p:nvSpPr>
          <p:spPr>
            <a:xfrm>
              <a:off x="6531839" y="4168294"/>
              <a:ext cx="5215255" cy="5086350"/>
            </a:xfrm>
            <a:custGeom>
              <a:avLst/>
              <a:gdLst/>
              <a:ahLst/>
              <a:cxnLst/>
              <a:rect l="l" t="t" r="r" b="b"/>
              <a:pathLst>
                <a:path w="5215255" h="5086350">
                  <a:moveTo>
                    <a:pt x="420445" y="5086350"/>
                  </a:moveTo>
                  <a:lnTo>
                    <a:pt x="380258" y="5080217"/>
                  </a:lnTo>
                  <a:lnTo>
                    <a:pt x="334618" y="5068481"/>
                  </a:lnTo>
                  <a:lnTo>
                    <a:pt x="290863" y="5052467"/>
                  </a:lnTo>
                  <a:lnTo>
                    <a:pt x="249233" y="5032413"/>
                  </a:lnTo>
                  <a:lnTo>
                    <a:pt x="209968" y="5008558"/>
                  </a:lnTo>
                  <a:lnTo>
                    <a:pt x="173305" y="4981142"/>
                  </a:lnTo>
                  <a:lnTo>
                    <a:pt x="139486" y="4950405"/>
                  </a:lnTo>
                  <a:lnTo>
                    <a:pt x="108749" y="4916586"/>
                  </a:lnTo>
                  <a:lnTo>
                    <a:pt x="81333" y="4879923"/>
                  </a:lnTo>
                  <a:lnTo>
                    <a:pt x="57479" y="4840658"/>
                  </a:lnTo>
                  <a:lnTo>
                    <a:pt x="37424" y="4799028"/>
                  </a:lnTo>
                  <a:lnTo>
                    <a:pt x="21410" y="4755273"/>
                  </a:lnTo>
                  <a:lnTo>
                    <a:pt x="9675" y="4709633"/>
                  </a:lnTo>
                  <a:lnTo>
                    <a:pt x="2458" y="4662347"/>
                  </a:lnTo>
                  <a:lnTo>
                    <a:pt x="0" y="4613655"/>
                  </a:lnTo>
                  <a:lnTo>
                    <a:pt x="0" y="476266"/>
                  </a:lnTo>
                  <a:lnTo>
                    <a:pt x="2458" y="427573"/>
                  </a:lnTo>
                  <a:lnTo>
                    <a:pt x="9675" y="380288"/>
                  </a:lnTo>
                  <a:lnTo>
                    <a:pt x="21410" y="334648"/>
                  </a:lnTo>
                  <a:lnTo>
                    <a:pt x="37425" y="290893"/>
                  </a:lnTo>
                  <a:lnTo>
                    <a:pt x="57479" y="249263"/>
                  </a:lnTo>
                  <a:lnTo>
                    <a:pt x="81333" y="209997"/>
                  </a:lnTo>
                  <a:lnTo>
                    <a:pt x="108749" y="173335"/>
                  </a:lnTo>
                  <a:lnTo>
                    <a:pt x="139486" y="139516"/>
                  </a:lnTo>
                  <a:lnTo>
                    <a:pt x="173305" y="108779"/>
                  </a:lnTo>
                  <a:lnTo>
                    <a:pt x="209968" y="81363"/>
                  </a:lnTo>
                  <a:lnTo>
                    <a:pt x="249233" y="57509"/>
                  </a:lnTo>
                  <a:lnTo>
                    <a:pt x="290863" y="37454"/>
                  </a:lnTo>
                  <a:lnTo>
                    <a:pt x="334618" y="21440"/>
                  </a:lnTo>
                  <a:lnTo>
                    <a:pt x="380258" y="9705"/>
                  </a:lnTo>
                  <a:lnTo>
                    <a:pt x="427544" y="2488"/>
                  </a:lnTo>
                  <a:lnTo>
                    <a:pt x="476236" y="0"/>
                  </a:lnTo>
                  <a:lnTo>
                    <a:pt x="4738998" y="0"/>
                  </a:lnTo>
                  <a:lnTo>
                    <a:pt x="4787690" y="2488"/>
                  </a:lnTo>
                  <a:lnTo>
                    <a:pt x="4834976" y="9705"/>
                  </a:lnTo>
                  <a:lnTo>
                    <a:pt x="4880616" y="21440"/>
                  </a:lnTo>
                  <a:lnTo>
                    <a:pt x="4924371" y="37454"/>
                  </a:lnTo>
                  <a:lnTo>
                    <a:pt x="4966001" y="57508"/>
                  </a:lnTo>
                  <a:lnTo>
                    <a:pt x="5005267" y="81363"/>
                  </a:lnTo>
                  <a:lnTo>
                    <a:pt x="5041929" y="108778"/>
                  </a:lnTo>
                  <a:lnTo>
                    <a:pt x="5075749" y="139515"/>
                  </a:lnTo>
                  <a:lnTo>
                    <a:pt x="5106486" y="173335"/>
                  </a:lnTo>
                  <a:lnTo>
                    <a:pt x="5133901" y="209997"/>
                  </a:lnTo>
                  <a:lnTo>
                    <a:pt x="5157756" y="249263"/>
                  </a:lnTo>
                  <a:lnTo>
                    <a:pt x="5177810" y="290893"/>
                  </a:lnTo>
                  <a:lnTo>
                    <a:pt x="5193825" y="334647"/>
                  </a:lnTo>
                  <a:lnTo>
                    <a:pt x="5205560" y="380287"/>
                  </a:lnTo>
                  <a:lnTo>
                    <a:pt x="5212777" y="427573"/>
                  </a:lnTo>
                  <a:lnTo>
                    <a:pt x="5215235" y="476266"/>
                  </a:lnTo>
                  <a:lnTo>
                    <a:pt x="5215235" y="4613655"/>
                  </a:lnTo>
                  <a:lnTo>
                    <a:pt x="5212777" y="4662348"/>
                  </a:lnTo>
                  <a:lnTo>
                    <a:pt x="5205560" y="4709633"/>
                  </a:lnTo>
                  <a:lnTo>
                    <a:pt x="5193825" y="4755273"/>
                  </a:lnTo>
                  <a:lnTo>
                    <a:pt x="5177810" y="4799028"/>
                  </a:lnTo>
                  <a:lnTo>
                    <a:pt x="5157756" y="4840658"/>
                  </a:lnTo>
                  <a:lnTo>
                    <a:pt x="5133902" y="4879924"/>
                  </a:lnTo>
                  <a:lnTo>
                    <a:pt x="5106486" y="4916586"/>
                  </a:lnTo>
                  <a:lnTo>
                    <a:pt x="5075749" y="4950406"/>
                  </a:lnTo>
                  <a:lnTo>
                    <a:pt x="5041929" y="4981143"/>
                  </a:lnTo>
                  <a:lnTo>
                    <a:pt x="5005267" y="5008558"/>
                  </a:lnTo>
                  <a:lnTo>
                    <a:pt x="4966001" y="5032413"/>
                  </a:lnTo>
                  <a:lnTo>
                    <a:pt x="4924371" y="5052467"/>
                  </a:lnTo>
                  <a:lnTo>
                    <a:pt x="4880616" y="5068481"/>
                  </a:lnTo>
                  <a:lnTo>
                    <a:pt x="4834976" y="5080217"/>
                  </a:lnTo>
                  <a:lnTo>
                    <a:pt x="4794789" y="5086350"/>
                  </a:lnTo>
                </a:path>
              </a:pathLst>
            </a:custGeom>
            <a:ln w="76200">
              <a:solidFill>
                <a:srgbClr val="FF4D6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12884" y="2481950"/>
              <a:ext cx="3062605" cy="3062605"/>
            </a:xfrm>
            <a:custGeom>
              <a:avLst/>
              <a:gdLst/>
              <a:ahLst/>
              <a:cxnLst/>
              <a:rect l="l" t="t" r="r" b="b"/>
              <a:pathLst>
                <a:path w="3062604" h="3062604">
                  <a:moveTo>
                    <a:pt x="1531028" y="3062056"/>
                  </a:moveTo>
                  <a:lnTo>
                    <a:pt x="1482427" y="3061299"/>
                  </a:lnTo>
                  <a:lnTo>
                    <a:pt x="1434203" y="3059044"/>
                  </a:lnTo>
                  <a:lnTo>
                    <a:pt x="1386380" y="3055312"/>
                  </a:lnTo>
                  <a:lnTo>
                    <a:pt x="1338979" y="3050127"/>
                  </a:lnTo>
                  <a:lnTo>
                    <a:pt x="1292023" y="3043510"/>
                  </a:lnTo>
                  <a:lnTo>
                    <a:pt x="1245534" y="3035485"/>
                  </a:lnTo>
                  <a:lnTo>
                    <a:pt x="1199535" y="3026073"/>
                  </a:lnTo>
                  <a:lnTo>
                    <a:pt x="1154049" y="3015297"/>
                  </a:lnTo>
                  <a:lnTo>
                    <a:pt x="1109096" y="3003179"/>
                  </a:lnTo>
                  <a:lnTo>
                    <a:pt x="1064701" y="2989742"/>
                  </a:lnTo>
                  <a:lnTo>
                    <a:pt x="1020886" y="2975008"/>
                  </a:lnTo>
                  <a:lnTo>
                    <a:pt x="977672" y="2959000"/>
                  </a:lnTo>
                  <a:lnTo>
                    <a:pt x="935082" y="2941740"/>
                  </a:lnTo>
                  <a:lnTo>
                    <a:pt x="893139" y="2923250"/>
                  </a:lnTo>
                  <a:lnTo>
                    <a:pt x="851866" y="2903553"/>
                  </a:lnTo>
                  <a:lnTo>
                    <a:pt x="811283" y="2882672"/>
                  </a:lnTo>
                  <a:lnTo>
                    <a:pt x="771415" y="2860628"/>
                  </a:lnTo>
                  <a:lnTo>
                    <a:pt x="732283" y="2837444"/>
                  </a:lnTo>
                  <a:lnTo>
                    <a:pt x="693910" y="2813143"/>
                  </a:lnTo>
                  <a:lnTo>
                    <a:pt x="656318" y="2787747"/>
                  </a:lnTo>
                  <a:lnTo>
                    <a:pt x="619530" y="2761278"/>
                  </a:lnTo>
                  <a:lnTo>
                    <a:pt x="583568" y="2733758"/>
                  </a:lnTo>
                  <a:lnTo>
                    <a:pt x="548454" y="2705211"/>
                  </a:lnTo>
                  <a:lnTo>
                    <a:pt x="514211" y="2675659"/>
                  </a:lnTo>
                  <a:lnTo>
                    <a:pt x="480861" y="2645124"/>
                  </a:lnTo>
                  <a:lnTo>
                    <a:pt x="448427" y="2613628"/>
                  </a:lnTo>
                  <a:lnTo>
                    <a:pt x="416931" y="2581194"/>
                  </a:lnTo>
                  <a:lnTo>
                    <a:pt x="386396" y="2547844"/>
                  </a:lnTo>
                  <a:lnTo>
                    <a:pt x="356844" y="2513601"/>
                  </a:lnTo>
                  <a:lnTo>
                    <a:pt x="328297" y="2478487"/>
                  </a:lnTo>
                  <a:lnTo>
                    <a:pt x="300778" y="2442525"/>
                  </a:lnTo>
                  <a:lnTo>
                    <a:pt x="274309" y="2405737"/>
                  </a:lnTo>
                  <a:lnTo>
                    <a:pt x="248912" y="2368145"/>
                  </a:lnTo>
                  <a:lnTo>
                    <a:pt x="224611" y="2329772"/>
                  </a:lnTo>
                  <a:lnTo>
                    <a:pt x="201427" y="2290640"/>
                  </a:lnTo>
                  <a:lnTo>
                    <a:pt x="179383" y="2250772"/>
                  </a:lnTo>
                  <a:lnTo>
                    <a:pt x="158502" y="2210189"/>
                  </a:lnTo>
                  <a:lnTo>
                    <a:pt x="138805" y="2168916"/>
                  </a:lnTo>
                  <a:lnTo>
                    <a:pt x="120315" y="2126973"/>
                  </a:lnTo>
                  <a:lnTo>
                    <a:pt x="103055" y="2084383"/>
                  </a:lnTo>
                  <a:lnTo>
                    <a:pt x="87047" y="2041169"/>
                  </a:lnTo>
                  <a:lnTo>
                    <a:pt x="72313" y="1997354"/>
                  </a:lnTo>
                  <a:lnTo>
                    <a:pt x="58876" y="1952959"/>
                  </a:lnTo>
                  <a:lnTo>
                    <a:pt x="46758" y="1908007"/>
                  </a:lnTo>
                  <a:lnTo>
                    <a:pt x="35982" y="1862520"/>
                  </a:lnTo>
                  <a:lnTo>
                    <a:pt x="26570" y="1816521"/>
                  </a:lnTo>
                  <a:lnTo>
                    <a:pt x="18545" y="1770032"/>
                  </a:lnTo>
                  <a:lnTo>
                    <a:pt x="11928" y="1723076"/>
                  </a:lnTo>
                  <a:lnTo>
                    <a:pt x="6743" y="1675675"/>
                  </a:lnTo>
                  <a:lnTo>
                    <a:pt x="3012" y="1627852"/>
                  </a:lnTo>
                  <a:lnTo>
                    <a:pt x="756" y="1579629"/>
                  </a:lnTo>
                  <a:lnTo>
                    <a:pt x="0" y="1531027"/>
                  </a:lnTo>
                  <a:lnTo>
                    <a:pt x="756" y="1482426"/>
                  </a:lnTo>
                  <a:lnTo>
                    <a:pt x="3012" y="1434203"/>
                  </a:lnTo>
                  <a:lnTo>
                    <a:pt x="6743" y="1386379"/>
                  </a:lnTo>
                  <a:lnTo>
                    <a:pt x="11928" y="1338979"/>
                  </a:lnTo>
                  <a:lnTo>
                    <a:pt x="18545" y="1292023"/>
                  </a:lnTo>
                  <a:lnTo>
                    <a:pt x="26570" y="1245534"/>
                  </a:lnTo>
                  <a:lnTo>
                    <a:pt x="35982" y="1199535"/>
                  </a:lnTo>
                  <a:lnTo>
                    <a:pt x="46758" y="1154048"/>
                  </a:lnTo>
                  <a:lnTo>
                    <a:pt x="58876" y="1109096"/>
                  </a:lnTo>
                  <a:lnTo>
                    <a:pt x="72313" y="1064701"/>
                  </a:lnTo>
                  <a:lnTo>
                    <a:pt x="87047" y="1020886"/>
                  </a:lnTo>
                  <a:lnTo>
                    <a:pt x="103055" y="977672"/>
                  </a:lnTo>
                  <a:lnTo>
                    <a:pt x="120315" y="935082"/>
                  </a:lnTo>
                  <a:lnTo>
                    <a:pt x="138805" y="893139"/>
                  </a:lnTo>
                  <a:lnTo>
                    <a:pt x="158502" y="851866"/>
                  </a:lnTo>
                  <a:lnTo>
                    <a:pt x="179383" y="811284"/>
                  </a:lnTo>
                  <a:lnTo>
                    <a:pt x="201427" y="771415"/>
                  </a:lnTo>
                  <a:lnTo>
                    <a:pt x="224611" y="732283"/>
                  </a:lnTo>
                  <a:lnTo>
                    <a:pt x="248912" y="693910"/>
                  </a:lnTo>
                  <a:lnTo>
                    <a:pt x="274309" y="656318"/>
                  </a:lnTo>
                  <a:lnTo>
                    <a:pt x="300778" y="619530"/>
                  </a:lnTo>
                  <a:lnTo>
                    <a:pt x="328297" y="583568"/>
                  </a:lnTo>
                  <a:lnTo>
                    <a:pt x="356844" y="548454"/>
                  </a:lnTo>
                  <a:lnTo>
                    <a:pt x="386396" y="514211"/>
                  </a:lnTo>
                  <a:lnTo>
                    <a:pt x="416931" y="480861"/>
                  </a:lnTo>
                  <a:lnTo>
                    <a:pt x="448427" y="448427"/>
                  </a:lnTo>
                  <a:lnTo>
                    <a:pt x="480861" y="416931"/>
                  </a:lnTo>
                  <a:lnTo>
                    <a:pt x="514211" y="386396"/>
                  </a:lnTo>
                  <a:lnTo>
                    <a:pt x="548454" y="356844"/>
                  </a:lnTo>
                  <a:lnTo>
                    <a:pt x="583568" y="328297"/>
                  </a:lnTo>
                  <a:lnTo>
                    <a:pt x="619530" y="300778"/>
                  </a:lnTo>
                  <a:lnTo>
                    <a:pt x="656318" y="274309"/>
                  </a:lnTo>
                  <a:lnTo>
                    <a:pt x="693910" y="248912"/>
                  </a:lnTo>
                  <a:lnTo>
                    <a:pt x="732283" y="224611"/>
                  </a:lnTo>
                  <a:lnTo>
                    <a:pt x="771415" y="201427"/>
                  </a:lnTo>
                  <a:lnTo>
                    <a:pt x="811283" y="179383"/>
                  </a:lnTo>
                  <a:lnTo>
                    <a:pt x="851866" y="158502"/>
                  </a:lnTo>
                  <a:lnTo>
                    <a:pt x="893139" y="138805"/>
                  </a:lnTo>
                  <a:lnTo>
                    <a:pt x="935082" y="120315"/>
                  </a:lnTo>
                  <a:lnTo>
                    <a:pt x="977672" y="103055"/>
                  </a:lnTo>
                  <a:lnTo>
                    <a:pt x="1020886" y="87047"/>
                  </a:lnTo>
                  <a:lnTo>
                    <a:pt x="1064701" y="72313"/>
                  </a:lnTo>
                  <a:lnTo>
                    <a:pt x="1109096" y="58876"/>
                  </a:lnTo>
                  <a:lnTo>
                    <a:pt x="1154049" y="46759"/>
                  </a:lnTo>
                  <a:lnTo>
                    <a:pt x="1199535" y="35982"/>
                  </a:lnTo>
                  <a:lnTo>
                    <a:pt x="1245534" y="26570"/>
                  </a:lnTo>
                  <a:lnTo>
                    <a:pt x="1292023" y="18545"/>
                  </a:lnTo>
                  <a:lnTo>
                    <a:pt x="1338979" y="11928"/>
                  </a:lnTo>
                  <a:lnTo>
                    <a:pt x="1386380" y="6743"/>
                  </a:lnTo>
                  <a:lnTo>
                    <a:pt x="1434203" y="3012"/>
                  </a:lnTo>
                  <a:lnTo>
                    <a:pt x="1482427" y="756"/>
                  </a:lnTo>
                  <a:lnTo>
                    <a:pt x="1531028" y="0"/>
                  </a:lnTo>
                  <a:lnTo>
                    <a:pt x="1579629" y="756"/>
                  </a:lnTo>
                  <a:lnTo>
                    <a:pt x="1627852" y="3012"/>
                  </a:lnTo>
                  <a:lnTo>
                    <a:pt x="1675676" y="6743"/>
                  </a:lnTo>
                  <a:lnTo>
                    <a:pt x="1723077" y="11928"/>
                  </a:lnTo>
                  <a:lnTo>
                    <a:pt x="1770033" y="18545"/>
                  </a:lnTo>
                  <a:lnTo>
                    <a:pt x="1816521" y="26570"/>
                  </a:lnTo>
                  <a:lnTo>
                    <a:pt x="1862520" y="35982"/>
                  </a:lnTo>
                  <a:lnTo>
                    <a:pt x="1908007" y="46759"/>
                  </a:lnTo>
                  <a:lnTo>
                    <a:pt x="1952959" y="58876"/>
                  </a:lnTo>
                  <a:lnTo>
                    <a:pt x="1997354" y="72313"/>
                  </a:lnTo>
                  <a:lnTo>
                    <a:pt x="2041169" y="87047"/>
                  </a:lnTo>
                  <a:lnTo>
                    <a:pt x="2084383" y="103055"/>
                  </a:lnTo>
                  <a:lnTo>
                    <a:pt x="2126973" y="120315"/>
                  </a:lnTo>
                  <a:lnTo>
                    <a:pt x="2168916" y="138805"/>
                  </a:lnTo>
                  <a:lnTo>
                    <a:pt x="2210189" y="158502"/>
                  </a:lnTo>
                  <a:lnTo>
                    <a:pt x="2250772" y="179383"/>
                  </a:lnTo>
                  <a:lnTo>
                    <a:pt x="2290640" y="201427"/>
                  </a:lnTo>
                  <a:lnTo>
                    <a:pt x="2329772" y="224611"/>
                  </a:lnTo>
                  <a:lnTo>
                    <a:pt x="2368145" y="248912"/>
                  </a:lnTo>
                  <a:lnTo>
                    <a:pt x="2405737" y="274309"/>
                  </a:lnTo>
                  <a:lnTo>
                    <a:pt x="2442525" y="300778"/>
                  </a:lnTo>
                  <a:lnTo>
                    <a:pt x="2478487" y="328297"/>
                  </a:lnTo>
                  <a:lnTo>
                    <a:pt x="2513601" y="356844"/>
                  </a:lnTo>
                  <a:lnTo>
                    <a:pt x="2547844" y="386396"/>
                  </a:lnTo>
                  <a:lnTo>
                    <a:pt x="2581194" y="416931"/>
                  </a:lnTo>
                  <a:lnTo>
                    <a:pt x="2613628" y="448427"/>
                  </a:lnTo>
                  <a:lnTo>
                    <a:pt x="2645123" y="480861"/>
                  </a:lnTo>
                  <a:lnTo>
                    <a:pt x="2675659" y="514211"/>
                  </a:lnTo>
                  <a:lnTo>
                    <a:pt x="2705211" y="548454"/>
                  </a:lnTo>
                  <a:lnTo>
                    <a:pt x="2733758" y="583568"/>
                  </a:lnTo>
                  <a:lnTo>
                    <a:pt x="2761277" y="619530"/>
                  </a:lnTo>
                  <a:lnTo>
                    <a:pt x="2787746" y="656318"/>
                  </a:lnTo>
                  <a:lnTo>
                    <a:pt x="2813142" y="693910"/>
                  </a:lnTo>
                  <a:lnTo>
                    <a:pt x="2837444" y="732283"/>
                  </a:lnTo>
                  <a:lnTo>
                    <a:pt x="2860627" y="771415"/>
                  </a:lnTo>
                  <a:lnTo>
                    <a:pt x="2882671" y="811284"/>
                  </a:lnTo>
                  <a:lnTo>
                    <a:pt x="2903553" y="851866"/>
                  </a:lnTo>
                  <a:lnTo>
                    <a:pt x="2923250" y="893139"/>
                  </a:lnTo>
                  <a:lnTo>
                    <a:pt x="2941739" y="935082"/>
                  </a:lnTo>
                  <a:lnTo>
                    <a:pt x="2959000" y="977672"/>
                  </a:lnTo>
                  <a:lnTo>
                    <a:pt x="2975008" y="1020886"/>
                  </a:lnTo>
                  <a:lnTo>
                    <a:pt x="2989741" y="1064701"/>
                  </a:lnTo>
                  <a:lnTo>
                    <a:pt x="3003178" y="1109096"/>
                  </a:lnTo>
                  <a:lnTo>
                    <a:pt x="3015296" y="1154048"/>
                  </a:lnTo>
                  <a:lnTo>
                    <a:pt x="3026072" y="1199535"/>
                  </a:lnTo>
                  <a:lnTo>
                    <a:pt x="3035484" y="1245534"/>
                  </a:lnTo>
                  <a:lnTo>
                    <a:pt x="3043510" y="1292023"/>
                  </a:lnTo>
                  <a:lnTo>
                    <a:pt x="3050126" y="1338979"/>
                  </a:lnTo>
                  <a:lnTo>
                    <a:pt x="3055311" y="1386379"/>
                  </a:lnTo>
                  <a:lnTo>
                    <a:pt x="3059043" y="1434203"/>
                  </a:lnTo>
                  <a:lnTo>
                    <a:pt x="3061298" y="1482426"/>
                  </a:lnTo>
                  <a:lnTo>
                    <a:pt x="3062055" y="1531027"/>
                  </a:lnTo>
                  <a:lnTo>
                    <a:pt x="3061298" y="1579629"/>
                  </a:lnTo>
                  <a:lnTo>
                    <a:pt x="3059043" y="1627852"/>
                  </a:lnTo>
                  <a:lnTo>
                    <a:pt x="3055311" y="1675675"/>
                  </a:lnTo>
                  <a:lnTo>
                    <a:pt x="3050126" y="1723076"/>
                  </a:lnTo>
                  <a:lnTo>
                    <a:pt x="3043510" y="1770032"/>
                  </a:lnTo>
                  <a:lnTo>
                    <a:pt x="3035484" y="1816521"/>
                  </a:lnTo>
                  <a:lnTo>
                    <a:pt x="3026072" y="1862520"/>
                  </a:lnTo>
                  <a:lnTo>
                    <a:pt x="3015296" y="1908007"/>
                  </a:lnTo>
                  <a:lnTo>
                    <a:pt x="3003178" y="1952959"/>
                  </a:lnTo>
                  <a:lnTo>
                    <a:pt x="2989741" y="1997354"/>
                  </a:lnTo>
                  <a:lnTo>
                    <a:pt x="2975008" y="2041169"/>
                  </a:lnTo>
                  <a:lnTo>
                    <a:pt x="2959000" y="2084383"/>
                  </a:lnTo>
                  <a:lnTo>
                    <a:pt x="2941739" y="2126973"/>
                  </a:lnTo>
                  <a:lnTo>
                    <a:pt x="2923250" y="2168916"/>
                  </a:lnTo>
                  <a:lnTo>
                    <a:pt x="2903553" y="2210189"/>
                  </a:lnTo>
                  <a:lnTo>
                    <a:pt x="2882671" y="2250772"/>
                  </a:lnTo>
                  <a:lnTo>
                    <a:pt x="2860627" y="2290640"/>
                  </a:lnTo>
                  <a:lnTo>
                    <a:pt x="2837444" y="2329772"/>
                  </a:lnTo>
                  <a:lnTo>
                    <a:pt x="2813142" y="2368145"/>
                  </a:lnTo>
                  <a:lnTo>
                    <a:pt x="2787746" y="2405737"/>
                  </a:lnTo>
                  <a:lnTo>
                    <a:pt x="2761277" y="2442525"/>
                  </a:lnTo>
                  <a:lnTo>
                    <a:pt x="2733758" y="2478487"/>
                  </a:lnTo>
                  <a:lnTo>
                    <a:pt x="2705211" y="2513601"/>
                  </a:lnTo>
                  <a:lnTo>
                    <a:pt x="2675659" y="2547844"/>
                  </a:lnTo>
                  <a:lnTo>
                    <a:pt x="2645123" y="2581194"/>
                  </a:lnTo>
                  <a:lnTo>
                    <a:pt x="2613628" y="2613628"/>
                  </a:lnTo>
                  <a:lnTo>
                    <a:pt x="2581194" y="2645124"/>
                  </a:lnTo>
                  <a:lnTo>
                    <a:pt x="2547844" y="2675659"/>
                  </a:lnTo>
                  <a:lnTo>
                    <a:pt x="2513601" y="2705211"/>
                  </a:lnTo>
                  <a:lnTo>
                    <a:pt x="2478487" y="2733758"/>
                  </a:lnTo>
                  <a:lnTo>
                    <a:pt x="2442525" y="2761278"/>
                  </a:lnTo>
                  <a:lnTo>
                    <a:pt x="2405737" y="2787747"/>
                  </a:lnTo>
                  <a:lnTo>
                    <a:pt x="2368145" y="2813143"/>
                  </a:lnTo>
                  <a:lnTo>
                    <a:pt x="2329772" y="2837444"/>
                  </a:lnTo>
                  <a:lnTo>
                    <a:pt x="2290640" y="2860628"/>
                  </a:lnTo>
                  <a:lnTo>
                    <a:pt x="2250772" y="2882672"/>
                  </a:lnTo>
                  <a:lnTo>
                    <a:pt x="2210189" y="2903553"/>
                  </a:lnTo>
                  <a:lnTo>
                    <a:pt x="2168916" y="2923250"/>
                  </a:lnTo>
                  <a:lnTo>
                    <a:pt x="2126973" y="2941740"/>
                  </a:lnTo>
                  <a:lnTo>
                    <a:pt x="2084383" y="2959000"/>
                  </a:lnTo>
                  <a:lnTo>
                    <a:pt x="2041169" y="2975008"/>
                  </a:lnTo>
                  <a:lnTo>
                    <a:pt x="1997354" y="2989742"/>
                  </a:lnTo>
                  <a:lnTo>
                    <a:pt x="1952959" y="3003179"/>
                  </a:lnTo>
                  <a:lnTo>
                    <a:pt x="1908007" y="3015297"/>
                  </a:lnTo>
                  <a:lnTo>
                    <a:pt x="1862520" y="3026073"/>
                  </a:lnTo>
                  <a:lnTo>
                    <a:pt x="1816521" y="3035485"/>
                  </a:lnTo>
                  <a:lnTo>
                    <a:pt x="1770033" y="3043510"/>
                  </a:lnTo>
                  <a:lnTo>
                    <a:pt x="1723077" y="3050127"/>
                  </a:lnTo>
                  <a:lnTo>
                    <a:pt x="1675676" y="3055312"/>
                  </a:lnTo>
                  <a:lnTo>
                    <a:pt x="1627852" y="3059044"/>
                  </a:lnTo>
                  <a:lnTo>
                    <a:pt x="1579629" y="3061299"/>
                  </a:lnTo>
                  <a:lnTo>
                    <a:pt x="1531028" y="3062056"/>
                  </a:lnTo>
                  <a:close/>
                </a:path>
              </a:pathLst>
            </a:custGeom>
            <a:solidFill>
              <a:srgbClr val="FF4D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77760" y="2481950"/>
            <a:ext cx="5291435" cy="681079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004305" y="2481950"/>
            <a:ext cx="5291455" cy="6811009"/>
            <a:chOff x="1004305" y="2481950"/>
            <a:chExt cx="5291455" cy="6811009"/>
          </a:xfrm>
        </p:grpSpPr>
        <p:sp>
          <p:nvSpPr>
            <p:cNvPr id="7" name="object 7"/>
            <p:cNvSpPr/>
            <p:nvPr/>
          </p:nvSpPr>
          <p:spPr>
            <a:xfrm>
              <a:off x="1042405" y="4168294"/>
              <a:ext cx="5215255" cy="5086350"/>
            </a:xfrm>
            <a:custGeom>
              <a:avLst/>
              <a:gdLst/>
              <a:ahLst/>
              <a:cxnLst/>
              <a:rect l="l" t="t" r="r" b="b"/>
              <a:pathLst>
                <a:path w="5215255" h="5086350">
                  <a:moveTo>
                    <a:pt x="420445" y="5086350"/>
                  </a:moveTo>
                  <a:lnTo>
                    <a:pt x="380258" y="5080217"/>
                  </a:lnTo>
                  <a:lnTo>
                    <a:pt x="334618" y="5068481"/>
                  </a:lnTo>
                  <a:lnTo>
                    <a:pt x="290863" y="5052467"/>
                  </a:lnTo>
                  <a:lnTo>
                    <a:pt x="249233" y="5032413"/>
                  </a:lnTo>
                  <a:lnTo>
                    <a:pt x="209968" y="5008558"/>
                  </a:lnTo>
                  <a:lnTo>
                    <a:pt x="173305" y="4981143"/>
                  </a:lnTo>
                  <a:lnTo>
                    <a:pt x="139486" y="4950405"/>
                  </a:lnTo>
                  <a:lnTo>
                    <a:pt x="108749" y="4916586"/>
                  </a:lnTo>
                  <a:lnTo>
                    <a:pt x="81333" y="4879924"/>
                  </a:lnTo>
                  <a:lnTo>
                    <a:pt x="57479" y="4840658"/>
                  </a:lnTo>
                  <a:lnTo>
                    <a:pt x="37424" y="4799028"/>
                  </a:lnTo>
                  <a:lnTo>
                    <a:pt x="21410" y="4755273"/>
                  </a:lnTo>
                  <a:lnTo>
                    <a:pt x="9675" y="4709633"/>
                  </a:lnTo>
                  <a:lnTo>
                    <a:pt x="2458" y="4662347"/>
                  </a:lnTo>
                  <a:lnTo>
                    <a:pt x="0" y="4613655"/>
                  </a:lnTo>
                  <a:lnTo>
                    <a:pt x="0" y="476266"/>
                  </a:lnTo>
                  <a:lnTo>
                    <a:pt x="2458" y="427573"/>
                  </a:lnTo>
                  <a:lnTo>
                    <a:pt x="9675" y="380287"/>
                  </a:lnTo>
                  <a:lnTo>
                    <a:pt x="21410" y="334648"/>
                  </a:lnTo>
                  <a:lnTo>
                    <a:pt x="37425" y="290893"/>
                  </a:lnTo>
                  <a:lnTo>
                    <a:pt x="57479" y="249263"/>
                  </a:lnTo>
                  <a:lnTo>
                    <a:pt x="81333" y="209997"/>
                  </a:lnTo>
                  <a:lnTo>
                    <a:pt x="108749" y="173335"/>
                  </a:lnTo>
                  <a:lnTo>
                    <a:pt x="139486" y="139516"/>
                  </a:lnTo>
                  <a:lnTo>
                    <a:pt x="173305" y="108778"/>
                  </a:lnTo>
                  <a:lnTo>
                    <a:pt x="209968" y="81363"/>
                  </a:lnTo>
                  <a:lnTo>
                    <a:pt x="249233" y="57508"/>
                  </a:lnTo>
                  <a:lnTo>
                    <a:pt x="290863" y="37454"/>
                  </a:lnTo>
                  <a:lnTo>
                    <a:pt x="334618" y="21440"/>
                  </a:lnTo>
                  <a:lnTo>
                    <a:pt x="380258" y="9705"/>
                  </a:lnTo>
                  <a:lnTo>
                    <a:pt x="427544" y="2488"/>
                  </a:lnTo>
                  <a:lnTo>
                    <a:pt x="476236" y="0"/>
                  </a:lnTo>
                  <a:lnTo>
                    <a:pt x="4738998" y="0"/>
                  </a:lnTo>
                  <a:lnTo>
                    <a:pt x="4787691" y="2488"/>
                  </a:lnTo>
                  <a:lnTo>
                    <a:pt x="4834976" y="9705"/>
                  </a:lnTo>
                  <a:lnTo>
                    <a:pt x="4880616" y="21440"/>
                  </a:lnTo>
                  <a:lnTo>
                    <a:pt x="4924371" y="37454"/>
                  </a:lnTo>
                  <a:lnTo>
                    <a:pt x="4966001" y="57508"/>
                  </a:lnTo>
                  <a:lnTo>
                    <a:pt x="5005267" y="81363"/>
                  </a:lnTo>
                  <a:lnTo>
                    <a:pt x="5041929" y="108778"/>
                  </a:lnTo>
                  <a:lnTo>
                    <a:pt x="5075748" y="139516"/>
                  </a:lnTo>
                  <a:lnTo>
                    <a:pt x="5106486" y="173335"/>
                  </a:lnTo>
                  <a:lnTo>
                    <a:pt x="5133901" y="209997"/>
                  </a:lnTo>
                  <a:lnTo>
                    <a:pt x="5157756" y="249263"/>
                  </a:lnTo>
                  <a:lnTo>
                    <a:pt x="5177810" y="290893"/>
                  </a:lnTo>
                  <a:lnTo>
                    <a:pt x="5193825" y="334647"/>
                  </a:lnTo>
                  <a:lnTo>
                    <a:pt x="5205560" y="380287"/>
                  </a:lnTo>
                  <a:lnTo>
                    <a:pt x="5212777" y="427573"/>
                  </a:lnTo>
                  <a:lnTo>
                    <a:pt x="5215235" y="476266"/>
                  </a:lnTo>
                  <a:lnTo>
                    <a:pt x="5215235" y="4613655"/>
                  </a:lnTo>
                  <a:lnTo>
                    <a:pt x="5212777" y="4662348"/>
                  </a:lnTo>
                  <a:lnTo>
                    <a:pt x="5205560" y="4709633"/>
                  </a:lnTo>
                  <a:lnTo>
                    <a:pt x="5193825" y="4755273"/>
                  </a:lnTo>
                  <a:lnTo>
                    <a:pt x="5177810" y="4799028"/>
                  </a:lnTo>
                  <a:lnTo>
                    <a:pt x="5157756" y="4840658"/>
                  </a:lnTo>
                  <a:lnTo>
                    <a:pt x="5133901" y="4879924"/>
                  </a:lnTo>
                  <a:lnTo>
                    <a:pt x="5106486" y="4916586"/>
                  </a:lnTo>
                  <a:lnTo>
                    <a:pt x="5075749" y="4950405"/>
                  </a:lnTo>
                  <a:lnTo>
                    <a:pt x="5041929" y="4981143"/>
                  </a:lnTo>
                  <a:lnTo>
                    <a:pt x="5005267" y="5008558"/>
                  </a:lnTo>
                  <a:lnTo>
                    <a:pt x="4966001" y="5032413"/>
                  </a:lnTo>
                  <a:lnTo>
                    <a:pt x="4924371" y="5052467"/>
                  </a:lnTo>
                  <a:lnTo>
                    <a:pt x="4880616" y="5068481"/>
                  </a:lnTo>
                  <a:lnTo>
                    <a:pt x="4834976" y="5080217"/>
                  </a:lnTo>
                  <a:lnTo>
                    <a:pt x="4794789" y="5086350"/>
                  </a:lnTo>
                </a:path>
              </a:pathLst>
            </a:custGeom>
            <a:ln w="76200">
              <a:solidFill>
                <a:srgbClr val="FFA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24480" y="2481950"/>
              <a:ext cx="3062605" cy="3062605"/>
            </a:xfrm>
            <a:custGeom>
              <a:avLst/>
              <a:gdLst/>
              <a:ahLst/>
              <a:cxnLst/>
              <a:rect l="l" t="t" r="r" b="b"/>
              <a:pathLst>
                <a:path w="3062604" h="3062604">
                  <a:moveTo>
                    <a:pt x="1531028" y="3062056"/>
                  </a:moveTo>
                  <a:lnTo>
                    <a:pt x="1482426" y="3061299"/>
                  </a:lnTo>
                  <a:lnTo>
                    <a:pt x="1434203" y="3059044"/>
                  </a:lnTo>
                  <a:lnTo>
                    <a:pt x="1386380" y="3055312"/>
                  </a:lnTo>
                  <a:lnTo>
                    <a:pt x="1338979" y="3050127"/>
                  </a:lnTo>
                  <a:lnTo>
                    <a:pt x="1292023" y="3043510"/>
                  </a:lnTo>
                  <a:lnTo>
                    <a:pt x="1245534" y="3035485"/>
                  </a:lnTo>
                  <a:lnTo>
                    <a:pt x="1199535" y="3026073"/>
                  </a:lnTo>
                  <a:lnTo>
                    <a:pt x="1154048" y="3015297"/>
                  </a:lnTo>
                  <a:lnTo>
                    <a:pt x="1109096" y="3003179"/>
                  </a:lnTo>
                  <a:lnTo>
                    <a:pt x="1064701" y="2989742"/>
                  </a:lnTo>
                  <a:lnTo>
                    <a:pt x="1020886" y="2975008"/>
                  </a:lnTo>
                  <a:lnTo>
                    <a:pt x="977672" y="2959000"/>
                  </a:lnTo>
                  <a:lnTo>
                    <a:pt x="935082" y="2941740"/>
                  </a:lnTo>
                  <a:lnTo>
                    <a:pt x="893139" y="2923250"/>
                  </a:lnTo>
                  <a:lnTo>
                    <a:pt x="851866" y="2903553"/>
                  </a:lnTo>
                  <a:lnTo>
                    <a:pt x="811284" y="2882672"/>
                  </a:lnTo>
                  <a:lnTo>
                    <a:pt x="771415" y="2860628"/>
                  </a:lnTo>
                  <a:lnTo>
                    <a:pt x="732283" y="2837444"/>
                  </a:lnTo>
                  <a:lnTo>
                    <a:pt x="693910" y="2813143"/>
                  </a:lnTo>
                  <a:lnTo>
                    <a:pt x="656318" y="2787747"/>
                  </a:lnTo>
                  <a:lnTo>
                    <a:pt x="619530" y="2761278"/>
                  </a:lnTo>
                  <a:lnTo>
                    <a:pt x="583568" y="2733758"/>
                  </a:lnTo>
                  <a:lnTo>
                    <a:pt x="548454" y="2705211"/>
                  </a:lnTo>
                  <a:lnTo>
                    <a:pt x="514211" y="2675659"/>
                  </a:lnTo>
                  <a:lnTo>
                    <a:pt x="480861" y="2645124"/>
                  </a:lnTo>
                  <a:lnTo>
                    <a:pt x="448427" y="2613628"/>
                  </a:lnTo>
                  <a:lnTo>
                    <a:pt x="416931" y="2581194"/>
                  </a:lnTo>
                  <a:lnTo>
                    <a:pt x="386396" y="2547844"/>
                  </a:lnTo>
                  <a:lnTo>
                    <a:pt x="356844" y="2513601"/>
                  </a:lnTo>
                  <a:lnTo>
                    <a:pt x="328297" y="2478487"/>
                  </a:lnTo>
                  <a:lnTo>
                    <a:pt x="300778" y="2442525"/>
                  </a:lnTo>
                  <a:lnTo>
                    <a:pt x="274309" y="2405737"/>
                  </a:lnTo>
                  <a:lnTo>
                    <a:pt x="248912" y="2368145"/>
                  </a:lnTo>
                  <a:lnTo>
                    <a:pt x="224611" y="2329772"/>
                  </a:lnTo>
                  <a:lnTo>
                    <a:pt x="201427" y="2290640"/>
                  </a:lnTo>
                  <a:lnTo>
                    <a:pt x="179383" y="2250772"/>
                  </a:lnTo>
                  <a:lnTo>
                    <a:pt x="158502" y="2210189"/>
                  </a:lnTo>
                  <a:lnTo>
                    <a:pt x="138805" y="2168916"/>
                  </a:lnTo>
                  <a:lnTo>
                    <a:pt x="120315" y="2126973"/>
                  </a:lnTo>
                  <a:lnTo>
                    <a:pt x="103055" y="2084383"/>
                  </a:lnTo>
                  <a:lnTo>
                    <a:pt x="87047" y="2041169"/>
                  </a:lnTo>
                  <a:lnTo>
                    <a:pt x="72313" y="1997354"/>
                  </a:lnTo>
                  <a:lnTo>
                    <a:pt x="58876" y="1952959"/>
                  </a:lnTo>
                  <a:lnTo>
                    <a:pt x="46759" y="1908007"/>
                  </a:lnTo>
                  <a:lnTo>
                    <a:pt x="35982" y="1862520"/>
                  </a:lnTo>
                  <a:lnTo>
                    <a:pt x="26570" y="1816521"/>
                  </a:lnTo>
                  <a:lnTo>
                    <a:pt x="18545" y="1770032"/>
                  </a:lnTo>
                  <a:lnTo>
                    <a:pt x="11928" y="1723076"/>
                  </a:lnTo>
                  <a:lnTo>
                    <a:pt x="6743" y="1675675"/>
                  </a:lnTo>
                  <a:lnTo>
                    <a:pt x="3012" y="1627852"/>
                  </a:lnTo>
                  <a:lnTo>
                    <a:pt x="756" y="1579629"/>
                  </a:lnTo>
                  <a:lnTo>
                    <a:pt x="0" y="1531027"/>
                  </a:lnTo>
                  <a:lnTo>
                    <a:pt x="756" y="1482426"/>
                  </a:lnTo>
                  <a:lnTo>
                    <a:pt x="3012" y="1434203"/>
                  </a:lnTo>
                  <a:lnTo>
                    <a:pt x="6743" y="1386379"/>
                  </a:lnTo>
                  <a:lnTo>
                    <a:pt x="11928" y="1338979"/>
                  </a:lnTo>
                  <a:lnTo>
                    <a:pt x="18545" y="1292023"/>
                  </a:lnTo>
                  <a:lnTo>
                    <a:pt x="26570" y="1245534"/>
                  </a:lnTo>
                  <a:lnTo>
                    <a:pt x="35982" y="1199535"/>
                  </a:lnTo>
                  <a:lnTo>
                    <a:pt x="46759" y="1154048"/>
                  </a:lnTo>
                  <a:lnTo>
                    <a:pt x="58876" y="1109096"/>
                  </a:lnTo>
                  <a:lnTo>
                    <a:pt x="72313" y="1064701"/>
                  </a:lnTo>
                  <a:lnTo>
                    <a:pt x="87047" y="1020886"/>
                  </a:lnTo>
                  <a:lnTo>
                    <a:pt x="103055" y="977672"/>
                  </a:lnTo>
                  <a:lnTo>
                    <a:pt x="120315" y="935082"/>
                  </a:lnTo>
                  <a:lnTo>
                    <a:pt x="138805" y="893139"/>
                  </a:lnTo>
                  <a:lnTo>
                    <a:pt x="158502" y="851866"/>
                  </a:lnTo>
                  <a:lnTo>
                    <a:pt x="179383" y="811284"/>
                  </a:lnTo>
                  <a:lnTo>
                    <a:pt x="201427" y="771415"/>
                  </a:lnTo>
                  <a:lnTo>
                    <a:pt x="224611" y="732283"/>
                  </a:lnTo>
                  <a:lnTo>
                    <a:pt x="248912" y="693910"/>
                  </a:lnTo>
                  <a:lnTo>
                    <a:pt x="274309" y="656318"/>
                  </a:lnTo>
                  <a:lnTo>
                    <a:pt x="300778" y="619530"/>
                  </a:lnTo>
                  <a:lnTo>
                    <a:pt x="328297" y="583568"/>
                  </a:lnTo>
                  <a:lnTo>
                    <a:pt x="356844" y="548454"/>
                  </a:lnTo>
                  <a:lnTo>
                    <a:pt x="386396" y="514211"/>
                  </a:lnTo>
                  <a:lnTo>
                    <a:pt x="416931" y="480861"/>
                  </a:lnTo>
                  <a:lnTo>
                    <a:pt x="448427" y="448427"/>
                  </a:lnTo>
                  <a:lnTo>
                    <a:pt x="480861" y="416931"/>
                  </a:lnTo>
                  <a:lnTo>
                    <a:pt x="514211" y="386396"/>
                  </a:lnTo>
                  <a:lnTo>
                    <a:pt x="548454" y="356844"/>
                  </a:lnTo>
                  <a:lnTo>
                    <a:pt x="583568" y="328297"/>
                  </a:lnTo>
                  <a:lnTo>
                    <a:pt x="619530" y="300778"/>
                  </a:lnTo>
                  <a:lnTo>
                    <a:pt x="656318" y="274309"/>
                  </a:lnTo>
                  <a:lnTo>
                    <a:pt x="693910" y="248912"/>
                  </a:lnTo>
                  <a:lnTo>
                    <a:pt x="732283" y="224611"/>
                  </a:lnTo>
                  <a:lnTo>
                    <a:pt x="771415" y="201427"/>
                  </a:lnTo>
                  <a:lnTo>
                    <a:pt x="811284" y="179383"/>
                  </a:lnTo>
                  <a:lnTo>
                    <a:pt x="851866" y="158502"/>
                  </a:lnTo>
                  <a:lnTo>
                    <a:pt x="893139" y="138805"/>
                  </a:lnTo>
                  <a:lnTo>
                    <a:pt x="935082" y="120315"/>
                  </a:lnTo>
                  <a:lnTo>
                    <a:pt x="977672" y="103055"/>
                  </a:lnTo>
                  <a:lnTo>
                    <a:pt x="1020886" y="87047"/>
                  </a:lnTo>
                  <a:lnTo>
                    <a:pt x="1064701" y="72313"/>
                  </a:lnTo>
                  <a:lnTo>
                    <a:pt x="1109096" y="58876"/>
                  </a:lnTo>
                  <a:lnTo>
                    <a:pt x="1154048" y="46759"/>
                  </a:lnTo>
                  <a:lnTo>
                    <a:pt x="1199535" y="35982"/>
                  </a:lnTo>
                  <a:lnTo>
                    <a:pt x="1245534" y="26570"/>
                  </a:lnTo>
                  <a:lnTo>
                    <a:pt x="1292023" y="18545"/>
                  </a:lnTo>
                  <a:lnTo>
                    <a:pt x="1338979" y="11928"/>
                  </a:lnTo>
                  <a:lnTo>
                    <a:pt x="1386380" y="6743"/>
                  </a:lnTo>
                  <a:lnTo>
                    <a:pt x="1434203" y="3012"/>
                  </a:lnTo>
                  <a:lnTo>
                    <a:pt x="1482426" y="756"/>
                  </a:lnTo>
                  <a:lnTo>
                    <a:pt x="1531028" y="0"/>
                  </a:lnTo>
                  <a:lnTo>
                    <a:pt x="1579629" y="756"/>
                  </a:lnTo>
                  <a:lnTo>
                    <a:pt x="1627852" y="3012"/>
                  </a:lnTo>
                  <a:lnTo>
                    <a:pt x="1675676" y="6743"/>
                  </a:lnTo>
                  <a:lnTo>
                    <a:pt x="1723076" y="11928"/>
                  </a:lnTo>
                  <a:lnTo>
                    <a:pt x="1770032" y="18545"/>
                  </a:lnTo>
                  <a:lnTo>
                    <a:pt x="1816521" y="26570"/>
                  </a:lnTo>
                  <a:lnTo>
                    <a:pt x="1862520" y="35982"/>
                  </a:lnTo>
                  <a:lnTo>
                    <a:pt x="1908007" y="46759"/>
                  </a:lnTo>
                  <a:lnTo>
                    <a:pt x="1952959" y="58876"/>
                  </a:lnTo>
                  <a:lnTo>
                    <a:pt x="1997354" y="72313"/>
                  </a:lnTo>
                  <a:lnTo>
                    <a:pt x="2041169" y="87047"/>
                  </a:lnTo>
                  <a:lnTo>
                    <a:pt x="2084383" y="103055"/>
                  </a:lnTo>
                  <a:lnTo>
                    <a:pt x="2126973" y="120315"/>
                  </a:lnTo>
                  <a:lnTo>
                    <a:pt x="2168916" y="138805"/>
                  </a:lnTo>
                  <a:lnTo>
                    <a:pt x="2210189" y="158502"/>
                  </a:lnTo>
                  <a:lnTo>
                    <a:pt x="2250772" y="179383"/>
                  </a:lnTo>
                  <a:lnTo>
                    <a:pt x="2290640" y="201427"/>
                  </a:lnTo>
                  <a:lnTo>
                    <a:pt x="2329772" y="224611"/>
                  </a:lnTo>
                  <a:lnTo>
                    <a:pt x="2368145" y="248912"/>
                  </a:lnTo>
                  <a:lnTo>
                    <a:pt x="2405737" y="274309"/>
                  </a:lnTo>
                  <a:lnTo>
                    <a:pt x="2442525" y="300778"/>
                  </a:lnTo>
                  <a:lnTo>
                    <a:pt x="2478487" y="328297"/>
                  </a:lnTo>
                  <a:lnTo>
                    <a:pt x="2513601" y="356844"/>
                  </a:lnTo>
                  <a:lnTo>
                    <a:pt x="2547844" y="386396"/>
                  </a:lnTo>
                  <a:lnTo>
                    <a:pt x="2581194" y="416931"/>
                  </a:lnTo>
                  <a:lnTo>
                    <a:pt x="2613628" y="448427"/>
                  </a:lnTo>
                  <a:lnTo>
                    <a:pt x="2645124" y="480861"/>
                  </a:lnTo>
                  <a:lnTo>
                    <a:pt x="2675659" y="514211"/>
                  </a:lnTo>
                  <a:lnTo>
                    <a:pt x="2705211" y="548454"/>
                  </a:lnTo>
                  <a:lnTo>
                    <a:pt x="2733758" y="583568"/>
                  </a:lnTo>
                  <a:lnTo>
                    <a:pt x="2761278" y="619530"/>
                  </a:lnTo>
                  <a:lnTo>
                    <a:pt x="2787747" y="656318"/>
                  </a:lnTo>
                  <a:lnTo>
                    <a:pt x="2813143" y="693910"/>
                  </a:lnTo>
                  <a:lnTo>
                    <a:pt x="2837444" y="732283"/>
                  </a:lnTo>
                  <a:lnTo>
                    <a:pt x="2860628" y="771415"/>
                  </a:lnTo>
                  <a:lnTo>
                    <a:pt x="2882672" y="811284"/>
                  </a:lnTo>
                  <a:lnTo>
                    <a:pt x="2903553" y="851866"/>
                  </a:lnTo>
                  <a:lnTo>
                    <a:pt x="2923250" y="893139"/>
                  </a:lnTo>
                  <a:lnTo>
                    <a:pt x="2941740" y="935082"/>
                  </a:lnTo>
                  <a:lnTo>
                    <a:pt x="2959000" y="977672"/>
                  </a:lnTo>
                  <a:lnTo>
                    <a:pt x="2975008" y="1020886"/>
                  </a:lnTo>
                  <a:lnTo>
                    <a:pt x="2989742" y="1064701"/>
                  </a:lnTo>
                  <a:lnTo>
                    <a:pt x="3003179" y="1109096"/>
                  </a:lnTo>
                  <a:lnTo>
                    <a:pt x="3015297" y="1154048"/>
                  </a:lnTo>
                  <a:lnTo>
                    <a:pt x="3026073" y="1199535"/>
                  </a:lnTo>
                  <a:lnTo>
                    <a:pt x="3035485" y="1245534"/>
                  </a:lnTo>
                  <a:lnTo>
                    <a:pt x="3043510" y="1292023"/>
                  </a:lnTo>
                  <a:lnTo>
                    <a:pt x="3050127" y="1338979"/>
                  </a:lnTo>
                  <a:lnTo>
                    <a:pt x="3055312" y="1386379"/>
                  </a:lnTo>
                  <a:lnTo>
                    <a:pt x="3059044" y="1434203"/>
                  </a:lnTo>
                  <a:lnTo>
                    <a:pt x="3061299" y="1482426"/>
                  </a:lnTo>
                  <a:lnTo>
                    <a:pt x="3062056" y="1531027"/>
                  </a:lnTo>
                  <a:lnTo>
                    <a:pt x="3061299" y="1579629"/>
                  </a:lnTo>
                  <a:lnTo>
                    <a:pt x="3059044" y="1627852"/>
                  </a:lnTo>
                  <a:lnTo>
                    <a:pt x="3055312" y="1675675"/>
                  </a:lnTo>
                  <a:lnTo>
                    <a:pt x="3050127" y="1723076"/>
                  </a:lnTo>
                  <a:lnTo>
                    <a:pt x="3043510" y="1770032"/>
                  </a:lnTo>
                  <a:lnTo>
                    <a:pt x="3035485" y="1816521"/>
                  </a:lnTo>
                  <a:lnTo>
                    <a:pt x="3026073" y="1862520"/>
                  </a:lnTo>
                  <a:lnTo>
                    <a:pt x="3015297" y="1908007"/>
                  </a:lnTo>
                  <a:lnTo>
                    <a:pt x="3003179" y="1952959"/>
                  </a:lnTo>
                  <a:lnTo>
                    <a:pt x="2989742" y="1997354"/>
                  </a:lnTo>
                  <a:lnTo>
                    <a:pt x="2975008" y="2041169"/>
                  </a:lnTo>
                  <a:lnTo>
                    <a:pt x="2959000" y="2084383"/>
                  </a:lnTo>
                  <a:lnTo>
                    <a:pt x="2941740" y="2126973"/>
                  </a:lnTo>
                  <a:lnTo>
                    <a:pt x="2923250" y="2168916"/>
                  </a:lnTo>
                  <a:lnTo>
                    <a:pt x="2903553" y="2210189"/>
                  </a:lnTo>
                  <a:lnTo>
                    <a:pt x="2882672" y="2250772"/>
                  </a:lnTo>
                  <a:lnTo>
                    <a:pt x="2860628" y="2290640"/>
                  </a:lnTo>
                  <a:lnTo>
                    <a:pt x="2837444" y="2329772"/>
                  </a:lnTo>
                  <a:lnTo>
                    <a:pt x="2813143" y="2368145"/>
                  </a:lnTo>
                  <a:lnTo>
                    <a:pt x="2787747" y="2405737"/>
                  </a:lnTo>
                  <a:lnTo>
                    <a:pt x="2761278" y="2442525"/>
                  </a:lnTo>
                  <a:lnTo>
                    <a:pt x="2733758" y="2478487"/>
                  </a:lnTo>
                  <a:lnTo>
                    <a:pt x="2705211" y="2513601"/>
                  </a:lnTo>
                  <a:lnTo>
                    <a:pt x="2675659" y="2547844"/>
                  </a:lnTo>
                  <a:lnTo>
                    <a:pt x="2645124" y="2581194"/>
                  </a:lnTo>
                  <a:lnTo>
                    <a:pt x="2613628" y="2613628"/>
                  </a:lnTo>
                  <a:lnTo>
                    <a:pt x="2581194" y="2645124"/>
                  </a:lnTo>
                  <a:lnTo>
                    <a:pt x="2547844" y="2675659"/>
                  </a:lnTo>
                  <a:lnTo>
                    <a:pt x="2513601" y="2705211"/>
                  </a:lnTo>
                  <a:lnTo>
                    <a:pt x="2478487" y="2733758"/>
                  </a:lnTo>
                  <a:lnTo>
                    <a:pt x="2442525" y="2761278"/>
                  </a:lnTo>
                  <a:lnTo>
                    <a:pt x="2405737" y="2787747"/>
                  </a:lnTo>
                  <a:lnTo>
                    <a:pt x="2368145" y="2813143"/>
                  </a:lnTo>
                  <a:lnTo>
                    <a:pt x="2329772" y="2837444"/>
                  </a:lnTo>
                  <a:lnTo>
                    <a:pt x="2290640" y="2860628"/>
                  </a:lnTo>
                  <a:lnTo>
                    <a:pt x="2250772" y="2882672"/>
                  </a:lnTo>
                  <a:lnTo>
                    <a:pt x="2210189" y="2903553"/>
                  </a:lnTo>
                  <a:lnTo>
                    <a:pt x="2168916" y="2923250"/>
                  </a:lnTo>
                  <a:lnTo>
                    <a:pt x="2126973" y="2941740"/>
                  </a:lnTo>
                  <a:lnTo>
                    <a:pt x="2084383" y="2959000"/>
                  </a:lnTo>
                  <a:lnTo>
                    <a:pt x="2041169" y="2975008"/>
                  </a:lnTo>
                  <a:lnTo>
                    <a:pt x="1997354" y="2989742"/>
                  </a:lnTo>
                  <a:lnTo>
                    <a:pt x="1952959" y="3003179"/>
                  </a:lnTo>
                  <a:lnTo>
                    <a:pt x="1908007" y="3015297"/>
                  </a:lnTo>
                  <a:lnTo>
                    <a:pt x="1862520" y="3026073"/>
                  </a:lnTo>
                  <a:lnTo>
                    <a:pt x="1816521" y="3035485"/>
                  </a:lnTo>
                  <a:lnTo>
                    <a:pt x="1770032" y="3043510"/>
                  </a:lnTo>
                  <a:lnTo>
                    <a:pt x="1723076" y="3050127"/>
                  </a:lnTo>
                  <a:lnTo>
                    <a:pt x="1675676" y="3055312"/>
                  </a:lnTo>
                  <a:lnTo>
                    <a:pt x="1627852" y="3059044"/>
                  </a:lnTo>
                  <a:lnTo>
                    <a:pt x="1579629" y="3061299"/>
                  </a:lnTo>
                  <a:lnTo>
                    <a:pt x="1531028" y="3062056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94330" y="3044926"/>
              <a:ext cx="1711960" cy="1887855"/>
            </a:xfrm>
            <a:custGeom>
              <a:avLst/>
              <a:gdLst/>
              <a:ahLst/>
              <a:cxnLst/>
              <a:rect l="l" t="t" r="r" b="b"/>
              <a:pathLst>
                <a:path w="1711960" h="1887854">
                  <a:moveTo>
                    <a:pt x="1313891" y="458190"/>
                  </a:moveTo>
                  <a:lnTo>
                    <a:pt x="1311516" y="411416"/>
                  </a:lnTo>
                  <a:lnTo>
                    <a:pt x="1304569" y="365975"/>
                  </a:lnTo>
                  <a:lnTo>
                    <a:pt x="1293253" y="322097"/>
                  </a:lnTo>
                  <a:lnTo>
                    <a:pt x="1277835" y="280022"/>
                  </a:lnTo>
                  <a:lnTo>
                    <a:pt x="1258519" y="239979"/>
                  </a:lnTo>
                  <a:lnTo>
                    <a:pt x="1235544" y="202196"/>
                  </a:lnTo>
                  <a:lnTo>
                    <a:pt x="1209141" y="166916"/>
                  </a:lnTo>
                  <a:lnTo>
                    <a:pt x="1179550" y="134366"/>
                  </a:lnTo>
                  <a:lnTo>
                    <a:pt x="1147000" y="104762"/>
                  </a:lnTo>
                  <a:lnTo>
                    <a:pt x="1111719" y="78359"/>
                  </a:lnTo>
                  <a:lnTo>
                    <a:pt x="1073950" y="55384"/>
                  </a:lnTo>
                  <a:lnTo>
                    <a:pt x="1033907" y="36068"/>
                  </a:lnTo>
                  <a:lnTo>
                    <a:pt x="991831" y="20637"/>
                  </a:lnTo>
                  <a:lnTo>
                    <a:pt x="947966" y="9321"/>
                  </a:lnTo>
                  <a:lnTo>
                    <a:pt x="902512" y="2362"/>
                  </a:lnTo>
                  <a:lnTo>
                    <a:pt x="855738" y="0"/>
                  </a:lnTo>
                  <a:lnTo>
                    <a:pt x="808964" y="2362"/>
                  </a:lnTo>
                  <a:lnTo>
                    <a:pt x="763511" y="9321"/>
                  </a:lnTo>
                  <a:lnTo>
                    <a:pt x="719645" y="20637"/>
                  </a:lnTo>
                  <a:lnTo>
                    <a:pt x="677570" y="36068"/>
                  </a:lnTo>
                  <a:lnTo>
                    <a:pt x="637527" y="55384"/>
                  </a:lnTo>
                  <a:lnTo>
                    <a:pt x="599744" y="78359"/>
                  </a:lnTo>
                  <a:lnTo>
                    <a:pt x="564464" y="104762"/>
                  </a:lnTo>
                  <a:lnTo>
                    <a:pt x="531914" y="134366"/>
                  </a:lnTo>
                  <a:lnTo>
                    <a:pt x="502323" y="166916"/>
                  </a:lnTo>
                  <a:lnTo>
                    <a:pt x="475919" y="202196"/>
                  </a:lnTo>
                  <a:lnTo>
                    <a:pt x="452945" y="239979"/>
                  </a:lnTo>
                  <a:lnTo>
                    <a:pt x="433628" y="280022"/>
                  </a:lnTo>
                  <a:lnTo>
                    <a:pt x="418198" y="322097"/>
                  </a:lnTo>
                  <a:lnTo>
                    <a:pt x="406895" y="365975"/>
                  </a:lnTo>
                  <a:lnTo>
                    <a:pt x="399935" y="411416"/>
                  </a:lnTo>
                  <a:lnTo>
                    <a:pt x="397573" y="458190"/>
                  </a:lnTo>
                  <a:lnTo>
                    <a:pt x="399681" y="502869"/>
                  </a:lnTo>
                  <a:lnTo>
                    <a:pt x="405853" y="547522"/>
                  </a:lnTo>
                  <a:lnTo>
                    <a:pt x="415912" y="591820"/>
                  </a:lnTo>
                  <a:lnTo>
                    <a:pt x="429666" y="635381"/>
                  </a:lnTo>
                  <a:lnTo>
                    <a:pt x="446900" y="677887"/>
                  </a:lnTo>
                  <a:lnTo>
                    <a:pt x="467436" y="718997"/>
                  </a:lnTo>
                  <a:lnTo>
                    <a:pt x="491070" y="758329"/>
                  </a:lnTo>
                  <a:lnTo>
                    <a:pt x="517626" y="795578"/>
                  </a:lnTo>
                  <a:lnTo>
                    <a:pt x="546900" y="830364"/>
                  </a:lnTo>
                  <a:lnTo>
                    <a:pt x="578700" y="862368"/>
                  </a:lnTo>
                  <a:lnTo>
                    <a:pt x="612825" y="891222"/>
                  </a:lnTo>
                  <a:lnTo>
                    <a:pt x="649097" y="916584"/>
                  </a:lnTo>
                  <a:lnTo>
                    <a:pt x="687298" y="938110"/>
                  </a:lnTo>
                  <a:lnTo>
                    <a:pt x="727265" y="955459"/>
                  </a:lnTo>
                  <a:lnTo>
                    <a:pt x="768794" y="968286"/>
                  </a:lnTo>
                  <a:lnTo>
                    <a:pt x="811682" y="976223"/>
                  </a:lnTo>
                  <a:lnTo>
                    <a:pt x="855738" y="978954"/>
                  </a:lnTo>
                  <a:lnTo>
                    <a:pt x="899807" y="976223"/>
                  </a:lnTo>
                  <a:lnTo>
                    <a:pt x="942695" y="968286"/>
                  </a:lnTo>
                  <a:lnTo>
                    <a:pt x="984211" y="955459"/>
                  </a:lnTo>
                  <a:lnTo>
                    <a:pt x="1024178" y="938110"/>
                  </a:lnTo>
                  <a:lnTo>
                    <a:pt x="1062393" y="916584"/>
                  </a:lnTo>
                  <a:lnTo>
                    <a:pt x="1098664" y="891222"/>
                  </a:lnTo>
                  <a:lnTo>
                    <a:pt x="1132801" y="862368"/>
                  </a:lnTo>
                  <a:lnTo>
                    <a:pt x="1164590" y="830376"/>
                  </a:lnTo>
                  <a:lnTo>
                    <a:pt x="1193863" y="795578"/>
                  </a:lnTo>
                  <a:lnTo>
                    <a:pt x="1220419" y="758342"/>
                  </a:lnTo>
                  <a:lnTo>
                    <a:pt x="1244053" y="718997"/>
                  </a:lnTo>
                  <a:lnTo>
                    <a:pt x="1264589" y="677900"/>
                  </a:lnTo>
                  <a:lnTo>
                    <a:pt x="1281823" y="635393"/>
                  </a:lnTo>
                  <a:lnTo>
                    <a:pt x="1295565" y="591820"/>
                  </a:lnTo>
                  <a:lnTo>
                    <a:pt x="1305610" y="547535"/>
                  </a:lnTo>
                  <a:lnTo>
                    <a:pt x="1311783" y="502869"/>
                  </a:lnTo>
                  <a:lnTo>
                    <a:pt x="1313891" y="458190"/>
                  </a:lnTo>
                  <a:close/>
                </a:path>
                <a:path w="1711960" h="1887854">
                  <a:moveTo>
                    <a:pt x="1711477" y="1585468"/>
                  </a:moveTo>
                  <a:lnTo>
                    <a:pt x="1709458" y="1535404"/>
                  </a:lnTo>
                  <a:lnTo>
                    <a:pt x="1703476" y="1486471"/>
                  </a:lnTo>
                  <a:lnTo>
                    <a:pt x="1693722" y="1438795"/>
                  </a:lnTo>
                  <a:lnTo>
                    <a:pt x="1680324" y="1392567"/>
                  </a:lnTo>
                  <a:lnTo>
                    <a:pt x="1663458" y="1347927"/>
                  </a:lnTo>
                  <a:lnTo>
                    <a:pt x="1643278" y="1305026"/>
                  </a:lnTo>
                  <a:lnTo>
                    <a:pt x="1619935" y="1264031"/>
                  </a:lnTo>
                  <a:lnTo>
                    <a:pt x="1593583" y="1225092"/>
                  </a:lnTo>
                  <a:lnTo>
                    <a:pt x="1564398" y="1188377"/>
                  </a:lnTo>
                  <a:lnTo>
                    <a:pt x="1532521" y="1154036"/>
                  </a:lnTo>
                  <a:lnTo>
                    <a:pt x="1498117" y="1122222"/>
                  </a:lnTo>
                  <a:lnTo>
                    <a:pt x="1461338" y="1093101"/>
                  </a:lnTo>
                  <a:lnTo>
                    <a:pt x="1422349" y="1066838"/>
                  </a:lnTo>
                  <a:lnTo>
                    <a:pt x="1381302" y="1043559"/>
                  </a:lnTo>
                  <a:lnTo>
                    <a:pt x="1338351" y="1023454"/>
                  </a:lnTo>
                  <a:lnTo>
                    <a:pt x="1293660" y="1006652"/>
                  </a:lnTo>
                  <a:lnTo>
                    <a:pt x="1247394" y="993343"/>
                  </a:lnTo>
                  <a:lnTo>
                    <a:pt x="1199692" y="983653"/>
                  </a:lnTo>
                  <a:lnTo>
                    <a:pt x="1160284" y="1010958"/>
                  </a:lnTo>
                  <a:lnTo>
                    <a:pt x="1118425" y="1034669"/>
                  </a:lnTo>
                  <a:lnTo>
                    <a:pt x="1074305" y="1054582"/>
                  </a:lnTo>
                  <a:lnTo>
                    <a:pt x="1028166" y="1070457"/>
                  </a:lnTo>
                  <a:lnTo>
                    <a:pt x="980236" y="1082078"/>
                  </a:lnTo>
                  <a:lnTo>
                    <a:pt x="930719" y="1089215"/>
                  </a:lnTo>
                  <a:lnTo>
                    <a:pt x="879856" y="1091653"/>
                  </a:lnTo>
                  <a:lnTo>
                    <a:pt x="831621" y="1091653"/>
                  </a:lnTo>
                  <a:lnTo>
                    <a:pt x="780745" y="1089215"/>
                  </a:lnTo>
                  <a:lnTo>
                    <a:pt x="731227" y="1082078"/>
                  </a:lnTo>
                  <a:lnTo>
                    <a:pt x="683285" y="1070457"/>
                  </a:lnTo>
                  <a:lnTo>
                    <a:pt x="637146" y="1054582"/>
                  </a:lnTo>
                  <a:lnTo>
                    <a:pt x="593026" y="1034669"/>
                  </a:lnTo>
                  <a:lnTo>
                    <a:pt x="551154" y="1010945"/>
                  </a:lnTo>
                  <a:lnTo>
                    <a:pt x="511771" y="983653"/>
                  </a:lnTo>
                  <a:lnTo>
                    <a:pt x="464070" y="993343"/>
                  </a:lnTo>
                  <a:lnTo>
                    <a:pt x="417791" y="1006652"/>
                  </a:lnTo>
                  <a:lnTo>
                    <a:pt x="373100" y="1023454"/>
                  </a:lnTo>
                  <a:lnTo>
                    <a:pt x="330161" y="1043559"/>
                  </a:lnTo>
                  <a:lnTo>
                    <a:pt x="289115" y="1066838"/>
                  </a:lnTo>
                  <a:lnTo>
                    <a:pt x="250113" y="1093101"/>
                  </a:lnTo>
                  <a:lnTo>
                    <a:pt x="213347" y="1122222"/>
                  </a:lnTo>
                  <a:lnTo>
                    <a:pt x="178943" y="1154036"/>
                  </a:lnTo>
                  <a:lnTo>
                    <a:pt x="147066" y="1188377"/>
                  </a:lnTo>
                  <a:lnTo>
                    <a:pt x="117881" y="1225092"/>
                  </a:lnTo>
                  <a:lnTo>
                    <a:pt x="91541" y="1264031"/>
                  </a:lnTo>
                  <a:lnTo>
                    <a:pt x="68199" y="1305026"/>
                  </a:lnTo>
                  <a:lnTo>
                    <a:pt x="48018" y="1347927"/>
                  </a:lnTo>
                  <a:lnTo>
                    <a:pt x="31153" y="1392567"/>
                  </a:lnTo>
                  <a:lnTo>
                    <a:pt x="17754" y="1438795"/>
                  </a:lnTo>
                  <a:lnTo>
                    <a:pt x="8001" y="1486471"/>
                  </a:lnTo>
                  <a:lnTo>
                    <a:pt x="2032" y="1535404"/>
                  </a:lnTo>
                  <a:lnTo>
                    <a:pt x="0" y="1585468"/>
                  </a:lnTo>
                  <a:lnTo>
                    <a:pt x="2578" y="1609051"/>
                  </a:lnTo>
                  <a:lnTo>
                    <a:pt x="22606" y="1654670"/>
                  </a:lnTo>
                  <a:lnTo>
                    <a:pt x="61188" y="1697761"/>
                  </a:lnTo>
                  <a:lnTo>
                    <a:pt x="116827" y="1737791"/>
                  </a:lnTo>
                  <a:lnTo>
                    <a:pt x="150571" y="1756498"/>
                  </a:lnTo>
                  <a:lnTo>
                    <a:pt x="187998" y="1774228"/>
                  </a:lnTo>
                  <a:lnTo>
                    <a:pt x="228917" y="1790928"/>
                  </a:lnTo>
                  <a:lnTo>
                    <a:pt x="273151" y="1806536"/>
                  </a:lnTo>
                  <a:lnTo>
                    <a:pt x="320509" y="1820976"/>
                  </a:lnTo>
                  <a:lnTo>
                    <a:pt x="370801" y="1834172"/>
                  </a:lnTo>
                  <a:lnTo>
                    <a:pt x="423824" y="1846072"/>
                  </a:lnTo>
                  <a:lnTo>
                    <a:pt x="479399" y="1856600"/>
                  </a:lnTo>
                  <a:lnTo>
                    <a:pt x="537337" y="1865706"/>
                  </a:lnTo>
                  <a:lnTo>
                    <a:pt x="597446" y="1873288"/>
                  </a:lnTo>
                  <a:lnTo>
                    <a:pt x="659523" y="1879320"/>
                  </a:lnTo>
                  <a:lnTo>
                    <a:pt x="723392" y="1883702"/>
                  </a:lnTo>
                  <a:lnTo>
                    <a:pt x="788860" y="1886381"/>
                  </a:lnTo>
                  <a:lnTo>
                    <a:pt x="855738" y="1887283"/>
                  </a:lnTo>
                  <a:lnTo>
                    <a:pt x="922616" y="1886381"/>
                  </a:lnTo>
                  <a:lnTo>
                    <a:pt x="988085" y="1883702"/>
                  </a:lnTo>
                  <a:lnTo>
                    <a:pt x="1051953" y="1879320"/>
                  </a:lnTo>
                  <a:lnTo>
                    <a:pt x="1114031" y="1873288"/>
                  </a:lnTo>
                  <a:lnTo>
                    <a:pt x="1174127" y="1865706"/>
                  </a:lnTo>
                  <a:lnTo>
                    <a:pt x="1232065" y="1856600"/>
                  </a:lnTo>
                  <a:lnTo>
                    <a:pt x="1287640" y="1846072"/>
                  </a:lnTo>
                  <a:lnTo>
                    <a:pt x="1340662" y="1834172"/>
                  </a:lnTo>
                  <a:lnTo>
                    <a:pt x="1390954" y="1820976"/>
                  </a:lnTo>
                  <a:lnTo>
                    <a:pt x="1438313" y="1806536"/>
                  </a:lnTo>
                  <a:lnTo>
                    <a:pt x="1482547" y="1790928"/>
                  </a:lnTo>
                  <a:lnTo>
                    <a:pt x="1523479" y="1774228"/>
                  </a:lnTo>
                  <a:lnTo>
                    <a:pt x="1560906" y="1756498"/>
                  </a:lnTo>
                  <a:lnTo>
                    <a:pt x="1594637" y="1737791"/>
                  </a:lnTo>
                  <a:lnTo>
                    <a:pt x="1650276" y="1697761"/>
                  </a:lnTo>
                  <a:lnTo>
                    <a:pt x="1688871" y="1654670"/>
                  </a:lnTo>
                  <a:lnTo>
                    <a:pt x="1708899" y="1609051"/>
                  </a:lnTo>
                  <a:lnTo>
                    <a:pt x="1711477" y="15854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8854518" y="3665929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70" h="64770">
                <a:moveTo>
                  <a:pt x="64536" y="64536"/>
                </a:moveTo>
                <a:lnTo>
                  <a:pt x="0" y="64536"/>
                </a:lnTo>
                <a:lnTo>
                  <a:pt x="0" y="0"/>
                </a:lnTo>
                <a:lnTo>
                  <a:pt x="64536" y="0"/>
                </a:lnTo>
                <a:lnTo>
                  <a:pt x="64536" y="645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54518" y="3795003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70" h="64770">
                <a:moveTo>
                  <a:pt x="64536" y="64536"/>
                </a:moveTo>
                <a:lnTo>
                  <a:pt x="0" y="64536"/>
                </a:lnTo>
                <a:lnTo>
                  <a:pt x="0" y="0"/>
                </a:lnTo>
                <a:lnTo>
                  <a:pt x="64536" y="0"/>
                </a:lnTo>
                <a:lnTo>
                  <a:pt x="64536" y="645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54518" y="3924076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70" h="64770">
                <a:moveTo>
                  <a:pt x="64536" y="64536"/>
                </a:moveTo>
                <a:lnTo>
                  <a:pt x="0" y="64536"/>
                </a:lnTo>
                <a:lnTo>
                  <a:pt x="0" y="0"/>
                </a:lnTo>
                <a:lnTo>
                  <a:pt x="64536" y="0"/>
                </a:lnTo>
                <a:lnTo>
                  <a:pt x="64536" y="645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854518" y="4053150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70" h="64770">
                <a:moveTo>
                  <a:pt x="64536" y="64536"/>
                </a:moveTo>
                <a:lnTo>
                  <a:pt x="0" y="64536"/>
                </a:lnTo>
                <a:lnTo>
                  <a:pt x="0" y="0"/>
                </a:lnTo>
                <a:lnTo>
                  <a:pt x="64536" y="0"/>
                </a:lnTo>
                <a:lnTo>
                  <a:pt x="64536" y="645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983591" y="3665929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70" h="64770">
                <a:moveTo>
                  <a:pt x="64536" y="64536"/>
                </a:moveTo>
                <a:lnTo>
                  <a:pt x="0" y="64536"/>
                </a:lnTo>
                <a:lnTo>
                  <a:pt x="0" y="0"/>
                </a:lnTo>
                <a:lnTo>
                  <a:pt x="64536" y="0"/>
                </a:lnTo>
                <a:lnTo>
                  <a:pt x="64536" y="645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983591" y="3795003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70" h="64770">
                <a:moveTo>
                  <a:pt x="64536" y="64536"/>
                </a:moveTo>
                <a:lnTo>
                  <a:pt x="0" y="64536"/>
                </a:lnTo>
                <a:lnTo>
                  <a:pt x="0" y="0"/>
                </a:lnTo>
                <a:lnTo>
                  <a:pt x="64536" y="0"/>
                </a:lnTo>
                <a:lnTo>
                  <a:pt x="64536" y="645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983591" y="3924076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70" h="64770">
                <a:moveTo>
                  <a:pt x="64536" y="64536"/>
                </a:moveTo>
                <a:lnTo>
                  <a:pt x="0" y="64536"/>
                </a:lnTo>
                <a:lnTo>
                  <a:pt x="0" y="0"/>
                </a:lnTo>
                <a:lnTo>
                  <a:pt x="64536" y="0"/>
                </a:lnTo>
                <a:lnTo>
                  <a:pt x="64536" y="645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983591" y="4053150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70" h="64770">
                <a:moveTo>
                  <a:pt x="64536" y="64536"/>
                </a:moveTo>
                <a:lnTo>
                  <a:pt x="0" y="64536"/>
                </a:lnTo>
                <a:lnTo>
                  <a:pt x="0" y="0"/>
                </a:lnTo>
                <a:lnTo>
                  <a:pt x="64536" y="0"/>
                </a:lnTo>
                <a:lnTo>
                  <a:pt x="64536" y="645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112665" y="3665929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70" h="64770">
                <a:moveTo>
                  <a:pt x="64536" y="64536"/>
                </a:moveTo>
                <a:lnTo>
                  <a:pt x="0" y="64536"/>
                </a:lnTo>
                <a:lnTo>
                  <a:pt x="0" y="0"/>
                </a:lnTo>
                <a:lnTo>
                  <a:pt x="64536" y="0"/>
                </a:lnTo>
                <a:lnTo>
                  <a:pt x="64536" y="645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112665" y="3795003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70" h="64770">
                <a:moveTo>
                  <a:pt x="64536" y="64536"/>
                </a:moveTo>
                <a:lnTo>
                  <a:pt x="0" y="64536"/>
                </a:lnTo>
                <a:lnTo>
                  <a:pt x="0" y="0"/>
                </a:lnTo>
                <a:lnTo>
                  <a:pt x="64536" y="0"/>
                </a:lnTo>
                <a:lnTo>
                  <a:pt x="64536" y="645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112665" y="3924076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70" h="64770">
                <a:moveTo>
                  <a:pt x="64536" y="64536"/>
                </a:moveTo>
                <a:lnTo>
                  <a:pt x="0" y="64536"/>
                </a:lnTo>
                <a:lnTo>
                  <a:pt x="0" y="0"/>
                </a:lnTo>
                <a:lnTo>
                  <a:pt x="64536" y="0"/>
                </a:lnTo>
                <a:lnTo>
                  <a:pt x="64536" y="645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112665" y="4053150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70" h="64770">
                <a:moveTo>
                  <a:pt x="64536" y="64536"/>
                </a:moveTo>
                <a:lnTo>
                  <a:pt x="0" y="64536"/>
                </a:lnTo>
                <a:lnTo>
                  <a:pt x="0" y="0"/>
                </a:lnTo>
                <a:lnTo>
                  <a:pt x="64536" y="0"/>
                </a:lnTo>
                <a:lnTo>
                  <a:pt x="64536" y="645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241738" y="3665929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70" h="64770">
                <a:moveTo>
                  <a:pt x="64536" y="64536"/>
                </a:moveTo>
                <a:lnTo>
                  <a:pt x="0" y="64536"/>
                </a:lnTo>
                <a:lnTo>
                  <a:pt x="0" y="0"/>
                </a:lnTo>
                <a:lnTo>
                  <a:pt x="64536" y="0"/>
                </a:lnTo>
                <a:lnTo>
                  <a:pt x="64536" y="645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983591" y="3536855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70" h="64770">
                <a:moveTo>
                  <a:pt x="64536" y="64536"/>
                </a:moveTo>
                <a:lnTo>
                  <a:pt x="0" y="64536"/>
                </a:lnTo>
                <a:lnTo>
                  <a:pt x="0" y="0"/>
                </a:lnTo>
                <a:lnTo>
                  <a:pt x="64536" y="0"/>
                </a:lnTo>
                <a:lnTo>
                  <a:pt x="64536" y="645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112665" y="3536855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70" h="64770">
                <a:moveTo>
                  <a:pt x="64536" y="64536"/>
                </a:moveTo>
                <a:lnTo>
                  <a:pt x="0" y="64536"/>
                </a:lnTo>
                <a:lnTo>
                  <a:pt x="0" y="0"/>
                </a:lnTo>
                <a:lnTo>
                  <a:pt x="64536" y="0"/>
                </a:lnTo>
                <a:lnTo>
                  <a:pt x="64536" y="645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241738" y="3536855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70" h="64770">
                <a:moveTo>
                  <a:pt x="64536" y="64536"/>
                </a:moveTo>
                <a:lnTo>
                  <a:pt x="0" y="64536"/>
                </a:lnTo>
                <a:lnTo>
                  <a:pt x="0" y="0"/>
                </a:lnTo>
                <a:lnTo>
                  <a:pt x="64536" y="0"/>
                </a:lnTo>
                <a:lnTo>
                  <a:pt x="64536" y="645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241738" y="3795003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70" h="64770">
                <a:moveTo>
                  <a:pt x="64536" y="64536"/>
                </a:moveTo>
                <a:lnTo>
                  <a:pt x="0" y="64536"/>
                </a:lnTo>
                <a:lnTo>
                  <a:pt x="0" y="0"/>
                </a:lnTo>
                <a:lnTo>
                  <a:pt x="64536" y="0"/>
                </a:lnTo>
                <a:lnTo>
                  <a:pt x="64536" y="645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241738" y="3924076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70" h="64770">
                <a:moveTo>
                  <a:pt x="64536" y="64536"/>
                </a:moveTo>
                <a:lnTo>
                  <a:pt x="0" y="64536"/>
                </a:lnTo>
                <a:lnTo>
                  <a:pt x="0" y="0"/>
                </a:lnTo>
                <a:lnTo>
                  <a:pt x="64536" y="0"/>
                </a:lnTo>
                <a:lnTo>
                  <a:pt x="64536" y="645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241738" y="4053150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70" h="64770">
                <a:moveTo>
                  <a:pt x="64536" y="64536"/>
                </a:moveTo>
                <a:lnTo>
                  <a:pt x="0" y="64536"/>
                </a:lnTo>
                <a:lnTo>
                  <a:pt x="0" y="0"/>
                </a:lnTo>
                <a:lnTo>
                  <a:pt x="64536" y="0"/>
                </a:lnTo>
                <a:lnTo>
                  <a:pt x="64536" y="645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370812" y="3665929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70" h="64770">
                <a:moveTo>
                  <a:pt x="64536" y="64536"/>
                </a:moveTo>
                <a:lnTo>
                  <a:pt x="0" y="64536"/>
                </a:lnTo>
                <a:lnTo>
                  <a:pt x="0" y="0"/>
                </a:lnTo>
                <a:lnTo>
                  <a:pt x="64536" y="0"/>
                </a:lnTo>
                <a:lnTo>
                  <a:pt x="64536" y="645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9370812" y="3795003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70" h="64770">
                <a:moveTo>
                  <a:pt x="64536" y="64536"/>
                </a:moveTo>
                <a:lnTo>
                  <a:pt x="0" y="64536"/>
                </a:lnTo>
                <a:lnTo>
                  <a:pt x="0" y="0"/>
                </a:lnTo>
                <a:lnTo>
                  <a:pt x="64536" y="0"/>
                </a:lnTo>
                <a:lnTo>
                  <a:pt x="64536" y="645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370812" y="3924076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70" h="64770">
                <a:moveTo>
                  <a:pt x="64536" y="64536"/>
                </a:moveTo>
                <a:lnTo>
                  <a:pt x="0" y="64536"/>
                </a:lnTo>
                <a:lnTo>
                  <a:pt x="0" y="0"/>
                </a:lnTo>
                <a:lnTo>
                  <a:pt x="64536" y="0"/>
                </a:lnTo>
                <a:lnTo>
                  <a:pt x="64536" y="645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176869" y="3020567"/>
            <a:ext cx="1936114" cy="1930400"/>
          </a:xfrm>
          <a:custGeom>
            <a:avLst/>
            <a:gdLst/>
            <a:ahLst/>
            <a:cxnLst/>
            <a:rect l="l" t="t" r="r" b="b"/>
            <a:pathLst>
              <a:path w="1936115" h="1930400">
                <a:moveTo>
                  <a:pt x="225882" y="742175"/>
                </a:moveTo>
                <a:lnTo>
                  <a:pt x="161353" y="742175"/>
                </a:lnTo>
                <a:lnTo>
                  <a:pt x="161353" y="1258468"/>
                </a:lnTo>
                <a:lnTo>
                  <a:pt x="225882" y="1258468"/>
                </a:lnTo>
                <a:lnTo>
                  <a:pt x="225882" y="742175"/>
                </a:lnTo>
                <a:close/>
              </a:path>
              <a:path w="1936115" h="1930400">
                <a:moveTo>
                  <a:pt x="419493" y="742175"/>
                </a:moveTo>
                <a:lnTo>
                  <a:pt x="354952" y="742175"/>
                </a:lnTo>
                <a:lnTo>
                  <a:pt x="354952" y="1258468"/>
                </a:lnTo>
                <a:lnTo>
                  <a:pt x="419493" y="1258468"/>
                </a:lnTo>
                <a:lnTo>
                  <a:pt x="419493" y="742175"/>
                </a:lnTo>
                <a:close/>
              </a:path>
              <a:path w="1936115" h="1930400">
                <a:moveTo>
                  <a:pt x="1193939" y="161340"/>
                </a:moveTo>
                <a:lnTo>
                  <a:pt x="1191399" y="148767"/>
                </a:lnTo>
                <a:lnTo>
                  <a:pt x="1184490" y="138518"/>
                </a:lnTo>
                <a:lnTo>
                  <a:pt x="1174242" y="131610"/>
                </a:lnTo>
                <a:lnTo>
                  <a:pt x="1161669" y="129070"/>
                </a:lnTo>
                <a:lnTo>
                  <a:pt x="1129398" y="129070"/>
                </a:lnTo>
                <a:lnTo>
                  <a:pt x="1129398" y="193611"/>
                </a:lnTo>
                <a:lnTo>
                  <a:pt x="1129398" y="387223"/>
                </a:lnTo>
                <a:lnTo>
                  <a:pt x="806716" y="387223"/>
                </a:lnTo>
                <a:lnTo>
                  <a:pt x="806716" y="193611"/>
                </a:lnTo>
                <a:lnTo>
                  <a:pt x="1129398" y="193611"/>
                </a:lnTo>
                <a:lnTo>
                  <a:pt x="1129398" y="129070"/>
                </a:lnTo>
                <a:lnTo>
                  <a:pt x="774446" y="129070"/>
                </a:lnTo>
                <a:lnTo>
                  <a:pt x="761873" y="131610"/>
                </a:lnTo>
                <a:lnTo>
                  <a:pt x="751624" y="138518"/>
                </a:lnTo>
                <a:lnTo>
                  <a:pt x="744715" y="148767"/>
                </a:lnTo>
                <a:lnTo>
                  <a:pt x="742175" y="161340"/>
                </a:lnTo>
                <a:lnTo>
                  <a:pt x="742175" y="419493"/>
                </a:lnTo>
                <a:lnTo>
                  <a:pt x="744715" y="432054"/>
                </a:lnTo>
                <a:lnTo>
                  <a:pt x="751624" y="442315"/>
                </a:lnTo>
                <a:lnTo>
                  <a:pt x="761873" y="449224"/>
                </a:lnTo>
                <a:lnTo>
                  <a:pt x="774446" y="451751"/>
                </a:lnTo>
                <a:lnTo>
                  <a:pt x="1161669" y="451751"/>
                </a:lnTo>
                <a:lnTo>
                  <a:pt x="1174242" y="449224"/>
                </a:lnTo>
                <a:lnTo>
                  <a:pt x="1184490" y="442315"/>
                </a:lnTo>
                <a:lnTo>
                  <a:pt x="1191399" y="432054"/>
                </a:lnTo>
                <a:lnTo>
                  <a:pt x="1193939" y="419493"/>
                </a:lnTo>
                <a:lnTo>
                  <a:pt x="1193939" y="387223"/>
                </a:lnTo>
                <a:lnTo>
                  <a:pt x="1193939" y="193611"/>
                </a:lnTo>
                <a:lnTo>
                  <a:pt x="1193939" y="161340"/>
                </a:lnTo>
                <a:close/>
              </a:path>
              <a:path w="1936115" h="1930400">
                <a:moveTo>
                  <a:pt x="1258468" y="1032586"/>
                </a:moveTo>
                <a:lnTo>
                  <a:pt x="1193939" y="1032586"/>
                </a:lnTo>
                <a:lnTo>
                  <a:pt x="1193939" y="1097127"/>
                </a:lnTo>
                <a:lnTo>
                  <a:pt x="1258468" y="1097127"/>
                </a:lnTo>
                <a:lnTo>
                  <a:pt x="1258468" y="1032586"/>
                </a:lnTo>
                <a:close/>
              </a:path>
              <a:path w="1936115" h="1930400">
                <a:moveTo>
                  <a:pt x="1581162" y="742175"/>
                </a:moveTo>
                <a:lnTo>
                  <a:pt x="1516621" y="742175"/>
                </a:lnTo>
                <a:lnTo>
                  <a:pt x="1516621" y="1258468"/>
                </a:lnTo>
                <a:lnTo>
                  <a:pt x="1581162" y="1258468"/>
                </a:lnTo>
                <a:lnTo>
                  <a:pt x="1581162" y="742175"/>
                </a:lnTo>
                <a:close/>
              </a:path>
              <a:path w="1936115" h="1930400">
                <a:moveTo>
                  <a:pt x="1774774" y="742175"/>
                </a:moveTo>
                <a:lnTo>
                  <a:pt x="1710232" y="742175"/>
                </a:lnTo>
                <a:lnTo>
                  <a:pt x="1710232" y="1258468"/>
                </a:lnTo>
                <a:lnTo>
                  <a:pt x="1774774" y="1258468"/>
                </a:lnTo>
                <a:lnTo>
                  <a:pt x="1774774" y="742175"/>
                </a:lnTo>
                <a:close/>
              </a:path>
              <a:path w="1936115" h="1930400">
                <a:moveTo>
                  <a:pt x="1936115" y="508000"/>
                </a:moveTo>
                <a:lnTo>
                  <a:pt x="1933575" y="495300"/>
                </a:lnTo>
                <a:lnTo>
                  <a:pt x="1926666" y="482600"/>
                </a:lnTo>
                <a:lnTo>
                  <a:pt x="1871573" y="482600"/>
                </a:lnTo>
                <a:lnTo>
                  <a:pt x="1871573" y="546100"/>
                </a:lnTo>
                <a:lnTo>
                  <a:pt x="1871573" y="1638300"/>
                </a:lnTo>
                <a:lnTo>
                  <a:pt x="1813102" y="1638300"/>
                </a:lnTo>
                <a:lnTo>
                  <a:pt x="1798421" y="1612900"/>
                </a:lnTo>
                <a:lnTo>
                  <a:pt x="1781009" y="1600200"/>
                </a:lnTo>
                <a:lnTo>
                  <a:pt x="1774774" y="1592237"/>
                </a:lnTo>
                <a:lnTo>
                  <a:pt x="1774774" y="1739900"/>
                </a:lnTo>
                <a:lnTo>
                  <a:pt x="1774774" y="1866900"/>
                </a:lnTo>
                <a:lnTo>
                  <a:pt x="1516621" y="1866900"/>
                </a:lnTo>
                <a:lnTo>
                  <a:pt x="1516621" y="1739900"/>
                </a:lnTo>
                <a:lnTo>
                  <a:pt x="1526781" y="1689100"/>
                </a:lnTo>
                <a:lnTo>
                  <a:pt x="1554467" y="1651000"/>
                </a:lnTo>
                <a:lnTo>
                  <a:pt x="1595501" y="1612900"/>
                </a:lnTo>
                <a:lnTo>
                  <a:pt x="1695894" y="1612900"/>
                </a:lnTo>
                <a:lnTo>
                  <a:pt x="1736928" y="1651000"/>
                </a:lnTo>
                <a:lnTo>
                  <a:pt x="1764614" y="1689100"/>
                </a:lnTo>
                <a:lnTo>
                  <a:pt x="1774774" y="1739900"/>
                </a:lnTo>
                <a:lnTo>
                  <a:pt x="1774774" y="1592237"/>
                </a:lnTo>
                <a:lnTo>
                  <a:pt x="1761134" y="1574800"/>
                </a:lnTo>
                <a:lnTo>
                  <a:pt x="1739049" y="1562100"/>
                </a:lnTo>
                <a:lnTo>
                  <a:pt x="1753908" y="1549400"/>
                </a:lnTo>
                <a:lnTo>
                  <a:pt x="1759534" y="1536700"/>
                </a:lnTo>
                <a:lnTo>
                  <a:pt x="1765160" y="1524000"/>
                </a:lnTo>
                <a:lnTo>
                  <a:pt x="1772285" y="1498600"/>
                </a:lnTo>
                <a:lnTo>
                  <a:pt x="1774774" y="1473200"/>
                </a:lnTo>
                <a:lnTo>
                  <a:pt x="1764614" y="1422400"/>
                </a:lnTo>
                <a:lnTo>
                  <a:pt x="1755381" y="1409700"/>
                </a:lnTo>
                <a:lnTo>
                  <a:pt x="1736928" y="1384300"/>
                </a:lnTo>
                <a:lnTo>
                  <a:pt x="1710232" y="1367777"/>
                </a:lnTo>
                <a:lnTo>
                  <a:pt x="1710232" y="1473200"/>
                </a:lnTo>
                <a:lnTo>
                  <a:pt x="1705152" y="1498600"/>
                </a:lnTo>
                <a:lnTo>
                  <a:pt x="1691309" y="1524000"/>
                </a:lnTo>
                <a:lnTo>
                  <a:pt x="1670799" y="1536700"/>
                </a:lnTo>
                <a:lnTo>
                  <a:pt x="1620596" y="1536700"/>
                </a:lnTo>
                <a:lnTo>
                  <a:pt x="1600073" y="1524000"/>
                </a:lnTo>
                <a:lnTo>
                  <a:pt x="1586242" y="1498600"/>
                </a:lnTo>
                <a:lnTo>
                  <a:pt x="1581162" y="1473200"/>
                </a:lnTo>
                <a:lnTo>
                  <a:pt x="1586242" y="1447800"/>
                </a:lnTo>
                <a:lnTo>
                  <a:pt x="1600073" y="1435100"/>
                </a:lnTo>
                <a:lnTo>
                  <a:pt x="1620596" y="1422400"/>
                </a:lnTo>
                <a:lnTo>
                  <a:pt x="1645691" y="1409700"/>
                </a:lnTo>
                <a:lnTo>
                  <a:pt x="1670799" y="1422400"/>
                </a:lnTo>
                <a:lnTo>
                  <a:pt x="1691309" y="1435100"/>
                </a:lnTo>
                <a:lnTo>
                  <a:pt x="1705152" y="1447800"/>
                </a:lnTo>
                <a:lnTo>
                  <a:pt x="1710232" y="1473200"/>
                </a:lnTo>
                <a:lnTo>
                  <a:pt x="1710232" y="1367777"/>
                </a:lnTo>
                <a:lnTo>
                  <a:pt x="1695894" y="1358900"/>
                </a:lnTo>
                <a:lnTo>
                  <a:pt x="1645691" y="1346200"/>
                </a:lnTo>
                <a:lnTo>
                  <a:pt x="1595501" y="1358900"/>
                </a:lnTo>
                <a:lnTo>
                  <a:pt x="1554467" y="1384300"/>
                </a:lnTo>
                <a:lnTo>
                  <a:pt x="1526781" y="1422400"/>
                </a:lnTo>
                <a:lnTo>
                  <a:pt x="1516621" y="1473200"/>
                </a:lnTo>
                <a:lnTo>
                  <a:pt x="1519110" y="1498600"/>
                </a:lnTo>
                <a:lnTo>
                  <a:pt x="1526235" y="1524000"/>
                </a:lnTo>
                <a:lnTo>
                  <a:pt x="1537474" y="1549400"/>
                </a:lnTo>
                <a:lnTo>
                  <a:pt x="1552346" y="1562100"/>
                </a:lnTo>
                <a:lnTo>
                  <a:pt x="1541437" y="1574800"/>
                </a:lnTo>
                <a:lnTo>
                  <a:pt x="1531023" y="1574800"/>
                </a:lnTo>
                <a:lnTo>
                  <a:pt x="1521117" y="1587500"/>
                </a:lnTo>
                <a:lnTo>
                  <a:pt x="1511744" y="1600200"/>
                </a:lnTo>
                <a:lnTo>
                  <a:pt x="1498358" y="1562100"/>
                </a:lnTo>
                <a:lnTo>
                  <a:pt x="1477340" y="1524000"/>
                </a:lnTo>
                <a:lnTo>
                  <a:pt x="1463509" y="1511300"/>
                </a:lnTo>
                <a:lnTo>
                  <a:pt x="1452079" y="1500809"/>
                </a:lnTo>
                <a:lnTo>
                  <a:pt x="1452079" y="1638300"/>
                </a:lnTo>
                <a:lnTo>
                  <a:pt x="1452079" y="1866900"/>
                </a:lnTo>
                <a:lnTo>
                  <a:pt x="1193939" y="1866900"/>
                </a:lnTo>
                <a:lnTo>
                  <a:pt x="1193939" y="1638300"/>
                </a:lnTo>
                <a:lnTo>
                  <a:pt x="1204099" y="1587500"/>
                </a:lnTo>
                <a:lnTo>
                  <a:pt x="1231785" y="1549400"/>
                </a:lnTo>
                <a:lnTo>
                  <a:pt x="1272806" y="1524000"/>
                </a:lnTo>
                <a:lnTo>
                  <a:pt x="1323009" y="1511300"/>
                </a:lnTo>
                <a:lnTo>
                  <a:pt x="1373212" y="1524000"/>
                </a:lnTo>
                <a:lnTo>
                  <a:pt x="1414246" y="1549400"/>
                </a:lnTo>
                <a:lnTo>
                  <a:pt x="1441932" y="1587500"/>
                </a:lnTo>
                <a:lnTo>
                  <a:pt x="1452079" y="1638300"/>
                </a:lnTo>
                <a:lnTo>
                  <a:pt x="1452079" y="1500809"/>
                </a:lnTo>
                <a:lnTo>
                  <a:pt x="1449679" y="1498600"/>
                </a:lnTo>
                <a:lnTo>
                  <a:pt x="1416392" y="1473200"/>
                </a:lnTo>
                <a:lnTo>
                  <a:pt x="1431239" y="1447800"/>
                </a:lnTo>
                <a:lnTo>
                  <a:pt x="1442478" y="1435100"/>
                </a:lnTo>
                <a:lnTo>
                  <a:pt x="1449603" y="1409700"/>
                </a:lnTo>
                <a:lnTo>
                  <a:pt x="1452079" y="1384300"/>
                </a:lnTo>
                <a:lnTo>
                  <a:pt x="1449832" y="1358900"/>
                </a:lnTo>
                <a:lnTo>
                  <a:pt x="1443393" y="1333500"/>
                </a:lnTo>
                <a:lnTo>
                  <a:pt x="1433233" y="1320800"/>
                </a:lnTo>
                <a:lnTo>
                  <a:pt x="1419821" y="1295400"/>
                </a:lnTo>
                <a:lnTo>
                  <a:pt x="1419821" y="546100"/>
                </a:lnTo>
                <a:lnTo>
                  <a:pt x="1871573" y="546100"/>
                </a:lnTo>
                <a:lnTo>
                  <a:pt x="1871573" y="482600"/>
                </a:lnTo>
                <a:lnTo>
                  <a:pt x="1419821" y="482600"/>
                </a:lnTo>
                <a:lnTo>
                  <a:pt x="1419821" y="63500"/>
                </a:lnTo>
                <a:lnTo>
                  <a:pt x="1419821" y="25400"/>
                </a:lnTo>
                <a:lnTo>
                  <a:pt x="1417281" y="12700"/>
                </a:lnTo>
                <a:lnTo>
                  <a:pt x="1410373" y="0"/>
                </a:lnTo>
                <a:lnTo>
                  <a:pt x="1387551" y="0"/>
                </a:lnTo>
                <a:lnTo>
                  <a:pt x="1387551" y="1384300"/>
                </a:lnTo>
                <a:lnTo>
                  <a:pt x="1382471" y="1409700"/>
                </a:lnTo>
                <a:lnTo>
                  <a:pt x="1368628" y="1422400"/>
                </a:lnTo>
                <a:lnTo>
                  <a:pt x="1348105" y="1435100"/>
                </a:lnTo>
                <a:lnTo>
                  <a:pt x="1323009" y="1447800"/>
                </a:lnTo>
                <a:lnTo>
                  <a:pt x="1297914" y="1435100"/>
                </a:lnTo>
                <a:lnTo>
                  <a:pt x="1277391" y="1422400"/>
                </a:lnTo>
                <a:lnTo>
                  <a:pt x="1263548" y="1409700"/>
                </a:lnTo>
                <a:lnTo>
                  <a:pt x="1258468" y="1384300"/>
                </a:lnTo>
                <a:lnTo>
                  <a:pt x="1263548" y="1358900"/>
                </a:lnTo>
                <a:lnTo>
                  <a:pt x="1277391" y="1333500"/>
                </a:lnTo>
                <a:lnTo>
                  <a:pt x="1297914" y="1320800"/>
                </a:lnTo>
                <a:lnTo>
                  <a:pt x="1348105" y="1320800"/>
                </a:lnTo>
                <a:lnTo>
                  <a:pt x="1368628" y="1333500"/>
                </a:lnTo>
                <a:lnTo>
                  <a:pt x="1382471" y="1358900"/>
                </a:lnTo>
                <a:lnTo>
                  <a:pt x="1387551" y="1384300"/>
                </a:lnTo>
                <a:lnTo>
                  <a:pt x="1387551" y="0"/>
                </a:lnTo>
                <a:lnTo>
                  <a:pt x="1355280" y="0"/>
                </a:lnTo>
                <a:lnTo>
                  <a:pt x="1355280" y="63500"/>
                </a:lnTo>
                <a:lnTo>
                  <a:pt x="1355280" y="1257300"/>
                </a:lnTo>
                <a:lnTo>
                  <a:pt x="1272806" y="1257300"/>
                </a:lnTo>
                <a:lnTo>
                  <a:pt x="1231785" y="1295400"/>
                </a:lnTo>
                <a:lnTo>
                  <a:pt x="1204099" y="1333500"/>
                </a:lnTo>
                <a:lnTo>
                  <a:pt x="1193939" y="1384300"/>
                </a:lnTo>
                <a:lnTo>
                  <a:pt x="1196428" y="1409700"/>
                </a:lnTo>
                <a:lnTo>
                  <a:pt x="1203540" y="1435100"/>
                </a:lnTo>
                <a:lnTo>
                  <a:pt x="1214793" y="1447800"/>
                </a:lnTo>
                <a:lnTo>
                  <a:pt x="1229652" y="1473200"/>
                </a:lnTo>
                <a:lnTo>
                  <a:pt x="1210945" y="1485900"/>
                </a:lnTo>
                <a:lnTo>
                  <a:pt x="1193749" y="1498600"/>
                </a:lnTo>
                <a:lnTo>
                  <a:pt x="1178242" y="1511300"/>
                </a:lnTo>
                <a:lnTo>
                  <a:pt x="1164577" y="1524000"/>
                </a:lnTo>
                <a:lnTo>
                  <a:pt x="1146467" y="1498600"/>
                </a:lnTo>
                <a:lnTo>
                  <a:pt x="1129398" y="1478635"/>
                </a:lnTo>
                <a:lnTo>
                  <a:pt x="1129398" y="1638300"/>
                </a:lnTo>
                <a:lnTo>
                  <a:pt x="1129398" y="1866900"/>
                </a:lnTo>
                <a:lnTo>
                  <a:pt x="806716" y="1866900"/>
                </a:lnTo>
                <a:lnTo>
                  <a:pt x="806716" y="1638300"/>
                </a:lnTo>
                <a:lnTo>
                  <a:pt x="812495" y="1600200"/>
                </a:lnTo>
                <a:lnTo>
                  <a:pt x="828776" y="1562100"/>
                </a:lnTo>
                <a:lnTo>
                  <a:pt x="854024" y="1524000"/>
                </a:lnTo>
                <a:lnTo>
                  <a:pt x="886688" y="1498600"/>
                </a:lnTo>
                <a:lnTo>
                  <a:pt x="925220" y="1485900"/>
                </a:lnTo>
                <a:lnTo>
                  <a:pt x="968057" y="1473200"/>
                </a:lnTo>
                <a:lnTo>
                  <a:pt x="1010894" y="1485900"/>
                </a:lnTo>
                <a:lnTo>
                  <a:pt x="1049426" y="1498600"/>
                </a:lnTo>
                <a:lnTo>
                  <a:pt x="1082090" y="1524000"/>
                </a:lnTo>
                <a:lnTo>
                  <a:pt x="1107338" y="1562100"/>
                </a:lnTo>
                <a:lnTo>
                  <a:pt x="1123632" y="1600200"/>
                </a:lnTo>
                <a:lnTo>
                  <a:pt x="1129398" y="1638300"/>
                </a:lnTo>
                <a:lnTo>
                  <a:pt x="1129398" y="1478635"/>
                </a:lnTo>
                <a:lnTo>
                  <a:pt x="1124762" y="1473200"/>
                </a:lnTo>
                <a:lnTo>
                  <a:pt x="1099807" y="1460500"/>
                </a:lnTo>
                <a:lnTo>
                  <a:pt x="1071994" y="1435100"/>
                </a:lnTo>
                <a:lnTo>
                  <a:pt x="1095654" y="1409700"/>
                </a:lnTo>
                <a:lnTo>
                  <a:pt x="1113751" y="1384300"/>
                </a:lnTo>
                <a:lnTo>
                  <a:pt x="1125321" y="1346200"/>
                </a:lnTo>
                <a:lnTo>
                  <a:pt x="1129398" y="1320800"/>
                </a:lnTo>
                <a:lnTo>
                  <a:pt x="1123632" y="1270000"/>
                </a:lnTo>
                <a:lnTo>
                  <a:pt x="1107338" y="1231900"/>
                </a:lnTo>
                <a:lnTo>
                  <a:pt x="1094714" y="1219200"/>
                </a:lnTo>
                <a:lnTo>
                  <a:pt x="1082090" y="1206500"/>
                </a:lnTo>
                <a:lnTo>
                  <a:pt x="1064856" y="1193101"/>
                </a:lnTo>
                <a:lnTo>
                  <a:pt x="1064856" y="1320800"/>
                </a:lnTo>
                <a:lnTo>
                  <a:pt x="1057236" y="1358900"/>
                </a:lnTo>
                <a:lnTo>
                  <a:pt x="1036472" y="1384300"/>
                </a:lnTo>
                <a:lnTo>
                  <a:pt x="1005700" y="1409700"/>
                </a:lnTo>
                <a:lnTo>
                  <a:pt x="930414" y="1409700"/>
                </a:lnTo>
                <a:lnTo>
                  <a:pt x="899642" y="1384300"/>
                </a:lnTo>
                <a:lnTo>
                  <a:pt x="878878" y="1358900"/>
                </a:lnTo>
                <a:lnTo>
                  <a:pt x="871258" y="1320800"/>
                </a:lnTo>
                <a:lnTo>
                  <a:pt x="878878" y="1282700"/>
                </a:lnTo>
                <a:lnTo>
                  <a:pt x="899642" y="1244600"/>
                </a:lnTo>
                <a:lnTo>
                  <a:pt x="930414" y="1231900"/>
                </a:lnTo>
                <a:lnTo>
                  <a:pt x="968057" y="1219200"/>
                </a:lnTo>
                <a:lnTo>
                  <a:pt x="1005700" y="1231900"/>
                </a:lnTo>
                <a:lnTo>
                  <a:pt x="1036472" y="1244600"/>
                </a:lnTo>
                <a:lnTo>
                  <a:pt x="1057236" y="1282700"/>
                </a:lnTo>
                <a:lnTo>
                  <a:pt x="1064856" y="1320800"/>
                </a:lnTo>
                <a:lnTo>
                  <a:pt x="1064856" y="1193101"/>
                </a:lnTo>
                <a:lnTo>
                  <a:pt x="1049426" y="1181100"/>
                </a:lnTo>
                <a:lnTo>
                  <a:pt x="1010894" y="1155700"/>
                </a:lnTo>
                <a:lnTo>
                  <a:pt x="925220" y="1155700"/>
                </a:lnTo>
                <a:lnTo>
                  <a:pt x="886688" y="1181100"/>
                </a:lnTo>
                <a:lnTo>
                  <a:pt x="854024" y="1206500"/>
                </a:lnTo>
                <a:lnTo>
                  <a:pt x="812495" y="1270000"/>
                </a:lnTo>
                <a:lnTo>
                  <a:pt x="806716" y="1320800"/>
                </a:lnTo>
                <a:lnTo>
                  <a:pt x="810793" y="1346200"/>
                </a:lnTo>
                <a:lnTo>
                  <a:pt x="822363" y="1384300"/>
                </a:lnTo>
                <a:lnTo>
                  <a:pt x="840460" y="1409700"/>
                </a:lnTo>
                <a:lnTo>
                  <a:pt x="864120" y="1435100"/>
                </a:lnTo>
                <a:lnTo>
                  <a:pt x="836307" y="1460500"/>
                </a:lnTo>
                <a:lnTo>
                  <a:pt x="811352" y="1473200"/>
                </a:lnTo>
                <a:lnTo>
                  <a:pt x="789647" y="1498600"/>
                </a:lnTo>
                <a:lnTo>
                  <a:pt x="771537" y="1524000"/>
                </a:lnTo>
                <a:lnTo>
                  <a:pt x="757872" y="1511300"/>
                </a:lnTo>
                <a:lnTo>
                  <a:pt x="742378" y="1498600"/>
                </a:lnTo>
                <a:lnTo>
                  <a:pt x="742175" y="1498460"/>
                </a:lnTo>
                <a:lnTo>
                  <a:pt x="742175" y="1638300"/>
                </a:lnTo>
                <a:lnTo>
                  <a:pt x="742175" y="1866900"/>
                </a:lnTo>
                <a:lnTo>
                  <a:pt x="484035" y="1866900"/>
                </a:lnTo>
                <a:lnTo>
                  <a:pt x="484035" y="1638300"/>
                </a:lnTo>
                <a:lnTo>
                  <a:pt x="489115" y="1612900"/>
                </a:lnTo>
                <a:lnTo>
                  <a:pt x="491655" y="1600200"/>
                </a:lnTo>
                <a:lnTo>
                  <a:pt x="494195" y="1587500"/>
                </a:lnTo>
                <a:lnTo>
                  <a:pt x="521868" y="1549400"/>
                </a:lnTo>
                <a:lnTo>
                  <a:pt x="562902" y="1524000"/>
                </a:lnTo>
                <a:lnTo>
                  <a:pt x="613105" y="1511300"/>
                </a:lnTo>
                <a:lnTo>
                  <a:pt x="663308" y="1524000"/>
                </a:lnTo>
                <a:lnTo>
                  <a:pt x="704342" y="1549400"/>
                </a:lnTo>
                <a:lnTo>
                  <a:pt x="732015" y="1587500"/>
                </a:lnTo>
                <a:lnTo>
                  <a:pt x="742175" y="1638300"/>
                </a:lnTo>
                <a:lnTo>
                  <a:pt x="742175" y="1498460"/>
                </a:lnTo>
                <a:lnTo>
                  <a:pt x="725208" y="1485900"/>
                </a:lnTo>
                <a:lnTo>
                  <a:pt x="706488" y="1473200"/>
                </a:lnTo>
                <a:lnTo>
                  <a:pt x="721334" y="1447800"/>
                </a:lnTo>
                <a:lnTo>
                  <a:pt x="732574" y="1435100"/>
                </a:lnTo>
                <a:lnTo>
                  <a:pt x="739698" y="1409700"/>
                </a:lnTo>
                <a:lnTo>
                  <a:pt x="742175" y="1384300"/>
                </a:lnTo>
                <a:lnTo>
                  <a:pt x="732015" y="1333500"/>
                </a:lnTo>
                <a:lnTo>
                  <a:pt x="722795" y="1320800"/>
                </a:lnTo>
                <a:lnTo>
                  <a:pt x="704342" y="1295400"/>
                </a:lnTo>
                <a:lnTo>
                  <a:pt x="677646" y="1270622"/>
                </a:lnTo>
                <a:lnTo>
                  <a:pt x="677646" y="1384300"/>
                </a:lnTo>
                <a:lnTo>
                  <a:pt x="672566" y="1409700"/>
                </a:lnTo>
                <a:lnTo>
                  <a:pt x="658723" y="1422400"/>
                </a:lnTo>
                <a:lnTo>
                  <a:pt x="638200" y="1435100"/>
                </a:lnTo>
                <a:lnTo>
                  <a:pt x="613105" y="1447800"/>
                </a:lnTo>
                <a:lnTo>
                  <a:pt x="588010" y="1435100"/>
                </a:lnTo>
                <a:lnTo>
                  <a:pt x="567486" y="1422400"/>
                </a:lnTo>
                <a:lnTo>
                  <a:pt x="553643" y="1409700"/>
                </a:lnTo>
                <a:lnTo>
                  <a:pt x="548563" y="1384300"/>
                </a:lnTo>
                <a:lnTo>
                  <a:pt x="553643" y="1358900"/>
                </a:lnTo>
                <a:lnTo>
                  <a:pt x="567486" y="1333500"/>
                </a:lnTo>
                <a:lnTo>
                  <a:pt x="588010" y="1320800"/>
                </a:lnTo>
                <a:lnTo>
                  <a:pt x="638200" y="1320800"/>
                </a:lnTo>
                <a:lnTo>
                  <a:pt x="658723" y="1333500"/>
                </a:lnTo>
                <a:lnTo>
                  <a:pt x="672566" y="1358900"/>
                </a:lnTo>
                <a:lnTo>
                  <a:pt x="677646" y="1384300"/>
                </a:lnTo>
                <a:lnTo>
                  <a:pt x="677646" y="1270622"/>
                </a:lnTo>
                <a:lnTo>
                  <a:pt x="663308" y="1257300"/>
                </a:lnTo>
                <a:lnTo>
                  <a:pt x="580834" y="1257300"/>
                </a:lnTo>
                <a:lnTo>
                  <a:pt x="580834" y="546100"/>
                </a:lnTo>
                <a:lnTo>
                  <a:pt x="580834" y="63500"/>
                </a:lnTo>
                <a:lnTo>
                  <a:pt x="1355280" y="63500"/>
                </a:lnTo>
                <a:lnTo>
                  <a:pt x="1355280" y="0"/>
                </a:lnTo>
                <a:lnTo>
                  <a:pt x="525741" y="0"/>
                </a:lnTo>
                <a:lnTo>
                  <a:pt x="519747" y="11023"/>
                </a:lnTo>
                <a:lnTo>
                  <a:pt x="519747" y="1473200"/>
                </a:lnTo>
                <a:lnTo>
                  <a:pt x="486460" y="1498600"/>
                </a:lnTo>
                <a:lnTo>
                  <a:pt x="458812" y="1524000"/>
                </a:lnTo>
                <a:lnTo>
                  <a:pt x="437794" y="1562100"/>
                </a:lnTo>
                <a:lnTo>
                  <a:pt x="424395" y="1600200"/>
                </a:lnTo>
                <a:lnTo>
                  <a:pt x="419493" y="1593557"/>
                </a:lnTo>
                <a:lnTo>
                  <a:pt x="419493" y="1739900"/>
                </a:lnTo>
                <a:lnTo>
                  <a:pt x="419493" y="1866900"/>
                </a:lnTo>
                <a:lnTo>
                  <a:pt x="161353" y="1866900"/>
                </a:lnTo>
                <a:lnTo>
                  <a:pt x="161353" y="1739900"/>
                </a:lnTo>
                <a:lnTo>
                  <a:pt x="171500" y="1689100"/>
                </a:lnTo>
                <a:lnTo>
                  <a:pt x="199186" y="1651000"/>
                </a:lnTo>
                <a:lnTo>
                  <a:pt x="212864" y="1638300"/>
                </a:lnTo>
                <a:lnTo>
                  <a:pt x="240220" y="1612900"/>
                </a:lnTo>
                <a:lnTo>
                  <a:pt x="340614" y="1612900"/>
                </a:lnTo>
                <a:lnTo>
                  <a:pt x="381647" y="1651000"/>
                </a:lnTo>
                <a:lnTo>
                  <a:pt x="409333" y="1689100"/>
                </a:lnTo>
                <a:lnTo>
                  <a:pt x="419493" y="1739900"/>
                </a:lnTo>
                <a:lnTo>
                  <a:pt x="419493" y="1593557"/>
                </a:lnTo>
                <a:lnTo>
                  <a:pt x="415023" y="1587500"/>
                </a:lnTo>
                <a:lnTo>
                  <a:pt x="405117" y="1574800"/>
                </a:lnTo>
                <a:lnTo>
                  <a:pt x="394703" y="1574800"/>
                </a:lnTo>
                <a:lnTo>
                  <a:pt x="383806" y="1562100"/>
                </a:lnTo>
                <a:lnTo>
                  <a:pt x="398653" y="1549400"/>
                </a:lnTo>
                <a:lnTo>
                  <a:pt x="404266" y="1536700"/>
                </a:lnTo>
                <a:lnTo>
                  <a:pt x="409892" y="1524000"/>
                </a:lnTo>
                <a:lnTo>
                  <a:pt x="417004" y="1498600"/>
                </a:lnTo>
                <a:lnTo>
                  <a:pt x="419493" y="1473200"/>
                </a:lnTo>
                <a:lnTo>
                  <a:pt x="409333" y="1422400"/>
                </a:lnTo>
                <a:lnTo>
                  <a:pt x="400113" y="1409700"/>
                </a:lnTo>
                <a:lnTo>
                  <a:pt x="381647" y="1384300"/>
                </a:lnTo>
                <a:lnTo>
                  <a:pt x="354952" y="1367777"/>
                </a:lnTo>
                <a:lnTo>
                  <a:pt x="354952" y="1473200"/>
                </a:lnTo>
                <a:lnTo>
                  <a:pt x="349885" y="1498600"/>
                </a:lnTo>
                <a:lnTo>
                  <a:pt x="336042" y="1524000"/>
                </a:lnTo>
                <a:lnTo>
                  <a:pt x="315518" y="1536700"/>
                </a:lnTo>
                <a:lnTo>
                  <a:pt x="265315" y="1536700"/>
                </a:lnTo>
                <a:lnTo>
                  <a:pt x="244805" y="1524000"/>
                </a:lnTo>
                <a:lnTo>
                  <a:pt x="230962" y="1498600"/>
                </a:lnTo>
                <a:lnTo>
                  <a:pt x="225882" y="1473200"/>
                </a:lnTo>
                <a:lnTo>
                  <a:pt x="230962" y="1447800"/>
                </a:lnTo>
                <a:lnTo>
                  <a:pt x="244805" y="1435100"/>
                </a:lnTo>
                <a:lnTo>
                  <a:pt x="265315" y="1422400"/>
                </a:lnTo>
                <a:lnTo>
                  <a:pt x="290423" y="1409700"/>
                </a:lnTo>
                <a:lnTo>
                  <a:pt x="315518" y="1422400"/>
                </a:lnTo>
                <a:lnTo>
                  <a:pt x="336042" y="1435100"/>
                </a:lnTo>
                <a:lnTo>
                  <a:pt x="349885" y="1447800"/>
                </a:lnTo>
                <a:lnTo>
                  <a:pt x="354952" y="1473200"/>
                </a:lnTo>
                <a:lnTo>
                  <a:pt x="354952" y="1367777"/>
                </a:lnTo>
                <a:lnTo>
                  <a:pt x="340614" y="1358900"/>
                </a:lnTo>
                <a:lnTo>
                  <a:pt x="290423" y="1346200"/>
                </a:lnTo>
                <a:lnTo>
                  <a:pt x="240220" y="1358900"/>
                </a:lnTo>
                <a:lnTo>
                  <a:pt x="199186" y="1384300"/>
                </a:lnTo>
                <a:lnTo>
                  <a:pt x="171500" y="1422400"/>
                </a:lnTo>
                <a:lnTo>
                  <a:pt x="161353" y="1473200"/>
                </a:lnTo>
                <a:lnTo>
                  <a:pt x="163830" y="1498600"/>
                </a:lnTo>
                <a:lnTo>
                  <a:pt x="170954" y="1524000"/>
                </a:lnTo>
                <a:lnTo>
                  <a:pt x="182206" y="1549400"/>
                </a:lnTo>
                <a:lnTo>
                  <a:pt x="197065" y="1562100"/>
                </a:lnTo>
                <a:lnTo>
                  <a:pt x="174980" y="1574800"/>
                </a:lnTo>
                <a:lnTo>
                  <a:pt x="155105" y="1600200"/>
                </a:lnTo>
                <a:lnTo>
                  <a:pt x="137693" y="1612900"/>
                </a:lnTo>
                <a:lnTo>
                  <a:pt x="123012" y="1638300"/>
                </a:lnTo>
                <a:lnTo>
                  <a:pt x="64541" y="1638300"/>
                </a:lnTo>
                <a:lnTo>
                  <a:pt x="64541" y="546100"/>
                </a:lnTo>
                <a:lnTo>
                  <a:pt x="516305" y="546100"/>
                </a:lnTo>
                <a:lnTo>
                  <a:pt x="516305" y="1295400"/>
                </a:lnTo>
                <a:lnTo>
                  <a:pt x="502881" y="1320800"/>
                </a:lnTo>
                <a:lnTo>
                  <a:pt x="492721" y="1333500"/>
                </a:lnTo>
                <a:lnTo>
                  <a:pt x="486283" y="1358900"/>
                </a:lnTo>
                <a:lnTo>
                  <a:pt x="484035" y="1384300"/>
                </a:lnTo>
                <a:lnTo>
                  <a:pt x="486524" y="1409700"/>
                </a:lnTo>
                <a:lnTo>
                  <a:pt x="493636" y="1435100"/>
                </a:lnTo>
                <a:lnTo>
                  <a:pt x="504888" y="1447800"/>
                </a:lnTo>
                <a:lnTo>
                  <a:pt x="519747" y="1473200"/>
                </a:lnTo>
                <a:lnTo>
                  <a:pt x="519747" y="11023"/>
                </a:lnTo>
                <a:lnTo>
                  <a:pt x="518833" y="12700"/>
                </a:lnTo>
                <a:lnTo>
                  <a:pt x="516305" y="25400"/>
                </a:lnTo>
                <a:lnTo>
                  <a:pt x="516305" y="482600"/>
                </a:lnTo>
                <a:lnTo>
                  <a:pt x="9448" y="482600"/>
                </a:lnTo>
                <a:lnTo>
                  <a:pt x="2540" y="495300"/>
                </a:lnTo>
                <a:lnTo>
                  <a:pt x="0" y="508000"/>
                </a:lnTo>
                <a:lnTo>
                  <a:pt x="0" y="1676400"/>
                </a:lnTo>
                <a:lnTo>
                  <a:pt x="2540" y="1689100"/>
                </a:lnTo>
                <a:lnTo>
                  <a:pt x="9448" y="1689100"/>
                </a:lnTo>
                <a:lnTo>
                  <a:pt x="19697" y="1701800"/>
                </a:lnTo>
                <a:lnTo>
                  <a:pt x="99720" y="1701800"/>
                </a:lnTo>
                <a:lnTo>
                  <a:pt x="98513" y="1714500"/>
                </a:lnTo>
                <a:lnTo>
                  <a:pt x="97599" y="1714500"/>
                </a:lnTo>
                <a:lnTo>
                  <a:pt x="97015" y="1727200"/>
                </a:lnTo>
                <a:lnTo>
                  <a:pt x="96812" y="1739900"/>
                </a:lnTo>
                <a:lnTo>
                  <a:pt x="96812" y="1892300"/>
                </a:lnTo>
                <a:lnTo>
                  <a:pt x="99339" y="1905000"/>
                </a:lnTo>
                <a:lnTo>
                  <a:pt x="106248" y="1917700"/>
                </a:lnTo>
                <a:lnTo>
                  <a:pt x="116509" y="1930400"/>
                </a:lnTo>
                <a:lnTo>
                  <a:pt x="1819605" y="1930400"/>
                </a:lnTo>
                <a:lnTo>
                  <a:pt x="1829866" y="1917700"/>
                </a:lnTo>
                <a:lnTo>
                  <a:pt x="1836775" y="1905000"/>
                </a:lnTo>
                <a:lnTo>
                  <a:pt x="1839302" y="1892300"/>
                </a:lnTo>
                <a:lnTo>
                  <a:pt x="1839302" y="1866900"/>
                </a:lnTo>
                <a:lnTo>
                  <a:pt x="1839302" y="1739900"/>
                </a:lnTo>
                <a:lnTo>
                  <a:pt x="1839099" y="1727200"/>
                </a:lnTo>
                <a:lnTo>
                  <a:pt x="1838515" y="1714500"/>
                </a:lnTo>
                <a:lnTo>
                  <a:pt x="1837601" y="1714500"/>
                </a:lnTo>
                <a:lnTo>
                  <a:pt x="1836407" y="1701800"/>
                </a:lnTo>
                <a:lnTo>
                  <a:pt x="1916417" y="1701800"/>
                </a:lnTo>
                <a:lnTo>
                  <a:pt x="1926666" y="1689100"/>
                </a:lnTo>
                <a:lnTo>
                  <a:pt x="1933575" y="1689100"/>
                </a:lnTo>
                <a:lnTo>
                  <a:pt x="1936115" y="1676400"/>
                </a:lnTo>
                <a:lnTo>
                  <a:pt x="1936115" y="1638300"/>
                </a:lnTo>
                <a:lnTo>
                  <a:pt x="1936115" y="546100"/>
                </a:lnTo>
                <a:lnTo>
                  <a:pt x="1936115" y="50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304105" y="6482703"/>
            <a:ext cx="4567555" cy="227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5255" algn="ctr">
              <a:lnSpc>
                <a:spcPct val="100000"/>
              </a:lnSpc>
              <a:spcBef>
                <a:spcPts val="100"/>
              </a:spcBef>
            </a:pPr>
            <a:r>
              <a:rPr sz="2500" spc="180" dirty="0">
                <a:latin typeface="Arial MT"/>
                <a:cs typeface="Arial MT"/>
              </a:rPr>
              <a:t>USUARIO/CLIENTE</a:t>
            </a:r>
            <a:endParaRPr sz="2500" dirty="0">
              <a:latin typeface="Arial MT"/>
              <a:cs typeface="Arial MT"/>
            </a:endParaRPr>
          </a:p>
          <a:p>
            <a:pPr marL="12700" marR="5080">
              <a:lnSpc>
                <a:spcPct val="114599"/>
              </a:lnSpc>
              <a:spcBef>
                <a:spcPts val="1475"/>
              </a:spcBef>
            </a:pPr>
            <a:r>
              <a:rPr sz="2400" i="1" spc="210" dirty="0">
                <a:latin typeface="Trebuchet MS"/>
                <a:cs typeface="Trebuchet MS"/>
              </a:rPr>
              <a:t>Son</a:t>
            </a:r>
            <a:r>
              <a:rPr sz="2400" i="1" spc="-10" dirty="0">
                <a:latin typeface="Trebuchet MS"/>
                <a:cs typeface="Trebuchet MS"/>
              </a:rPr>
              <a:t> </a:t>
            </a:r>
            <a:r>
              <a:rPr sz="2400" i="1" spc="150" dirty="0">
                <a:latin typeface="Trebuchet MS"/>
                <a:cs typeface="Trebuchet MS"/>
              </a:rPr>
              <a:t>quienes</a:t>
            </a:r>
            <a:r>
              <a:rPr sz="2400" i="1" spc="-10" dirty="0">
                <a:latin typeface="Trebuchet MS"/>
                <a:cs typeface="Trebuchet MS"/>
              </a:rPr>
              <a:t> </a:t>
            </a:r>
            <a:r>
              <a:rPr sz="2400" i="1" spc="45" dirty="0">
                <a:latin typeface="Trebuchet MS"/>
                <a:cs typeface="Trebuchet MS"/>
              </a:rPr>
              <a:t>validan,</a:t>
            </a:r>
            <a:r>
              <a:rPr sz="2400" i="1" spc="-10" dirty="0">
                <a:latin typeface="Trebuchet MS"/>
                <a:cs typeface="Trebuchet MS"/>
              </a:rPr>
              <a:t> </a:t>
            </a:r>
            <a:r>
              <a:rPr sz="2400" i="1" spc="120" dirty="0">
                <a:latin typeface="Trebuchet MS"/>
                <a:cs typeface="Trebuchet MS"/>
              </a:rPr>
              <a:t>aceptan, </a:t>
            </a:r>
            <a:r>
              <a:rPr sz="2400" i="1" spc="170" dirty="0">
                <a:latin typeface="Trebuchet MS"/>
                <a:cs typeface="Trebuchet MS"/>
              </a:rPr>
              <a:t>rechazan</a:t>
            </a:r>
            <a:r>
              <a:rPr sz="2400" i="1" spc="-25" dirty="0">
                <a:latin typeface="Trebuchet MS"/>
                <a:cs typeface="Trebuchet MS"/>
              </a:rPr>
              <a:t> </a:t>
            </a:r>
            <a:r>
              <a:rPr sz="2400" i="1" spc="240" dirty="0">
                <a:latin typeface="Trebuchet MS"/>
                <a:cs typeface="Trebuchet MS"/>
              </a:rPr>
              <a:t>o</a:t>
            </a:r>
            <a:r>
              <a:rPr sz="2400" i="1" spc="-20" dirty="0">
                <a:latin typeface="Trebuchet MS"/>
                <a:cs typeface="Trebuchet MS"/>
              </a:rPr>
              <a:t> </a:t>
            </a:r>
            <a:r>
              <a:rPr sz="2400" i="1" spc="235" dirty="0">
                <a:latin typeface="Trebuchet MS"/>
                <a:cs typeface="Trebuchet MS"/>
              </a:rPr>
              <a:t>usan</a:t>
            </a:r>
            <a:r>
              <a:rPr sz="2400" i="1" spc="-25" dirty="0">
                <a:latin typeface="Trebuchet MS"/>
                <a:cs typeface="Trebuchet MS"/>
              </a:rPr>
              <a:t> </a:t>
            </a:r>
            <a:r>
              <a:rPr sz="2400" i="1" dirty="0">
                <a:latin typeface="Trebuchet MS"/>
                <a:cs typeface="Trebuchet MS"/>
              </a:rPr>
              <a:t>el</a:t>
            </a:r>
            <a:r>
              <a:rPr sz="2400" i="1" spc="-20" dirty="0">
                <a:latin typeface="Trebuchet MS"/>
                <a:cs typeface="Trebuchet MS"/>
              </a:rPr>
              <a:t> </a:t>
            </a:r>
            <a:r>
              <a:rPr sz="2400" i="1" spc="75" dirty="0">
                <a:latin typeface="Trebuchet MS"/>
                <a:cs typeface="Trebuchet MS"/>
              </a:rPr>
              <a:t>producto. </a:t>
            </a:r>
            <a:r>
              <a:rPr sz="2400" i="1" spc="210" dirty="0">
                <a:latin typeface="Trebuchet MS"/>
                <a:cs typeface="Trebuchet MS"/>
              </a:rPr>
              <a:t>Son</a:t>
            </a:r>
            <a:r>
              <a:rPr sz="2400" i="1" spc="-15" dirty="0">
                <a:latin typeface="Trebuchet MS"/>
                <a:cs typeface="Trebuchet MS"/>
              </a:rPr>
              <a:t> </a:t>
            </a:r>
            <a:r>
              <a:rPr sz="2400" i="1" spc="80" dirty="0">
                <a:latin typeface="Trebuchet MS"/>
                <a:cs typeface="Trebuchet MS"/>
              </a:rPr>
              <a:t>los</a:t>
            </a:r>
            <a:r>
              <a:rPr sz="2400" i="1" spc="-10" dirty="0">
                <a:latin typeface="Trebuchet MS"/>
                <a:cs typeface="Trebuchet MS"/>
              </a:rPr>
              <a:t> </a:t>
            </a:r>
            <a:r>
              <a:rPr sz="2400" i="1" spc="150" dirty="0">
                <a:latin typeface="Trebuchet MS"/>
                <a:cs typeface="Trebuchet MS"/>
              </a:rPr>
              <a:t>formadores</a:t>
            </a:r>
            <a:r>
              <a:rPr sz="2400" i="1" spc="-15" dirty="0">
                <a:latin typeface="Trebuchet MS"/>
                <a:cs typeface="Trebuchet MS"/>
              </a:rPr>
              <a:t> </a:t>
            </a:r>
            <a:r>
              <a:rPr sz="2400" i="1" spc="50" dirty="0">
                <a:latin typeface="Trebuchet MS"/>
                <a:cs typeface="Trebuchet MS"/>
              </a:rPr>
              <a:t>del </a:t>
            </a:r>
            <a:r>
              <a:rPr sz="2400" i="1" spc="245" dirty="0">
                <a:latin typeface="Trebuchet MS"/>
                <a:cs typeface="Trebuchet MS"/>
              </a:rPr>
              <a:t>mercado</a:t>
            </a:r>
            <a:r>
              <a:rPr sz="2400" i="1" spc="-15" dirty="0">
                <a:latin typeface="Trebuchet MS"/>
                <a:cs typeface="Trebuchet MS"/>
              </a:rPr>
              <a:t> </a:t>
            </a:r>
            <a:r>
              <a:rPr sz="2400" i="1" spc="190" dirty="0">
                <a:latin typeface="Trebuchet MS"/>
                <a:cs typeface="Trebuchet MS"/>
              </a:rPr>
              <a:t>en</a:t>
            </a:r>
            <a:r>
              <a:rPr sz="2400" i="1" spc="-15" dirty="0">
                <a:latin typeface="Trebuchet MS"/>
                <a:cs typeface="Trebuchet MS"/>
              </a:rPr>
              <a:t> </a:t>
            </a:r>
            <a:r>
              <a:rPr sz="2400" i="1" spc="-20" dirty="0">
                <a:latin typeface="Trebuchet MS"/>
                <a:cs typeface="Trebuchet MS"/>
              </a:rPr>
              <a:t>B2C.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793539" y="6482703"/>
            <a:ext cx="4578350" cy="227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4460" algn="ctr">
              <a:lnSpc>
                <a:spcPct val="100000"/>
              </a:lnSpc>
              <a:spcBef>
                <a:spcPts val="100"/>
              </a:spcBef>
            </a:pPr>
            <a:r>
              <a:rPr sz="2500" spc="155" dirty="0">
                <a:latin typeface="Arial MT"/>
                <a:cs typeface="Arial MT"/>
              </a:rPr>
              <a:t>EMPRESA</a:t>
            </a:r>
            <a:endParaRPr sz="2500" dirty="0">
              <a:latin typeface="Arial MT"/>
              <a:cs typeface="Arial MT"/>
            </a:endParaRPr>
          </a:p>
          <a:p>
            <a:pPr marL="12700" marR="5080">
              <a:lnSpc>
                <a:spcPct val="114599"/>
              </a:lnSpc>
              <a:spcBef>
                <a:spcPts val="1475"/>
              </a:spcBef>
            </a:pPr>
            <a:r>
              <a:rPr sz="2400" i="1" spc="210" dirty="0">
                <a:latin typeface="Trebuchet MS"/>
                <a:cs typeface="Trebuchet MS"/>
              </a:rPr>
              <a:t>Son</a:t>
            </a:r>
            <a:r>
              <a:rPr sz="2400" i="1" spc="-10" dirty="0">
                <a:latin typeface="Trebuchet MS"/>
                <a:cs typeface="Trebuchet MS"/>
              </a:rPr>
              <a:t> </a:t>
            </a:r>
            <a:r>
              <a:rPr sz="2400" i="1" spc="130" dirty="0">
                <a:latin typeface="Trebuchet MS"/>
                <a:cs typeface="Trebuchet MS"/>
              </a:rPr>
              <a:t>usuarios</a:t>
            </a:r>
            <a:r>
              <a:rPr sz="2400" i="1" spc="-5" dirty="0">
                <a:latin typeface="Trebuchet MS"/>
                <a:cs typeface="Trebuchet MS"/>
              </a:rPr>
              <a:t> </a:t>
            </a:r>
            <a:r>
              <a:rPr sz="2400" i="1" spc="75" dirty="0">
                <a:latin typeface="Trebuchet MS"/>
                <a:cs typeface="Trebuchet MS"/>
              </a:rPr>
              <a:t>del</a:t>
            </a:r>
            <a:r>
              <a:rPr sz="2400" i="1" spc="-5" dirty="0">
                <a:latin typeface="Trebuchet MS"/>
                <a:cs typeface="Trebuchet MS"/>
              </a:rPr>
              <a:t> </a:t>
            </a:r>
            <a:r>
              <a:rPr sz="2400" i="1" spc="75" dirty="0">
                <a:latin typeface="Trebuchet MS"/>
                <a:cs typeface="Trebuchet MS"/>
              </a:rPr>
              <a:t>producto, </a:t>
            </a:r>
            <a:r>
              <a:rPr sz="2400" i="1" spc="215" dirty="0">
                <a:latin typeface="Trebuchet MS"/>
                <a:cs typeface="Trebuchet MS"/>
              </a:rPr>
              <a:t>pueden</a:t>
            </a:r>
            <a:r>
              <a:rPr sz="2400" i="1" spc="-20" dirty="0">
                <a:latin typeface="Trebuchet MS"/>
                <a:cs typeface="Trebuchet MS"/>
              </a:rPr>
              <a:t> </a:t>
            </a:r>
            <a:r>
              <a:rPr sz="2400" i="1" spc="95" dirty="0">
                <a:latin typeface="Trebuchet MS"/>
                <a:cs typeface="Trebuchet MS"/>
              </a:rPr>
              <a:t>ser</a:t>
            </a:r>
            <a:r>
              <a:rPr sz="2400" i="1" spc="-15" dirty="0">
                <a:latin typeface="Trebuchet MS"/>
                <a:cs typeface="Trebuchet MS"/>
              </a:rPr>
              <a:t> </a:t>
            </a:r>
            <a:r>
              <a:rPr sz="2400" i="1" spc="130" dirty="0">
                <a:latin typeface="Trebuchet MS"/>
                <a:cs typeface="Trebuchet MS"/>
              </a:rPr>
              <a:t>potenciales</a:t>
            </a:r>
            <a:r>
              <a:rPr sz="2400" i="1" spc="-20" dirty="0">
                <a:latin typeface="Trebuchet MS"/>
                <a:cs typeface="Trebuchet MS"/>
              </a:rPr>
              <a:t> </a:t>
            </a:r>
            <a:r>
              <a:rPr sz="2400" i="1" spc="114" dirty="0">
                <a:latin typeface="Trebuchet MS"/>
                <a:cs typeface="Trebuchet MS"/>
              </a:rPr>
              <a:t>social </a:t>
            </a:r>
            <a:r>
              <a:rPr sz="2400" i="1" spc="80" dirty="0">
                <a:latin typeface="Trebuchet MS"/>
                <a:cs typeface="Trebuchet MS"/>
              </a:rPr>
              <a:t>estratégicos,</a:t>
            </a:r>
            <a:r>
              <a:rPr sz="2400" i="1" spc="-5" dirty="0">
                <a:latin typeface="Trebuchet MS"/>
                <a:cs typeface="Trebuchet MS"/>
              </a:rPr>
              <a:t> </a:t>
            </a:r>
            <a:r>
              <a:rPr sz="2400" i="1" spc="320" dirty="0">
                <a:latin typeface="Trebuchet MS"/>
                <a:cs typeface="Trebuchet MS"/>
              </a:rPr>
              <a:t>como</a:t>
            </a:r>
            <a:r>
              <a:rPr sz="2400" i="1" spc="-5" dirty="0">
                <a:latin typeface="Trebuchet MS"/>
                <a:cs typeface="Trebuchet MS"/>
              </a:rPr>
              <a:t> </a:t>
            </a:r>
            <a:r>
              <a:rPr sz="2400" i="1" spc="145" dirty="0">
                <a:latin typeface="Trebuchet MS"/>
                <a:cs typeface="Trebuchet MS"/>
              </a:rPr>
              <a:t>también </a:t>
            </a:r>
            <a:r>
              <a:rPr sz="2400" i="1" spc="70" dirty="0">
                <a:latin typeface="Trebuchet MS"/>
                <a:cs typeface="Trebuchet MS"/>
              </a:rPr>
              <a:t>clientes</a:t>
            </a:r>
            <a:r>
              <a:rPr sz="2400" i="1" spc="-15" dirty="0">
                <a:latin typeface="Trebuchet MS"/>
                <a:cs typeface="Trebuchet MS"/>
              </a:rPr>
              <a:t> </a:t>
            </a:r>
            <a:r>
              <a:rPr sz="2400" i="1" spc="190" dirty="0">
                <a:latin typeface="Trebuchet MS"/>
                <a:cs typeface="Trebuchet MS"/>
              </a:rPr>
              <a:t>en</a:t>
            </a:r>
            <a:r>
              <a:rPr sz="2400" i="1" spc="-15" dirty="0">
                <a:latin typeface="Trebuchet MS"/>
                <a:cs typeface="Trebuchet MS"/>
              </a:rPr>
              <a:t> </a:t>
            </a:r>
            <a:r>
              <a:rPr sz="2400" i="1" spc="-20" dirty="0">
                <a:latin typeface="Trebuchet MS"/>
                <a:cs typeface="Trebuchet MS"/>
              </a:rPr>
              <a:t>B2B.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277560" y="6482703"/>
            <a:ext cx="4354195" cy="2678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algn="ctr">
              <a:lnSpc>
                <a:spcPct val="100000"/>
              </a:lnSpc>
              <a:spcBef>
                <a:spcPts val="100"/>
              </a:spcBef>
            </a:pPr>
            <a:r>
              <a:rPr sz="2500" spc="165" dirty="0">
                <a:latin typeface="Arial MT"/>
                <a:cs typeface="Arial MT"/>
              </a:rPr>
              <a:t>INVERSOR</a:t>
            </a:r>
            <a:endParaRPr sz="2500" dirty="0">
              <a:latin typeface="Arial MT"/>
              <a:cs typeface="Arial MT"/>
            </a:endParaRPr>
          </a:p>
          <a:p>
            <a:pPr marL="12700" marR="5080">
              <a:lnSpc>
                <a:spcPct val="114599"/>
              </a:lnSpc>
              <a:spcBef>
                <a:spcPts val="1475"/>
              </a:spcBef>
            </a:pPr>
            <a:r>
              <a:rPr sz="2400" i="1" spc="90" dirty="0">
                <a:latin typeface="Trebuchet MS"/>
                <a:cs typeface="Trebuchet MS"/>
              </a:rPr>
              <a:t>Aquellos</a:t>
            </a:r>
            <a:r>
              <a:rPr sz="2400" i="1" spc="-15" dirty="0">
                <a:latin typeface="Trebuchet MS"/>
                <a:cs typeface="Trebuchet MS"/>
              </a:rPr>
              <a:t> </a:t>
            </a:r>
            <a:r>
              <a:rPr sz="2400" i="1" spc="210" dirty="0">
                <a:latin typeface="Trebuchet MS"/>
                <a:cs typeface="Trebuchet MS"/>
              </a:rPr>
              <a:t>que</a:t>
            </a:r>
            <a:r>
              <a:rPr sz="2400" i="1" spc="-15" dirty="0">
                <a:latin typeface="Trebuchet MS"/>
                <a:cs typeface="Trebuchet MS"/>
              </a:rPr>
              <a:t> </a:t>
            </a:r>
            <a:r>
              <a:rPr sz="2400" i="1" spc="220" dirty="0">
                <a:latin typeface="Trebuchet MS"/>
                <a:cs typeface="Trebuchet MS"/>
              </a:rPr>
              <a:t>poseen</a:t>
            </a:r>
            <a:r>
              <a:rPr sz="2400" i="1" spc="-15" dirty="0">
                <a:latin typeface="Trebuchet MS"/>
                <a:cs typeface="Trebuchet MS"/>
              </a:rPr>
              <a:t> </a:t>
            </a:r>
            <a:r>
              <a:rPr sz="2400" i="1" spc="155" dirty="0">
                <a:latin typeface="Trebuchet MS"/>
                <a:cs typeface="Trebuchet MS"/>
              </a:rPr>
              <a:t>un </a:t>
            </a:r>
            <a:r>
              <a:rPr sz="2400" i="1" spc="100" dirty="0">
                <a:latin typeface="Trebuchet MS"/>
                <a:cs typeface="Trebuchet MS"/>
              </a:rPr>
              <a:t>capital</a:t>
            </a:r>
            <a:r>
              <a:rPr sz="2400" i="1" spc="-5" dirty="0">
                <a:latin typeface="Trebuchet MS"/>
                <a:cs typeface="Trebuchet MS"/>
              </a:rPr>
              <a:t> </a:t>
            </a:r>
            <a:r>
              <a:rPr sz="2400" i="1" spc="229" dirty="0">
                <a:latin typeface="Trebuchet MS"/>
                <a:cs typeface="Trebuchet MS"/>
              </a:rPr>
              <a:t>de</a:t>
            </a:r>
            <a:r>
              <a:rPr sz="2400" i="1" dirty="0">
                <a:latin typeface="Trebuchet MS"/>
                <a:cs typeface="Trebuchet MS"/>
              </a:rPr>
              <a:t> </a:t>
            </a:r>
            <a:r>
              <a:rPr sz="2400" i="1" spc="120" dirty="0">
                <a:latin typeface="Trebuchet MS"/>
                <a:cs typeface="Trebuchet MS"/>
              </a:rPr>
              <a:t>riesgo</a:t>
            </a:r>
            <a:r>
              <a:rPr sz="2400" i="1" spc="-5" dirty="0">
                <a:latin typeface="Trebuchet MS"/>
                <a:cs typeface="Trebuchet MS"/>
              </a:rPr>
              <a:t> </a:t>
            </a:r>
            <a:r>
              <a:rPr sz="2400" i="1" spc="114" dirty="0">
                <a:latin typeface="Trebuchet MS"/>
                <a:cs typeface="Trebuchet MS"/>
              </a:rPr>
              <a:t>y</a:t>
            </a:r>
            <a:r>
              <a:rPr sz="2400" i="1" dirty="0">
                <a:latin typeface="Trebuchet MS"/>
                <a:cs typeface="Trebuchet MS"/>
              </a:rPr>
              <a:t> </a:t>
            </a:r>
            <a:r>
              <a:rPr sz="2400" i="1" spc="150" dirty="0">
                <a:latin typeface="Trebuchet MS"/>
                <a:cs typeface="Trebuchet MS"/>
              </a:rPr>
              <a:t>están dispuestos</a:t>
            </a:r>
            <a:r>
              <a:rPr sz="2400" i="1" spc="-45" dirty="0">
                <a:latin typeface="Trebuchet MS"/>
                <a:cs typeface="Trebuchet MS"/>
              </a:rPr>
              <a:t> </a:t>
            </a:r>
            <a:r>
              <a:rPr sz="2400" i="1" spc="350" dirty="0">
                <a:latin typeface="Trebuchet MS"/>
                <a:cs typeface="Trebuchet MS"/>
              </a:rPr>
              <a:t>a</a:t>
            </a:r>
            <a:r>
              <a:rPr sz="2400" i="1" spc="-40" dirty="0">
                <a:latin typeface="Trebuchet MS"/>
                <a:cs typeface="Trebuchet MS"/>
              </a:rPr>
              <a:t> </a:t>
            </a:r>
            <a:r>
              <a:rPr sz="2400" i="1" spc="-30" dirty="0">
                <a:latin typeface="Trebuchet MS"/>
                <a:cs typeface="Trebuchet MS"/>
              </a:rPr>
              <a:t>invertir</a:t>
            </a:r>
            <a:r>
              <a:rPr sz="2400" i="1" spc="-45" dirty="0">
                <a:latin typeface="Trebuchet MS"/>
                <a:cs typeface="Trebuchet MS"/>
              </a:rPr>
              <a:t> </a:t>
            </a:r>
            <a:r>
              <a:rPr sz="2400" i="1" spc="190" dirty="0">
                <a:latin typeface="Trebuchet MS"/>
                <a:cs typeface="Trebuchet MS"/>
              </a:rPr>
              <a:t>en</a:t>
            </a:r>
            <a:r>
              <a:rPr sz="2400" i="1" spc="-40" dirty="0">
                <a:latin typeface="Trebuchet MS"/>
                <a:cs typeface="Trebuchet MS"/>
              </a:rPr>
              <a:t> </a:t>
            </a:r>
            <a:r>
              <a:rPr sz="2400" i="1" spc="30" dirty="0">
                <a:latin typeface="Trebuchet MS"/>
                <a:cs typeface="Trebuchet MS"/>
              </a:rPr>
              <a:t>la </a:t>
            </a:r>
            <a:r>
              <a:rPr sz="2400" i="1" spc="130" dirty="0" err="1">
                <a:latin typeface="Trebuchet MS"/>
                <a:cs typeface="Trebuchet MS"/>
              </a:rPr>
              <a:t>potencialidad</a:t>
            </a:r>
            <a:r>
              <a:rPr sz="2400" i="1" spc="-10" dirty="0">
                <a:latin typeface="Trebuchet MS"/>
                <a:cs typeface="Trebuchet MS"/>
              </a:rPr>
              <a:t> </a:t>
            </a:r>
            <a:r>
              <a:rPr lang="es-MX" sz="2400" i="1" spc="-10" dirty="0">
                <a:latin typeface="Trebuchet MS"/>
                <a:cs typeface="Trebuchet MS"/>
              </a:rPr>
              <a:t>d</a:t>
            </a:r>
            <a:r>
              <a:rPr sz="2400" i="1" spc="190" dirty="0">
                <a:latin typeface="Trebuchet MS"/>
                <a:cs typeface="Trebuchet MS"/>
              </a:rPr>
              <a:t>e</a:t>
            </a:r>
            <a:r>
              <a:rPr sz="2400" i="1" spc="-10" dirty="0">
                <a:latin typeface="Trebuchet MS"/>
                <a:cs typeface="Trebuchet MS"/>
              </a:rPr>
              <a:t> </a:t>
            </a:r>
            <a:r>
              <a:rPr sz="2400" i="1" spc="235" dirty="0">
                <a:latin typeface="Trebuchet MS"/>
                <a:cs typeface="Trebuchet MS"/>
              </a:rPr>
              <a:t>una</a:t>
            </a:r>
            <a:r>
              <a:rPr sz="2400" i="1" spc="-10" dirty="0">
                <a:latin typeface="Trebuchet MS"/>
                <a:cs typeface="Trebuchet MS"/>
              </a:rPr>
              <a:t> StartUp.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36" name="object 3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100"/>
              </a:spcBef>
            </a:pPr>
            <a:r>
              <a:rPr sz="5000" spc="330" dirty="0"/>
              <a:t>¿QUIENES</a:t>
            </a:r>
            <a:r>
              <a:rPr sz="5000" spc="290" dirty="0"/>
              <a:t> </a:t>
            </a:r>
            <a:r>
              <a:rPr sz="5000" spc="325" dirty="0"/>
              <a:t>DEBE</a:t>
            </a:r>
            <a:r>
              <a:rPr sz="5000" spc="290" dirty="0"/>
              <a:t> </a:t>
            </a:r>
            <a:r>
              <a:rPr sz="5000" spc="375" dirty="0"/>
              <a:t>RECIBIR</a:t>
            </a:r>
            <a:r>
              <a:rPr sz="5000" spc="290" dirty="0"/>
              <a:t> </a:t>
            </a:r>
            <a:r>
              <a:rPr sz="5000" spc="405" dirty="0"/>
              <a:t>EL</a:t>
            </a:r>
            <a:r>
              <a:rPr sz="5000" spc="290" dirty="0"/>
              <a:t> </a:t>
            </a:r>
            <a:r>
              <a:rPr sz="5000" spc="390" dirty="0"/>
              <a:t>VALOR?</a:t>
            </a:r>
            <a:endParaRPr sz="5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bject 33"/>
          <p:cNvSpPr txBox="1"/>
          <p:nvPr/>
        </p:nvSpPr>
        <p:spPr>
          <a:xfrm>
            <a:off x="3056586" y="2324100"/>
            <a:ext cx="4888839" cy="62914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/>
            <a:r>
              <a:rPr lang="es-MX" sz="2400" b="1" spc="155" dirty="0">
                <a:latin typeface="Arial MT"/>
              </a:rPr>
              <a:t>Características de los formadores del mercado B2C</a:t>
            </a:r>
            <a:r>
              <a:rPr lang="es-AR" sz="2400" b="1" spc="155" dirty="0">
                <a:latin typeface="Arial MT"/>
              </a:rPr>
              <a:t> (Business-</a:t>
            </a:r>
            <a:r>
              <a:rPr lang="es-AR" sz="2400" b="1" spc="155" dirty="0" err="1">
                <a:latin typeface="Arial MT"/>
              </a:rPr>
              <a:t>to</a:t>
            </a:r>
            <a:r>
              <a:rPr lang="es-AR" sz="2400" b="1" spc="155" dirty="0">
                <a:latin typeface="Arial MT"/>
              </a:rPr>
              <a:t>-</a:t>
            </a:r>
            <a:r>
              <a:rPr lang="es-AR" sz="2400" b="1" spc="155" dirty="0" err="1">
                <a:latin typeface="Arial MT"/>
              </a:rPr>
              <a:t>Consumer</a:t>
            </a:r>
            <a:r>
              <a:rPr lang="es-AR" sz="1600" b="1" dirty="0">
                <a:effectLst/>
              </a:rPr>
              <a:t>)</a:t>
            </a:r>
            <a:endParaRPr lang="es-MX" sz="2400" b="1" i="0" dirty="0">
              <a:solidFill>
                <a:srgbClr val="16171A"/>
              </a:solidFill>
              <a:effectLst/>
              <a:latin typeface="Google Sans"/>
            </a:endParaRPr>
          </a:p>
          <a:p>
            <a:pPr algn="l"/>
            <a:endParaRPr lang="es-MX" sz="2400" b="1" i="0" dirty="0">
              <a:solidFill>
                <a:srgbClr val="16171A"/>
              </a:solidFill>
              <a:effectLst/>
              <a:latin typeface="Google Sans"/>
            </a:endParaRPr>
          </a:p>
          <a:p>
            <a:pPr algn="l"/>
            <a:endParaRPr lang="es-MX" sz="2400" b="1" i="0" dirty="0">
              <a:solidFill>
                <a:srgbClr val="16171A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2400" b="1" i="0" dirty="0">
                <a:solidFill>
                  <a:srgbClr val="16171A"/>
                </a:solidFill>
                <a:effectLst/>
                <a:latin typeface="Google Sans"/>
              </a:rPr>
              <a:t>Venta directa:</a:t>
            </a:r>
            <a:r>
              <a:rPr lang="es-MX" sz="2400" b="0" i="0" dirty="0">
                <a:solidFill>
                  <a:srgbClr val="16171A"/>
                </a:solidFill>
                <a:effectLst/>
                <a:latin typeface="Google Sans"/>
              </a:rPr>
              <a:t> Fabrican o adquieren productos para venderlos sin intermediarios al consumidor final.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MX" sz="2400" b="0" i="0" dirty="0">
              <a:solidFill>
                <a:srgbClr val="16171A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2400" b="1" i="0" dirty="0">
                <a:solidFill>
                  <a:srgbClr val="16171A"/>
                </a:solidFill>
                <a:effectLst/>
                <a:latin typeface="Google Sans"/>
              </a:rPr>
              <a:t>Influencia en precios:</a:t>
            </a:r>
            <a:r>
              <a:rPr lang="es-MX" sz="2400" b="0" i="0" dirty="0">
                <a:solidFill>
                  <a:srgbClr val="16171A"/>
                </a:solidFill>
                <a:effectLst/>
                <a:latin typeface="Google Sans"/>
              </a:rPr>
              <a:t> Su gran volumen de operaciones les permite fijar tendencias de consumo y precios competitivos.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MX" sz="2400" b="0" i="0" dirty="0">
              <a:solidFill>
                <a:srgbClr val="16171A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2400" b="1" i="0" dirty="0">
                <a:solidFill>
                  <a:srgbClr val="16171A"/>
                </a:solidFill>
                <a:effectLst/>
                <a:latin typeface="Google Sans"/>
              </a:rPr>
              <a:t>Omnicanalidad:</a:t>
            </a:r>
            <a:r>
              <a:rPr lang="es-MX" sz="2400" b="0" i="0" dirty="0">
                <a:solidFill>
                  <a:srgbClr val="16171A"/>
                </a:solidFill>
                <a:effectLst/>
                <a:latin typeface="Google Sans"/>
              </a:rPr>
              <a:t> Combinan tiendas físicas y plataformas digitales para dominar el alcance masivo. 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9448800" y="2324100"/>
            <a:ext cx="5282389" cy="50270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/>
            <a:r>
              <a:rPr lang="es-MX" sz="2800" b="1" i="0" dirty="0">
                <a:solidFill>
                  <a:srgbClr val="16171A"/>
                </a:solidFill>
                <a:effectLst/>
                <a:latin typeface="Google Sans"/>
              </a:rPr>
              <a:t>Características principales del B2B</a:t>
            </a:r>
          </a:p>
          <a:p>
            <a:pPr algn="l"/>
            <a:r>
              <a:rPr lang="es-AR" sz="2400" b="1" dirty="0">
                <a:effectLst/>
              </a:rPr>
              <a:t>(Business-</a:t>
            </a:r>
            <a:r>
              <a:rPr lang="es-AR" sz="2400" b="1" dirty="0" err="1">
                <a:effectLst/>
              </a:rPr>
              <a:t>to</a:t>
            </a:r>
            <a:r>
              <a:rPr lang="es-AR" sz="2400" b="1" dirty="0">
                <a:effectLst/>
              </a:rPr>
              <a:t>-Business)</a:t>
            </a:r>
            <a:r>
              <a:rPr lang="es-AR" sz="2400" b="0" i="0" dirty="0">
                <a:solidFill>
                  <a:srgbClr val="16171A"/>
                </a:solidFill>
                <a:effectLst/>
                <a:latin typeface="Google Sans"/>
              </a:rPr>
              <a:t>.</a:t>
            </a:r>
            <a:endParaRPr lang="es-MX" sz="2400" b="1" dirty="0">
              <a:solidFill>
                <a:srgbClr val="16171A"/>
              </a:solidFill>
              <a:latin typeface="Google Sans"/>
            </a:endParaRPr>
          </a:p>
          <a:p>
            <a:pPr algn="l"/>
            <a:endParaRPr lang="es-MX" sz="2800" b="1" i="0" dirty="0">
              <a:solidFill>
                <a:srgbClr val="16171A"/>
              </a:solidFill>
              <a:effectLst/>
              <a:latin typeface="Google Sans"/>
            </a:endParaRPr>
          </a:p>
          <a:p>
            <a:pPr algn="l"/>
            <a:endParaRPr lang="es-MX" sz="2800" b="1" i="0" dirty="0">
              <a:solidFill>
                <a:srgbClr val="16171A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2400" b="1" i="0" dirty="0">
                <a:solidFill>
                  <a:srgbClr val="16171A"/>
                </a:solidFill>
                <a:effectLst/>
                <a:latin typeface="Google Sans"/>
              </a:rPr>
              <a:t>Volumen grande:</a:t>
            </a:r>
            <a:r>
              <a:rPr lang="es-MX" sz="2400" b="0" i="0" dirty="0">
                <a:solidFill>
                  <a:srgbClr val="16171A"/>
                </a:solidFill>
                <a:effectLst/>
                <a:latin typeface="Google Sans"/>
              </a:rPr>
              <a:t> Las compras se hacen al por mayor.</a:t>
            </a:r>
          </a:p>
          <a:p>
            <a:pPr algn="l"/>
            <a:endParaRPr lang="es-MX" sz="2400" b="0" i="0" dirty="0">
              <a:solidFill>
                <a:srgbClr val="16171A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2400" b="1" i="0" dirty="0">
                <a:solidFill>
                  <a:srgbClr val="16171A"/>
                </a:solidFill>
                <a:effectLst/>
                <a:latin typeface="Google Sans"/>
              </a:rPr>
              <a:t>Proceso lento:</a:t>
            </a:r>
            <a:r>
              <a:rPr lang="es-MX" sz="2400" b="0" i="0" dirty="0">
                <a:solidFill>
                  <a:srgbClr val="16171A"/>
                </a:solidFill>
                <a:effectLst/>
                <a:latin typeface="Google Sans"/>
              </a:rPr>
              <a:t> Decidir una compra toma tiempo y requiere contratos.</a:t>
            </a:r>
          </a:p>
          <a:p>
            <a:pPr algn="l"/>
            <a:endParaRPr lang="es-MX" sz="2400" b="0" i="0" dirty="0">
              <a:solidFill>
                <a:srgbClr val="16171A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2400" b="1" i="0" dirty="0">
                <a:solidFill>
                  <a:srgbClr val="16171A"/>
                </a:solidFill>
                <a:effectLst/>
                <a:latin typeface="Google Sans"/>
              </a:rPr>
              <a:t>Relaciones largas:</a:t>
            </a:r>
            <a:r>
              <a:rPr lang="es-MX" sz="2400" b="0" i="0" dirty="0">
                <a:solidFill>
                  <a:srgbClr val="16171A"/>
                </a:solidFill>
                <a:effectLst/>
                <a:latin typeface="Google Sans"/>
              </a:rPr>
              <a:t> Las empresas buscan socios comerciales para muchos años.</a:t>
            </a:r>
          </a:p>
          <a:p>
            <a:pPr marL="124460" algn="ctr">
              <a:lnSpc>
                <a:spcPct val="100000"/>
              </a:lnSpc>
              <a:spcBef>
                <a:spcPts val="100"/>
              </a:spcBef>
            </a:pPr>
            <a:endParaRPr sz="25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771362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4481" y="1028700"/>
            <a:ext cx="5060950" cy="8223884"/>
          </a:xfrm>
          <a:custGeom>
            <a:avLst/>
            <a:gdLst/>
            <a:ahLst/>
            <a:cxnLst/>
            <a:rect l="l" t="t" r="r" b="b"/>
            <a:pathLst>
              <a:path w="5060950" h="8223884">
                <a:moveTo>
                  <a:pt x="5060742" y="8223706"/>
                </a:moveTo>
                <a:lnTo>
                  <a:pt x="0" y="8223706"/>
                </a:lnTo>
                <a:lnTo>
                  <a:pt x="0" y="0"/>
                </a:lnTo>
                <a:lnTo>
                  <a:pt x="5060742" y="0"/>
                </a:lnTo>
                <a:lnTo>
                  <a:pt x="5060742" y="8223706"/>
                </a:lnTo>
                <a:close/>
              </a:path>
            </a:pathLst>
          </a:custGeom>
          <a:solidFill>
            <a:srgbClr val="4E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16000" y="1438116"/>
            <a:ext cx="4216400" cy="1558925"/>
          </a:xfrm>
          <a:prstGeom prst="rect">
            <a:avLst/>
          </a:prstGeom>
        </p:spPr>
        <p:txBody>
          <a:bodyPr vert="horz" wrap="square" lIns="0" tIns="307975" rIns="0" bIns="0" rtlCol="0">
            <a:spAutoFit/>
          </a:bodyPr>
          <a:lstStyle/>
          <a:p>
            <a:pPr marL="12700" marR="5080">
              <a:lnSpc>
                <a:spcPct val="67700"/>
              </a:lnSpc>
              <a:spcBef>
                <a:spcPts val="2425"/>
              </a:spcBef>
            </a:pPr>
            <a:r>
              <a:rPr spc="610" dirty="0">
                <a:solidFill>
                  <a:srgbClr val="FFFFFF"/>
                </a:solidFill>
              </a:rPr>
              <a:t>LA </a:t>
            </a:r>
            <a:r>
              <a:rPr spc="470" dirty="0">
                <a:solidFill>
                  <a:srgbClr val="FFFFFF"/>
                </a:solidFill>
              </a:rPr>
              <a:t>PIRAMIDE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6000" y="2689130"/>
            <a:ext cx="4252595" cy="20408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645"/>
              </a:lnSpc>
              <a:spcBef>
                <a:spcPts val="100"/>
              </a:spcBef>
            </a:pPr>
            <a:r>
              <a:rPr sz="5600" spc="26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endParaRPr sz="5600">
              <a:latin typeface="Arial MT"/>
              <a:cs typeface="Arial MT"/>
            </a:endParaRPr>
          </a:p>
          <a:p>
            <a:pPr marL="12700" marR="5080">
              <a:lnSpc>
                <a:spcPct val="68100"/>
              </a:lnSpc>
              <a:spcBef>
                <a:spcPts val="1070"/>
              </a:spcBef>
            </a:pPr>
            <a:r>
              <a:rPr sz="5600" spc="320" dirty="0">
                <a:solidFill>
                  <a:srgbClr val="FFFFFF"/>
                </a:solidFill>
                <a:latin typeface="Arial MT"/>
                <a:cs typeface="Arial MT"/>
              </a:rPr>
              <a:t>PREFEREN </a:t>
            </a:r>
            <a:r>
              <a:rPr sz="5600" spc="425" dirty="0">
                <a:solidFill>
                  <a:srgbClr val="FFFFFF"/>
                </a:solidFill>
                <a:latin typeface="Arial MT"/>
                <a:cs typeface="Arial MT"/>
              </a:rPr>
              <a:t>CIAS</a:t>
            </a:r>
            <a:endParaRPr sz="5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4343" y="5835632"/>
            <a:ext cx="4041140" cy="2139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5599"/>
              </a:lnSpc>
              <a:spcBef>
                <a:spcPts val="100"/>
              </a:spcBef>
            </a:pPr>
            <a:r>
              <a:rPr sz="2000" i="1" dirty="0">
                <a:solidFill>
                  <a:srgbClr val="FFFFFF"/>
                </a:solidFill>
                <a:latin typeface="Trebuchet MS"/>
                <a:cs typeface="Trebuchet MS"/>
              </a:rPr>
              <a:t>Teoría</a:t>
            </a:r>
            <a:r>
              <a:rPr sz="2000" i="1" spc="2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i="1" spc="19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i="1" spc="2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i="1" spc="50" dirty="0">
                <a:solidFill>
                  <a:srgbClr val="FFFFFF"/>
                </a:solidFill>
                <a:latin typeface="Trebuchet MS"/>
                <a:cs typeface="Trebuchet MS"/>
              </a:rPr>
              <a:t>Maslow,</a:t>
            </a:r>
            <a:r>
              <a:rPr sz="2000" i="1" spc="2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i="1" dirty="0">
                <a:solidFill>
                  <a:srgbClr val="FFFFFF"/>
                </a:solidFill>
                <a:latin typeface="Trebuchet MS"/>
                <a:cs typeface="Trebuchet MS"/>
              </a:rPr>
              <a:t>teoría</a:t>
            </a:r>
            <a:r>
              <a:rPr sz="2000" i="1" spc="2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i="1" spc="65" dirty="0">
                <a:solidFill>
                  <a:srgbClr val="FFFFFF"/>
                </a:solidFill>
                <a:latin typeface="Trebuchet MS"/>
                <a:cs typeface="Trebuchet MS"/>
              </a:rPr>
              <a:t>del</a:t>
            </a:r>
            <a:r>
              <a:rPr sz="2000" i="1" spc="2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i="1" spc="220" dirty="0">
                <a:solidFill>
                  <a:srgbClr val="FFFFFF"/>
                </a:solidFill>
                <a:latin typeface="Trebuchet MS"/>
                <a:cs typeface="Trebuchet MS"/>
              </a:rPr>
              <a:t>as </a:t>
            </a:r>
            <a:r>
              <a:rPr sz="2000" i="1" spc="114" dirty="0">
                <a:solidFill>
                  <a:srgbClr val="FFFFFF"/>
                </a:solidFill>
                <a:latin typeface="Trebuchet MS"/>
                <a:cs typeface="Trebuchet MS"/>
              </a:rPr>
              <a:t>necesidades.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2000">
              <a:latin typeface="Trebuchet MS"/>
              <a:cs typeface="Trebuchet MS"/>
            </a:endParaRPr>
          </a:p>
          <a:p>
            <a:pPr marL="12700" marR="5080" algn="just">
              <a:lnSpc>
                <a:spcPct val="115599"/>
              </a:lnSpc>
              <a:spcBef>
                <a:spcPts val="5"/>
              </a:spcBef>
            </a:pPr>
            <a:r>
              <a:rPr sz="2000" i="1" spc="210" dirty="0">
                <a:solidFill>
                  <a:srgbClr val="FFFFFF"/>
                </a:solidFill>
                <a:latin typeface="Trebuchet MS"/>
                <a:cs typeface="Trebuchet MS"/>
              </a:rPr>
              <a:t>Debemos</a:t>
            </a:r>
            <a:r>
              <a:rPr sz="2000" i="1" spc="345" dirty="0">
                <a:solidFill>
                  <a:srgbClr val="FFFFFF"/>
                </a:solidFill>
                <a:latin typeface="Trebuchet MS"/>
                <a:cs typeface="Trebuchet MS"/>
              </a:rPr>
              <a:t>   </a:t>
            </a:r>
            <a:r>
              <a:rPr sz="2000" i="1" spc="155" dirty="0">
                <a:solidFill>
                  <a:srgbClr val="FFFFFF"/>
                </a:solidFill>
                <a:latin typeface="Trebuchet MS"/>
                <a:cs typeface="Trebuchet MS"/>
              </a:rPr>
              <a:t>comprender</a:t>
            </a:r>
            <a:r>
              <a:rPr sz="2000" i="1" spc="350" dirty="0">
                <a:solidFill>
                  <a:srgbClr val="FFFFFF"/>
                </a:solidFill>
                <a:latin typeface="Trebuchet MS"/>
                <a:cs typeface="Trebuchet MS"/>
              </a:rPr>
              <a:t>   </a:t>
            </a:r>
            <a:r>
              <a:rPr sz="2000" i="1" spc="150" dirty="0">
                <a:solidFill>
                  <a:srgbClr val="FFFFFF"/>
                </a:solidFill>
                <a:latin typeface="Trebuchet MS"/>
                <a:cs typeface="Trebuchet MS"/>
              </a:rPr>
              <a:t>qué </a:t>
            </a:r>
            <a:r>
              <a:rPr sz="2000" i="1" spc="105" dirty="0">
                <a:solidFill>
                  <a:srgbClr val="FFFFFF"/>
                </a:solidFill>
                <a:latin typeface="Trebuchet MS"/>
                <a:cs typeface="Trebuchet MS"/>
              </a:rPr>
              <a:t>satisface</a:t>
            </a:r>
            <a:r>
              <a:rPr sz="2000" i="1" spc="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i="1" spc="100" dirty="0">
                <a:solidFill>
                  <a:srgbClr val="FFFFFF"/>
                </a:solidFill>
                <a:latin typeface="Trebuchet MS"/>
                <a:cs typeface="Trebuchet MS"/>
              </a:rPr>
              <a:t>nuestra</a:t>
            </a:r>
            <a:r>
              <a:rPr sz="2000" i="1" spc="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i="1" spc="130" dirty="0">
                <a:solidFill>
                  <a:srgbClr val="FFFFFF"/>
                </a:solidFill>
                <a:latin typeface="Trebuchet MS"/>
                <a:cs typeface="Trebuchet MS"/>
              </a:rPr>
              <a:t>propuesta</a:t>
            </a:r>
            <a:r>
              <a:rPr sz="2000" i="1" spc="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i="1" spc="165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i="1" spc="-10" dirty="0">
                <a:solidFill>
                  <a:srgbClr val="FFFFFF"/>
                </a:solidFill>
                <a:latin typeface="Trebuchet MS"/>
                <a:cs typeface="Trebuchet MS"/>
              </a:rPr>
              <a:t>valor.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872335" y="1646176"/>
            <a:ext cx="11591925" cy="7018655"/>
            <a:chOff x="5872335" y="1646176"/>
            <a:chExt cx="11591925" cy="7018655"/>
          </a:xfrm>
        </p:grpSpPr>
        <p:sp>
          <p:nvSpPr>
            <p:cNvPr id="7" name="object 7"/>
            <p:cNvSpPr/>
            <p:nvPr/>
          </p:nvSpPr>
          <p:spPr>
            <a:xfrm>
              <a:off x="6233735" y="2921931"/>
              <a:ext cx="1034415" cy="1034415"/>
            </a:xfrm>
            <a:custGeom>
              <a:avLst/>
              <a:gdLst/>
              <a:ahLst/>
              <a:cxnLst/>
              <a:rect l="l" t="t" r="r" b="b"/>
              <a:pathLst>
                <a:path w="1034415" h="1034414">
                  <a:moveTo>
                    <a:pt x="516927" y="1033856"/>
                  </a:moveTo>
                  <a:lnTo>
                    <a:pt x="469877" y="1031744"/>
                  </a:lnTo>
                  <a:lnTo>
                    <a:pt x="424009" y="1025528"/>
                  </a:lnTo>
                  <a:lnTo>
                    <a:pt x="379508" y="1015391"/>
                  </a:lnTo>
                  <a:lnTo>
                    <a:pt x="336555" y="1001516"/>
                  </a:lnTo>
                  <a:lnTo>
                    <a:pt x="295333" y="984085"/>
                  </a:lnTo>
                  <a:lnTo>
                    <a:pt x="256024" y="963280"/>
                  </a:lnTo>
                  <a:lnTo>
                    <a:pt x="218812" y="939285"/>
                  </a:lnTo>
                  <a:lnTo>
                    <a:pt x="183878" y="912281"/>
                  </a:lnTo>
                  <a:lnTo>
                    <a:pt x="151404" y="882451"/>
                  </a:lnTo>
                  <a:lnTo>
                    <a:pt x="121575" y="849978"/>
                  </a:lnTo>
                  <a:lnTo>
                    <a:pt x="94571" y="815044"/>
                  </a:lnTo>
                  <a:lnTo>
                    <a:pt x="70575" y="777831"/>
                  </a:lnTo>
                  <a:lnTo>
                    <a:pt x="49771" y="738523"/>
                  </a:lnTo>
                  <a:lnTo>
                    <a:pt x="32340" y="697301"/>
                  </a:lnTo>
                  <a:lnTo>
                    <a:pt x="18465" y="654348"/>
                  </a:lnTo>
                  <a:lnTo>
                    <a:pt x="8328" y="609846"/>
                  </a:lnTo>
                  <a:lnTo>
                    <a:pt x="2112" y="563979"/>
                  </a:lnTo>
                  <a:lnTo>
                    <a:pt x="0" y="516928"/>
                  </a:lnTo>
                  <a:lnTo>
                    <a:pt x="2112" y="469877"/>
                  </a:lnTo>
                  <a:lnTo>
                    <a:pt x="8328" y="424009"/>
                  </a:lnTo>
                  <a:lnTo>
                    <a:pt x="18465" y="379508"/>
                  </a:lnTo>
                  <a:lnTo>
                    <a:pt x="32340" y="336555"/>
                  </a:lnTo>
                  <a:lnTo>
                    <a:pt x="49771" y="295333"/>
                  </a:lnTo>
                  <a:lnTo>
                    <a:pt x="70575" y="256024"/>
                  </a:lnTo>
                  <a:lnTo>
                    <a:pt x="94571" y="218812"/>
                  </a:lnTo>
                  <a:lnTo>
                    <a:pt x="121575" y="183878"/>
                  </a:lnTo>
                  <a:lnTo>
                    <a:pt x="151404" y="151404"/>
                  </a:lnTo>
                  <a:lnTo>
                    <a:pt x="183878" y="121575"/>
                  </a:lnTo>
                  <a:lnTo>
                    <a:pt x="218812" y="94571"/>
                  </a:lnTo>
                  <a:lnTo>
                    <a:pt x="256024" y="70575"/>
                  </a:lnTo>
                  <a:lnTo>
                    <a:pt x="295333" y="49771"/>
                  </a:lnTo>
                  <a:lnTo>
                    <a:pt x="336555" y="32340"/>
                  </a:lnTo>
                  <a:lnTo>
                    <a:pt x="379508" y="18465"/>
                  </a:lnTo>
                  <a:lnTo>
                    <a:pt x="424009" y="8328"/>
                  </a:lnTo>
                  <a:lnTo>
                    <a:pt x="469877" y="2112"/>
                  </a:lnTo>
                  <a:lnTo>
                    <a:pt x="516927" y="0"/>
                  </a:lnTo>
                  <a:lnTo>
                    <a:pt x="563979" y="2112"/>
                  </a:lnTo>
                  <a:lnTo>
                    <a:pt x="609846" y="8328"/>
                  </a:lnTo>
                  <a:lnTo>
                    <a:pt x="654348" y="18465"/>
                  </a:lnTo>
                  <a:lnTo>
                    <a:pt x="697301" y="32340"/>
                  </a:lnTo>
                  <a:lnTo>
                    <a:pt x="738523" y="49771"/>
                  </a:lnTo>
                  <a:lnTo>
                    <a:pt x="777831" y="70575"/>
                  </a:lnTo>
                  <a:lnTo>
                    <a:pt x="815044" y="94571"/>
                  </a:lnTo>
                  <a:lnTo>
                    <a:pt x="849978" y="121575"/>
                  </a:lnTo>
                  <a:lnTo>
                    <a:pt x="882451" y="151404"/>
                  </a:lnTo>
                  <a:lnTo>
                    <a:pt x="912281" y="183878"/>
                  </a:lnTo>
                  <a:lnTo>
                    <a:pt x="939285" y="218812"/>
                  </a:lnTo>
                  <a:lnTo>
                    <a:pt x="963280" y="256024"/>
                  </a:lnTo>
                  <a:lnTo>
                    <a:pt x="984085" y="295333"/>
                  </a:lnTo>
                  <a:lnTo>
                    <a:pt x="1001516" y="336555"/>
                  </a:lnTo>
                  <a:lnTo>
                    <a:pt x="1015391" y="379508"/>
                  </a:lnTo>
                  <a:lnTo>
                    <a:pt x="1025528" y="424009"/>
                  </a:lnTo>
                  <a:lnTo>
                    <a:pt x="1031744" y="469877"/>
                  </a:lnTo>
                  <a:lnTo>
                    <a:pt x="1033856" y="516928"/>
                  </a:lnTo>
                  <a:lnTo>
                    <a:pt x="1031744" y="563979"/>
                  </a:lnTo>
                  <a:lnTo>
                    <a:pt x="1025528" y="609846"/>
                  </a:lnTo>
                  <a:lnTo>
                    <a:pt x="1015391" y="654348"/>
                  </a:lnTo>
                  <a:lnTo>
                    <a:pt x="1001516" y="697301"/>
                  </a:lnTo>
                  <a:lnTo>
                    <a:pt x="984085" y="738523"/>
                  </a:lnTo>
                  <a:lnTo>
                    <a:pt x="963280" y="777831"/>
                  </a:lnTo>
                  <a:lnTo>
                    <a:pt x="939285" y="815044"/>
                  </a:lnTo>
                  <a:lnTo>
                    <a:pt x="912281" y="849978"/>
                  </a:lnTo>
                  <a:lnTo>
                    <a:pt x="882451" y="882451"/>
                  </a:lnTo>
                  <a:lnTo>
                    <a:pt x="849978" y="912281"/>
                  </a:lnTo>
                  <a:lnTo>
                    <a:pt x="815044" y="939285"/>
                  </a:lnTo>
                  <a:lnTo>
                    <a:pt x="777831" y="963280"/>
                  </a:lnTo>
                  <a:lnTo>
                    <a:pt x="738523" y="984085"/>
                  </a:lnTo>
                  <a:lnTo>
                    <a:pt x="697301" y="1001516"/>
                  </a:lnTo>
                  <a:lnTo>
                    <a:pt x="654348" y="1015391"/>
                  </a:lnTo>
                  <a:lnTo>
                    <a:pt x="609846" y="1025528"/>
                  </a:lnTo>
                  <a:lnTo>
                    <a:pt x="563979" y="1031744"/>
                  </a:lnTo>
                  <a:lnTo>
                    <a:pt x="516927" y="1033856"/>
                  </a:lnTo>
                  <a:close/>
                </a:path>
              </a:pathLst>
            </a:custGeom>
            <a:solidFill>
              <a:srgbClr val="00C8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21531" y="1646176"/>
              <a:ext cx="684530" cy="684530"/>
            </a:xfrm>
            <a:custGeom>
              <a:avLst/>
              <a:gdLst/>
              <a:ahLst/>
              <a:cxnLst/>
              <a:rect l="l" t="t" r="r" b="b"/>
              <a:pathLst>
                <a:path w="684529" h="684530">
                  <a:moveTo>
                    <a:pt x="342030" y="684062"/>
                  </a:moveTo>
                  <a:lnTo>
                    <a:pt x="295619" y="680939"/>
                  </a:lnTo>
                  <a:lnTo>
                    <a:pt x="251105" y="671844"/>
                  </a:lnTo>
                  <a:lnTo>
                    <a:pt x="208896" y="657183"/>
                  </a:lnTo>
                  <a:lnTo>
                    <a:pt x="169401" y="637365"/>
                  </a:lnTo>
                  <a:lnTo>
                    <a:pt x="133025" y="612795"/>
                  </a:lnTo>
                  <a:lnTo>
                    <a:pt x="100178" y="583883"/>
                  </a:lnTo>
                  <a:lnTo>
                    <a:pt x="71266" y="551036"/>
                  </a:lnTo>
                  <a:lnTo>
                    <a:pt x="46697" y="514660"/>
                  </a:lnTo>
                  <a:lnTo>
                    <a:pt x="26878" y="475165"/>
                  </a:lnTo>
                  <a:lnTo>
                    <a:pt x="12217" y="432956"/>
                  </a:lnTo>
                  <a:lnTo>
                    <a:pt x="3122" y="388442"/>
                  </a:lnTo>
                  <a:lnTo>
                    <a:pt x="0" y="342031"/>
                  </a:lnTo>
                  <a:lnTo>
                    <a:pt x="3122" y="295619"/>
                  </a:lnTo>
                  <a:lnTo>
                    <a:pt x="12217" y="251105"/>
                  </a:lnTo>
                  <a:lnTo>
                    <a:pt x="26878" y="208897"/>
                  </a:lnTo>
                  <a:lnTo>
                    <a:pt x="46697" y="169401"/>
                  </a:lnTo>
                  <a:lnTo>
                    <a:pt x="71266" y="133026"/>
                  </a:lnTo>
                  <a:lnTo>
                    <a:pt x="100178" y="100178"/>
                  </a:lnTo>
                  <a:lnTo>
                    <a:pt x="133025" y="71266"/>
                  </a:lnTo>
                  <a:lnTo>
                    <a:pt x="169401" y="46697"/>
                  </a:lnTo>
                  <a:lnTo>
                    <a:pt x="208896" y="26878"/>
                  </a:lnTo>
                  <a:lnTo>
                    <a:pt x="251105" y="12217"/>
                  </a:lnTo>
                  <a:lnTo>
                    <a:pt x="295619" y="3122"/>
                  </a:lnTo>
                  <a:lnTo>
                    <a:pt x="342030" y="0"/>
                  </a:lnTo>
                  <a:lnTo>
                    <a:pt x="388442" y="3122"/>
                  </a:lnTo>
                  <a:lnTo>
                    <a:pt x="432956" y="12217"/>
                  </a:lnTo>
                  <a:lnTo>
                    <a:pt x="475164" y="26878"/>
                  </a:lnTo>
                  <a:lnTo>
                    <a:pt x="514660" y="46697"/>
                  </a:lnTo>
                  <a:lnTo>
                    <a:pt x="551035" y="71266"/>
                  </a:lnTo>
                  <a:lnTo>
                    <a:pt x="583883" y="100178"/>
                  </a:lnTo>
                  <a:lnTo>
                    <a:pt x="612795" y="133026"/>
                  </a:lnTo>
                  <a:lnTo>
                    <a:pt x="637364" y="169401"/>
                  </a:lnTo>
                  <a:lnTo>
                    <a:pt x="657183" y="208897"/>
                  </a:lnTo>
                  <a:lnTo>
                    <a:pt x="671844" y="251105"/>
                  </a:lnTo>
                  <a:lnTo>
                    <a:pt x="680940" y="295619"/>
                  </a:lnTo>
                  <a:lnTo>
                    <a:pt x="684062" y="342031"/>
                  </a:lnTo>
                  <a:lnTo>
                    <a:pt x="680940" y="388442"/>
                  </a:lnTo>
                  <a:lnTo>
                    <a:pt x="671844" y="432956"/>
                  </a:lnTo>
                  <a:lnTo>
                    <a:pt x="657183" y="475165"/>
                  </a:lnTo>
                  <a:lnTo>
                    <a:pt x="637364" y="514660"/>
                  </a:lnTo>
                  <a:lnTo>
                    <a:pt x="612795" y="551036"/>
                  </a:lnTo>
                  <a:lnTo>
                    <a:pt x="583883" y="583883"/>
                  </a:lnTo>
                  <a:lnTo>
                    <a:pt x="551035" y="612795"/>
                  </a:lnTo>
                  <a:lnTo>
                    <a:pt x="514660" y="637365"/>
                  </a:lnTo>
                  <a:lnTo>
                    <a:pt x="475164" y="657183"/>
                  </a:lnTo>
                  <a:lnTo>
                    <a:pt x="432956" y="671844"/>
                  </a:lnTo>
                  <a:lnTo>
                    <a:pt x="388442" y="680939"/>
                  </a:lnTo>
                  <a:lnTo>
                    <a:pt x="342030" y="684062"/>
                  </a:lnTo>
                  <a:close/>
                </a:path>
              </a:pathLst>
            </a:custGeom>
            <a:solidFill>
              <a:srgbClr val="FF4D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72335" y="1739783"/>
              <a:ext cx="11591924" cy="6924674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17463854" y="9629742"/>
            <a:ext cx="459105" cy="459105"/>
          </a:xfrm>
          <a:custGeom>
            <a:avLst/>
            <a:gdLst/>
            <a:ahLst/>
            <a:cxnLst/>
            <a:rect l="l" t="t" r="r" b="b"/>
            <a:pathLst>
              <a:path w="459105" h="459104">
                <a:moveTo>
                  <a:pt x="229549" y="459099"/>
                </a:moveTo>
                <a:lnTo>
                  <a:pt x="183287" y="454435"/>
                </a:lnTo>
                <a:lnTo>
                  <a:pt x="140198" y="441060"/>
                </a:lnTo>
                <a:lnTo>
                  <a:pt x="101206" y="419895"/>
                </a:lnTo>
                <a:lnTo>
                  <a:pt x="67233" y="391865"/>
                </a:lnTo>
                <a:lnTo>
                  <a:pt x="39203" y="357893"/>
                </a:lnTo>
                <a:lnTo>
                  <a:pt x="18039" y="318900"/>
                </a:lnTo>
                <a:lnTo>
                  <a:pt x="4663" y="275811"/>
                </a:lnTo>
                <a:lnTo>
                  <a:pt x="0" y="229549"/>
                </a:lnTo>
                <a:lnTo>
                  <a:pt x="4663" y="183287"/>
                </a:lnTo>
                <a:lnTo>
                  <a:pt x="18039" y="140198"/>
                </a:lnTo>
                <a:lnTo>
                  <a:pt x="39203" y="101206"/>
                </a:lnTo>
                <a:lnTo>
                  <a:pt x="67233" y="67233"/>
                </a:lnTo>
                <a:lnTo>
                  <a:pt x="101206" y="39203"/>
                </a:lnTo>
                <a:lnTo>
                  <a:pt x="140198" y="18039"/>
                </a:lnTo>
                <a:lnTo>
                  <a:pt x="183287" y="4663"/>
                </a:lnTo>
                <a:lnTo>
                  <a:pt x="229549" y="0"/>
                </a:lnTo>
                <a:lnTo>
                  <a:pt x="275812" y="4663"/>
                </a:lnTo>
                <a:lnTo>
                  <a:pt x="318901" y="18039"/>
                </a:lnTo>
                <a:lnTo>
                  <a:pt x="357893" y="39203"/>
                </a:lnTo>
                <a:lnTo>
                  <a:pt x="391866" y="67233"/>
                </a:lnTo>
                <a:lnTo>
                  <a:pt x="419895" y="101206"/>
                </a:lnTo>
                <a:lnTo>
                  <a:pt x="441060" y="140198"/>
                </a:lnTo>
                <a:lnTo>
                  <a:pt x="454435" y="183287"/>
                </a:lnTo>
                <a:lnTo>
                  <a:pt x="459099" y="229549"/>
                </a:lnTo>
                <a:lnTo>
                  <a:pt x="454435" y="275811"/>
                </a:lnTo>
                <a:lnTo>
                  <a:pt x="441060" y="318900"/>
                </a:lnTo>
                <a:lnTo>
                  <a:pt x="419895" y="357893"/>
                </a:lnTo>
                <a:lnTo>
                  <a:pt x="391866" y="391865"/>
                </a:lnTo>
                <a:lnTo>
                  <a:pt x="357893" y="419895"/>
                </a:lnTo>
                <a:lnTo>
                  <a:pt x="318901" y="441060"/>
                </a:lnTo>
                <a:lnTo>
                  <a:pt x="275812" y="454435"/>
                </a:lnTo>
                <a:lnTo>
                  <a:pt x="229549" y="459099"/>
                </a:lnTo>
                <a:close/>
              </a:path>
            </a:pathLst>
          </a:custGeom>
          <a:solidFill>
            <a:srgbClr val="FFA1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44778" y="1400142"/>
            <a:ext cx="9162415" cy="8229600"/>
          </a:xfrm>
          <a:custGeom>
            <a:avLst/>
            <a:gdLst/>
            <a:ahLst/>
            <a:cxnLst/>
            <a:rect l="l" t="t" r="r" b="b"/>
            <a:pathLst>
              <a:path w="9162415" h="8229600">
                <a:moveTo>
                  <a:pt x="916185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9161859" y="0"/>
                </a:lnTo>
                <a:lnTo>
                  <a:pt x="9161859" y="8229600"/>
                </a:lnTo>
                <a:close/>
              </a:path>
            </a:pathLst>
          </a:custGeom>
          <a:solidFill>
            <a:srgbClr val="4E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648200" y="1383771"/>
            <a:ext cx="557149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35" dirty="0">
                <a:solidFill>
                  <a:srgbClr val="FFFFFF"/>
                </a:solidFill>
              </a:rPr>
              <a:t>LA</a:t>
            </a:r>
            <a:r>
              <a:rPr spc="330" dirty="0">
                <a:solidFill>
                  <a:srgbClr val="FFFFFF"/>
                </a:solidFill>
              </a:rPr>
              <a:t> </a:t>
            </a:r>
            <a:r>
              <a:rPr spc="470" dirty="0">
                <a:solidFill>
                  <a:srgbClr val="FFFFFF"/>
                </a:solidFill>
              </a:rPr>
              <a:t>PIRAMIDE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409699" y="3575263"/>
            <a:ext cx="152400" cy="5105400"/>
            <a:chOff x="1409699" y="3575263"/>
            <a:chExt cx="152400" cy="51054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9699" y="3575263"/>
              <a:ext cx="152400" cy="1523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9699" y="5432638"/>
              <a:ext cx="152400" cy="1523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9699" y="6670888"/>
              <a:ext cx="152400" cy="1523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9699" y="7290013"/>
              <a:ext cx="152400" cy="1523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9699" y="7909138"/>
              <a:ext cx="152400" cy="1523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9699" y="8528263"/>
              <a:ext cx="152400" cy="15239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648200" y="2190645"/>
            <a:ext cx="7799070" cy="67887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28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5600" spc="3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AR" sz="5600" spc="355" dirty="0">
                <a:solidFill>
                  <a:srgbClr val="FFFFFF"/>
                </a:solidFill>
                <a:latin typeface="Arial MT"/>
                <a:cs typeface="Arial MT"/>
              </a:rPr>
              <a:t>P</a:t>
            </a:r>
            <a:r>
              <a:rPr sz="5600" spc="355" dirty="0">
                <a:solidFill>
                  <a:srgbClr val="FFFFFF"/>
                </a:solidFill>
                <a:latin typeface="Arial MT"/>
                <a:cs typeface="Arial MT"/>
              </a:rPr>
              <a:t>REFERENCIAS</a:t>
            </a:r>
            <a:endParaRPr sz="5600" dirty="0">
              <a:latin typeface="Arial MT"/>
              <a:cs typeface="Arial MT"/>
            </a:endParaRPr>
          </a:p>
          <a:p>
            <a:pPr marL="767715" marR="177800">
              <a:lnSpc>
                <a:spcPct val="116100"/>
              </a:lnSpc>
              <a:spcBef>
                <a:spcPts val="2655"/>
              </a:spcBef>
            </a:pPr>
            <a:r>
              <a:rPr sz="3500" i="1" spc="75" dirty="0" err="1">
                <a:solidFill>
                  <a:srgbClr val="FFFFFF"/>
                </a:solidFill>
                <a:latin typeface="Trebuchet MS"/>
                <a:cs typeface="Trebuchet MS"/>
              </a:rPr>
              <a:t>Oferta</a:t>
            </a:r>
            <a:r>
              <a:rPr sz="3500" i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i="1" spc="35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3500" i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i="1" spc="45" dirty="0">
                <a:solidFill>
                  <a:srgbClr val="FFFFFF"/>
                </a:solidFill>
                <a:latin typeface="Trebuchet MS"/>
                <a:cs typeface="Trebuchet MS"/>
              </a:rPr>
              <a:t>Atributos </a:t>
            </a:r>
            <a:r>
              <a:rPr sz="3500" i="1" spc="229" dirty="0">
                <a:solidFill>
                  <a:srgbClr val="FFFFFF"/>
                </a:solidFill>
                <a:latin typeface="Trebuchet MS"/>
                <a:cs typeface="Trebuchet MS"/>
              </a:rPr>
              <a:t>fundamentales</a:t>
            </a:r>
            <a:r>
              <a:rPr sz="3500" i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i="1" spc="290" dirty="0">
                <a:solidFill>
                  <a:srgbClr val="FFFFFF"/>
                </a:solidFill>
                <a:latin typeface="Trebuchet MS"/>
                <a:cs typeface="Trebuchet MS"/>
              </a:rPr>
              <a:t>en</a:t>
            </a:r>
            <a:r>
              <a:rPr sz="3500" i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i="1" spc="240" dirty="0">
                <a:solidFill>
                  <a:srgbClr val="FFFFFF"/>
                </a:solidFill>
                <a:latin typeface="Trebuchet MS"/>
                <a:cs typeface="Trebuchet MS"/>
              </a:rPr>
              <a:t>productos</a:t>
            </a:r>
            <a:r>
              <a:rPr sz="3500" i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i="1" spc="120" dirty="0">
                <a:solidFill>
                  <a:srgbClr val="FFFFFF"/>
                </a:solidFill>
                <a:latin typeface="Trebuchet MS"/>
                <a:cs typeface="Trebuchet MS"/>
              </a:rPr>
              <a:t>y </a:t>
            </a:r>
            <a:r>
              <a:rPr sz="3500" i="1" spc="50" dirty="0">
                <a:solidFill>
                  <a:srgbClr val="FFFFFF"/>
                </a:solidFill>
                <a:latin typeface="Trebuchet MS"/>
                <a:cs typeface="Trebuchet MS"/>
              </a:rPr>
              <a:t>servicios.</a:t>
            </a:r>
            <a:endParaRPr sz="3500" dirty="0">
              <a:latin typeface="Trebuchet MS"/>
              <a:cs typeface="Trebuchet MS"/>
            </a:endParaRPr>
          </a:p>
          <a:p>
            <a:pPr marL="767715" marR="110489">
              <a:lnSpc>
                <a:spcPts val="4880"/>
              </a:lnSpc>
              <a:spcBef>
                <a:spcPts val="270"/>
              </a:spcBef>
            </a:pPr>
            <a:r>
              <a:rPr sz="3500" i="1" spc="440" dirty="0">
                <a:solidFill>
                  <a:srgbClr val="FFFFFF"/>
                </a:solidFill>
                <a:latin typeface="Trebuchet MS"/>
                <a:cs typeface="Trebuchet MS"/>
              </a:rPr>
              <a:t>+</a:t>
            </a:r>
            <a:r>
              <a:rPr sz="3500" i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i="1" spc="100" dirty="0">
                <a:solidFill>
                  <a:srgbClr val="FFFFFF"/>
                </a:solidFill>
                <a:latin typeface="Trebuchet MS"/>
                <a:cs typeface="Trebuchet MS"/>
              </a:rPr>
              <a:t>atributos</a:t>
            </a:r>
            <a:r>
              <a:rPr sz="3500" i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i="1" spc="440" dirty="0">
                <a:solidFill>
                  <a:srgbClr val="FFFFFF"/>
                </a:solidFill>
                <a:latin typeface="Trebuchet MS"/>
                <a:cs typeface="Trebuchet MS"/>
              </a:rPr>
              <a:t>+</a:t>
            </a:r>
            <a:r>
              <a:rPr sz="3500" i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i="1" spc="220" dirty="0">
                <a:solidFill>
                  <a:srgbClr val="FFFFFF"/>
                </a:solidFill>
                <a:latin typeface="Trebuchet MS"/>
                <a:cs typeface="Trebuchet MS"/>
              </a:rPr>
              <a:t>oportunidades</a:t>
            </a:r>
            <a:r>
              <a:rPr sz="3500" i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i="1" spc="325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3500" i="1" spc="120" dirty="0">
                <a:solidFill>
                  <a:srgbClr val="FFFFFF"/>
                </a:solidFill>
                <a:latin typeface="Trebuchet MS"/>
                <a:cs typeface="Trebuchet MS"/>
              </a:rPr>
              <a:t>adoptarlos.</a:t>
            </a:r>
            <a:endParaRPr sz="3500" dirty="0">
              <a:latin typeface="Trebuchet MS"/>
              <a:cs typeface="Trebuchet MS"/>
            </a:endParaRPr>
          </a:p>
          <a:p>
            <a:pPr marL="767715">
              <a:lnSpc>
                <a:spcPct val="100000"/>
              </a:lnSpc>
              <a:spcBef>
                <a:spcPts val="395"/>
              </a:spcBef>
            </a:pPr>
            <a:r>
              <a:rPr sz="3500" i="1" spc="300" dirty="0">
                <a:solidFill>
                  <a:srgbClr val="FFFFFF"/>
                </a:solidFill>
                <a:latin typeface="Trebuchet MS"/>
                <a:cs typeface="Trebuchet MS"/>
              </a:rPr>
              <a:t>Necesidades</a:t>
            </a:r>
            <a:r>
              <a:rPr sz="3500" i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i="1" spc="300" dirty="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sz="3500" i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i="1" dirty="0">
                <a:solidFill>
                  <a:srgbClr val="FFFFFF"/>
                </a:solidFill>
                <a:latin typeface="Trebuchet MS"/>
                <a:cs typeface="Trebuchet MS"/>
              </a:rPr>
              <a:t>el</a:t>
            </a:r>
            <a:r>
              <a:rPr sz="3500" i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i="1" spc="-10" dirty="0">
                <a:solidFill>
                  <a:srgbClr val="FFFFFF"/>
                </a:solidFill>
                <a:latin typeface="Trebuchet MS"/>
                <a:cs typeface="Trebuchet MS"/>
              </a:rPr>
              <a:t>Usuario:</a:t>
            </a:r>
            <a:endParaRPr sz="3500" dirty="0">
              <a:latin typeface="Trebuchet MS"/>
              <a:cs typeface="Trebuchet MS"/>
            </a:endParaRPr>
          </a:p>
          <a:p>
            <a:pPr marL="767715" marR="5080">
              <a:lnSpc>
                <a:spcPts val="4880"/>
              </a:lnSpc>
              <a:spcBef>
                <a:spcPts val="270"/>
              </a:spcBef>
            </a:pPr>
            <a:r>
              <a:rPr sz="3500" i="1" spc="290" dirty="0">
                <a:solidFill>
                  <a:srgbClr val="FFFFFF"/>
                </a:solidFill>
                <a:latin typeface="Trebuchet MS"/>
                <a:cs typeface="Trebuchet MS"/>
              </a:rPr>
              <a:t>Impacto</a:t>
            </a:r>
            <a:r>
              <a:rPr sz="3500" i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i="1" spc="160" dirty="0">
                <a:solidFill>
                  <a:srgbClr val="FFFFFF"/>
                </a:solidFill>
                <a:latin typeface="Trebuchet MS"/>
                <a:cs typeface="Trebuchet MS"/>
              </a:rPr>
              <a:t>Funcional</a:t>
            </a:r>
            <a:r>
              <a:rPr sz="3500" i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i="1" spc="17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3500" i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i="1" spc="114" dirty="0">
                <a:solidFill>
                  <a:srgbClr val="FFFFFF"/>
                </a:solidFill>
                <a:latin typeface="Trebuchet MS"/>
                <a:cs typeface="Trebuchet MS"/>
              </a:rPr>
              <a:t>Emocional. </a:t>
            </a:r>
            <a:r>
              <a:rPr sz="3500" i="1" spc="370" dirty="0">
                <a:solidFill>
                  <a:srgbClr val="FFFFFF"/>
                </a:solidFill>
                <a:latin typeface="Trebuchet MS"/>
                <a:cs typeface="Trebuchet MS"/>
              </a:rPr>
              <a:t>Cambio</a:t>
            </a:r>
            <a:r>
              <a:rPr sz="3500" i="1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i="1" spc="35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3500" i="1" spc="-10" dirty="0">
                <a:solidFill>
                  <a:srgbClr val="FFFFFF"/>
                </a:solidFill>
                <a:latin typeface="Trebuchet MS"/>
                <a:cs typeface="Trebuchet MS"/>
              </a:rPr>
              <a:t> Vida.</a:t>
            </a:r>
            <a:endParaRPr sz="3500" dirty="0">
              <a:latin typeface="Trebuchet MS"/>
              <a:cs typeface="Trebuchet MS"/>
            </a:endParaRPr>
          </a:p>
          <a:p>
            <a:pPr marL="767715">
              <a:lnSpc>
                <a:spcPct val="100000"/>
              </a:lnSpc>
              <a:spcBef>
                <a:spcPts val="395"/>
              </a:spcBef>
            </a:pPr>
            <a:r>
              <a:rPr sz="3500" i="1" spc="290" dirty="0">
                <a:solidFill>
                  <a:srgbClr val="FFFFFF"/>
                </a:solidFill>
                <a:latin typeface="Trebuchet MS"/>
                <a:cs typeface="Trebuchet MS"/>
              </a:rPr>
              <a:t>Impacto</a:t>
            </a:r>
            <a:r>
              <a:rPr sz="3500" i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i="1" spc="45" dirty="0">
                <a:solidFill>
                  <a:srgbClr val="FFFFFF"/>
                </a:solidFill>
                <a:latin typeface="Trebuchet MS"/>
                <a:cs typeface="Trebuchet MS"/>
              </a:rPr>
              <a:t>Social.</a:t>
            </a:r>
            <a:endParaRPr sz="3500" dirty="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7463854" y="9629742"/>
            <a:ext cx="459105" cy="459105"/>
          </a:xfrm>
          <a:custGeom>
            <a:avLst/>
            <a:gdLst/>
            <a:ahLst/>
            <a:cxnLst/>
            <a:rect l="l" t="t" r="r" b="b"/>
            <a:pathLst>
              <a:path w="459105" h="459104">
                <a:moveTo>
                  <a:pt x="229549" y="459099"/>
                </a:moveTo>
                <a:lnTo>
                  <a:pt x="183287" y="454435"/>
                </a:lnTo>
                <a:lnTo>
                  <a:pt x="140198" y="441060"/>
                </a:lnTo>
                <a:lnTo>
                  <a:pt x="101206" y="419895"/>
                </a:lnTo>
                <a:lnTo>
                  <a:pt x="67233" y="391865"/>
                </a:lnTo>
                <a:lnTo>
                  <a:pt x="39203" y="357893"/>
                </a:lnTo>
                <a:lnTo>
                  <a:pt x="18039" y="318900"/>
                </a:lnTo>
                <a:lnTo>
                  <a:pt x="4663" y="275811"/>
                </a:lnTo>
                <a:lnTo>
                  <a:pt x="0" y="229549"/>
                </a:lnTo>
                <a:lnTo>
                  <a:pt x="4663" y="183287"/>
                </a:lnTo>
                <a:lnTo>
                  <a:pt x="18039" y="140198"/>
                </a:lnTo>
                <a:lnTo>
                  <a:pt x="39203" y="101206"/>
                </a:lnTo>
                <a:lnTo>
                  <a:pt x="67233" y="67233"/>
                </a:lnTo>
                <a:lnTo>
                  <a:pt x="101206" y="39203"/>
                </a:lnTo>
                <a:lnTo>
                  <a:pt x="140198" y="18039"/>
                </a:lnTo>
                <a:lnTo>
                  <a:pt x="183287" y="4663"/>
                </a:lnTo>
                <a:lnTo>
                  <a:pt x="229549" y="0"/>
                </a:lnTo>
                <a:lnTo>
                  <a:pt x="275812" y="4663"/>
                </a:lnTo>
                <a:lnTo>
                  <a:pt x="318901" y="18039"/>
                </a:lnTo>
                <a:lnTo>
                  <a:pt x="357893" y="39203"/>
                </a:lnTo>
                <a:lnTo>
                  <a:pt x="391866" y="67233"/>
                </a:lnTo>
                <a:lnTo>
                  <a:pt x="419895" y="101206"/>
                </a:lnTo>
                <a:lnTo>
                  <a:pt x="441060" y="140198"/>
                </a:lnTo>
                <a:lnTo>
                  <a:pt x="454435" y="183287"/>
                </a:lnTo>
                <a:lnTo>
                  <a:pt x="459099" y="229549"/>
                </a:lnTo>
                <a:lnTo>
                  <a:pt x="454435" y="275811"/>
                </a:lnTo>
                <a:lnTo>
                  <a:pt x="441060" y="318900"/>
                </a:lnTo>
                <a:lnTo>
                  <a:pt x="419895" y="357893"/>
                </a:lnTo>
                <a:lnTo>
                  <a:pt x="391866" y="391865"/>
                </a:lnTo>
                <a:lnTo>
                  <a:pt x="357893" y="419895"/>
                </a:lnTo>
                <a:lnTo>
                  <a:pt x="318901" y="441060"/>
                </a:lnTo>
                <a:lnTo>
                  <a:pt x="275812" y="454435"/>
                </a:lnTo>
                <a:lnTo>
                  <a:pt x="229549" y="459099"/>
                </a:lnTo>
                <a:close/>
              </a:path>
            </a:pathLst>
          </a:custGeom>
          <a:solidFill>
            <a:srgbClr val="FFA1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1409699" y="3575263"/>
            <a:ext cx="152400" cy="5105400"/>
            <a:chOff x="1409699" y="3575263"/>
            <a:chExt cx="152400" cy="51054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9699" y="3575263"/>
              <a:ext cx="152400" cy="1523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9699" y="5432638"/>
              <a:ext cx="152400" cy="1523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9699" y="6670888"/>
              <a:ext cx="152400" cy="1523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9699" y="7290013"/>
              <a:ext cx="152400" cy="1523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9699" y="7909138"/>
              <a:ext cx="152400" cy="1523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9699" y="8528263"/>
              <a:ext cx="152400" cy="152399"/>
            </a:xfrm>
            <a:prstGeom prst="rect">
              <a:avLst/>
            </a:prstGeom>
          </p:spPr>
        </p:pic>
      </p:grpSp>
      <p:sp>
        <p:nvSpPr>
          <p:cNvPr id="16" name="object 16"/>
          <p:cNvSpPr/>
          <p:nvPr/>
        </p:nvSpPr>
        <p:spPr>
          <a:xfrm>
            <a:off x="17463854" y="9629742"/>
            <a:ext cx="459105" cy="459105"/>
          </a:xfrm>
          <a:custGeom>
            <a:avLst/>
            <a:gdLst/>
            <a:ahLst/>
            <a:cxnLst/>
            <a:rect l="l" t="t" r="r" b="b"/>
            <a:pathLst>
              <a:path w="459105" h="459104">
                <a:moveTo>
                  <a:pt x="229549" y="459099"/>
                </a:moveTo>
                <a:lnTo>
                  <a:pt x="183287" y="454435"/>
                </a:lnTo>
                <a:lnTo>
                  <a:pt x="140198" y="441060"/>
                </a:lnTo>
                <a:lnTo>
                  <a:pt x="101206" y="419895"/>
                </a:lnTo>
                <a:lnTo>
                  <a:pt x="67233" y="391865"/>
                </a:lnTo>
                <a:lnTo>
                  <a:pt x="39203" y="357893"/>
                </a:lnTo>
                <a:lnTo>
                  <a:pt x="18039" y="318900"/>
                </a:lnTo>
                <a:lnTo>
                  <a:pt x="4663" y="275811"/>
                </a:lnTo>
                <a:lnTo>
                  <a:pt x="0" y="229549"/>
                </a:lnTo>
                <a:lnTo>
                  <a:pt x="4663" y="183287"/>
                </a:lnTo>
                <a:lnTo>
                  <a:pt x="18039" y="140198"/>
                </a:lnTo>
                <a:lnTo>
                  <a:pt x="39203" y="101206"/>
                </a:lnTo>
                <a:lnTo>
                  <a:pt x="67233" y="67233"/>
                </a:lnTo>
                <a:lnTo>
                  <a:pt x="101206" y="39203"/>
                </a:lnTo>
                <a:lnTo>
                  <a:pt x="140198" y="18039"/>
                </a:lnTo>
                <a:lnTo>
                  <a:pt x="183287" y="4663"/>
                </a:lnTo>
                <a:lnTo>
                  <a:pt x="229549" y="0"/>
                </a:lnTo>
                <a:lnTo>
                  <a:pt x="275812" y="4663"/>
                </a:lnTo>
                <a:lnTo>
                  <a:pt x="318901" y="18039"/>
                </a:lnTo>
                <a:lnTo>
                  <a:pt x="357893" y="39203"/>
                </a:lnTo>
                <a:lnTo>
                  <a:pt x="391866" y="67233"/>
                </a:lnTo>
                <a:lnTo>
                  <a:pt x="419895" y="101206"/>
                </a:lnTo>
                <a:lnTo>
                  <a:pt x="441060" y="140198"/>
                </a:lnTo>
                <a:lnTo>
                  <a:pt x="454435" y="183287"/>
                </a:lnTo>
                <a:lnTo>
                  <a:pt x="459099" y="229549"/>
                </a:lnTo>
                <a:lnTo>
                  <a:pt x="454435" y="275811"/>
                </a:lnTo>
                <a:lnTo>
                  <a:pt x="441060" y="318900"/>
                </a:lnTo>
                <a:lnTo>
                  <a:pt x="419895" y="357893"/>
                </a:lnTo>
                <a:lnTo>
                  <a:pt x="391866" y="391865"/>
                </a:lnTo>
                <a:lnTo>
                  <a:pt x="357893" y="419895"/>
                </a:lnTo>
                <a:lnTo>
                  <a:pt x="318901" y="441060"/>
                </a:lnTo>
                <a:lnTo>
                  <a:pt x="275812" y="454435"/>
                </a:lnTo>
                <a:lnTo>
                  <a:pt x="229549" y="459099"/>
                </a:lnTo>
                <a:close/>
              </a:path>
            </a:pathLst>
          </a:custGeom>
          <a:solidFill>
            <a:srgbClr val="FFA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26" name="Picture 2" descr="Imagen generada por IA">
            <a:extLst>
              <a:ext uri="{FF2B5EF4-FFF2-40B4-BE49-F238E27FC236}">
                <a16:creationId xmlns:a16="http://schemas.microsoft.com/office/drawing/2014/main" id="{A72CC4CA-ABB2-4003-BD57-EF0D3017D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2396" y="1394038"/>
            <a:ext cx="14808200" cy="807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6862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38600" y="1409700"/>
            <a:ext cx="9162415" cy="8229600"/>
          </a:xfrm>
          <a:custGeom>
            <a:avLst/>
            <a:gdLst/>
            <a:ahLst/>
            <a:cxnLst/>
            <a:rect l="l" t="t" r="r" b="b"/>
            <a:pathLst>
              <a:path w="9162415" h="8229600">
                <a:moveTo>
                  <a:pt x="916185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9161859" y="0"/>
                </a:lnTo>
                <a:lnTo>
                  <a:pt x="9161859" y="8229600"/>
                </a:lnTo>
                <a:close/>
              </a:path>
            </a:pathLst>
          </a:custGeom>
          <a:solidFill>
            <a:srgbClr val="4E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095047" y="1579720"/>
            <a:ext cx="468693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490" dirty="0">
                <a:solidFill>
                  <a:srgbClr val="FFFFFF"/>
                </a:solidFill>
              </a:rPr>
              <a:t>ATRIBUTOS</a:t>
            </a:r>
            <a:endParaRPr sz="5600" dirty="0"/>
          </a:p>
        </p:txBody>
      </p:sp>
      <p:grpSp>
        <p:nvGrpSpPr>
          <p:cNvPr id="4" name="object 4"/>
          <p:cNvGrpSpPr/>
          <p:nvPr/>
        </p:nvGrpSpPr>
        <p:grpSpPr>
          <a:xfrm>
            <a:off x="1390649" y="2712720"/>
            <a:ext cx="152400" cy="4953000"/>
            <a:chOff x="1390649" y="2712720"/>
            <a:chExt cx="152400" cy="4953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0649" y="2712720"/>
              <a:ext cx="152400" cy="1523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0649" y="3912869"/>
              <a:ext cx="152400" cy="1523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0649" y="4512944"/>
              <a:ext cx="152400" cy="1523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0649" y="5713094"/>
              <a:ext cx="152400" cy="1523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0649" y="7513319"/>
              <a:ext cx="152400" cy="15239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829492" y="2717992"/>
            <a:ext cx="7580630" cy="6626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34695">
              <a:lnSpc>
                <a:spcPct val="115799"/>
              </a:lnSpc>
              <a:spcBef>
                <a:spcPts val="100"/>
              </a:spcBef>
            </a:pPr>
            <a:r>
              <a:rPr sz="3400" i="1" spc="175" dirty="0">
                <a:solidFill>
                  <a:srgbClr val="FFFFFF"/>
                </a:solidFill>
                <a:latin typeface="Trebuchet MS"/>
                <a:cs typeface="Trebuchet MS"/>
              </a:rPr>
              <a:t>Solución</a:t>
            </a:r>
            <a:r>
              <a:rPr sz="3400" i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5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3400" i="1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125" dirty="0">
                <a:solidFill>
                  <a:srgbClr val="FFFFFF"/>
                </a:solidFill>
                <a:latin typeface="Trebuchet MS"/>
                <a:cs typeface="Trebuchet MS"/>
              </a:rPr>
              <a:t>los</a:t>
            </a:r>
            <a:r>
              <a:rPr sz="3400" i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260" dirty="0">
                <a:solidFill>
                  <a:srgbClr val="FFFFFF"/>
                </a:solidFill>
                <a:latin typeface="Trebuchet MS"/>
                <a:cs typeface="Trebuchet MS"/>
              </a:rPr>
              <a:t>problemas</a:t>
            </a:r>
            <a:r>
              <a:rPr sz="3400" i="1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3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3400" i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100" dirty="0">
                <a:solidFill>
                  <a:srgbClr val="FFFFFF"/>
                </a:solidFill>
                <a:latin typeface="Trebuchet MS"/>
                <a:cs typeface="Trebuchet MS"/>
              </a:rPr>
              <a:t>los </a:t>
            </a:r>
            <a:r>
              <a:rPr sz="3400" i="1" spc="-10" dirty="0">
                <a:solidFill>
                  <a:srgbClr val="FFFFFF"/>
                </a:solidFill>
                <a:latin typeface="Trebuchet MS"/>
                <a:cs typeface="Trebuchet MS"/>
              </a:rPr>
              <a:t>clientes.</a:t>
            </a:r>
            <a:endParaRPr sz="3400" dirty="0">
              <a:latin typeface="Trebuchet MS"/>
              <a:cs typeface="Trebuchet MS"/>
            </a:endParaRPr>
          </a:p>
          <a:p>
            <a:pPr marL="12700" marR="764540">
              <a:lnSpc>
                <a:spcPct val="115799"/>
              </a:lnSpc>
            </a:pPr>
            <a:r>
              <a:rPr sz="3400" i="1" spc="190" dirty="0">
                <a:solidFill>
                  <a:srgbClr val="FFFFFF"/>
                </a:solidFill>
                <a:latin typeface="Trebuchet MS"/>
                <a:cs typeface="Trebuchet MS"/>
              </a:rPr>
              <a:t>Satisfacen</a:t>
            </a:r>
            <a:r>
              <a:rPr sz="3400" i="1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320" dirty="0">
                <a:solidFill>
                  <a:srgbClr val="FFFFFF"/>
                </a:solidFill>
                <a:latin typeface="Trebuchet MS"/>
                <a:cs typeface="Trebuchet MS"/>
              </a:rPr>
              <a:t>sus</a:t>
            </a:r>
            <a:r>
              <a:rPr sz="3400" i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210" dirty="0">
                <a:solidFill>
                  <a:srgbClr val="FFFFFF"/>
                </a:solidFill>
                <a:latin typeface="Trebuchet MS"/>
                <a:cs typeface="Trebuchet MS"/>
              </a:rPr>
              <a:t>necesidades. </a:t>
            </a:r>
            <a:r>
              <a:rPr sz="3400" i="1" spc="55" dirty="0">
                <a:solidFill>
                  <a:srgbClr val="FFFFFF"/>
                </a:solidFill>
                <a:latin typeface="Trebuchet MS"/>
                <a:cs typeface="Trebuchet MS"/>
              </a:rPr>
              <a:t>Materializa</a:t>
            </a:r>
            <a:r>
              <a:rPr sz="3400" i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90" dirty="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sz="3400" i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155" dirty="0">
                <a:solidFill>
                  <a:srgbClr val="FFFFFF"/>
                </a:solidFill>
                <a:latin typeface="Trebuchet MS"/>
                <a:cs typeface="Trebuchet MS"/>
              </a:rPr>
              <a:t>estrategia</a:t>
            </a:r>
            <a:r>
              <a:rPr sz="3400" i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295" dirty="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sz="3400" i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-25" dirty="0">
                <a:solidFill>
                  <a:srgbClr val="FFFFFF"/>
                </a:solidFill>
                <a:latin typeface="Trebuchet MS"/>
                <a:cs typeface="Trebuchet MS"/>
              </a:rPr>
              <a:t>el </a:t>
            </a:r>
            <a:r>
              <a:rPr sz="3400" i="1" spc="310" dirty="0">
                <a:solidFill>
                  <a:srgbClr val="FFFFFF"/>
                </a:solidFill>
                <a:latin typeface="Trebuchet MS"/>
                <a:cs typeface="Trebuchet MS"/>
              </a:rPr>
              <a:t>segmento</a:t>
            </a:r>
            <a:r>
              <a:rPr sz="3400" i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-10" dirty="0">
                <a:solidFill>
                  <a:srgbClr val="FFFFFF"/>
                </a:solidFill>
                <a:latin typeface="Trebuchet MS"/>
                <a:cs typeface="Trebuchet MS"/>
              </a:rPr>
              <a:t>objetivo.</a:t>
            </a:r>
            <a:endParaRPr sz="3400" dirty="0">
              <a:latin typeface="Trebuchet MS"/>
              <a:cs typeface="Trebuchet MS"/>
            </a:endParaRPr>
          </a:p>
          <a:p>
            <a:pPr marL="12700" marR="5080">
              <a:lnSpc>
                <a:spcPct val="115799"/>
              </a:lnSpc>
            </a:pPr>
            <a:r>
              <a:rPr sz="3400" i="1" spc="340" dirty="0">
                <a:solidFill>
                  <a:srgbClr val="FFFFFF"/>
                </a:solidFill>
                <a:latin typeface="Trebuchet MS"/>
                <a:cs typeface="Trebuchet MS"/>
              </a:rPr>
              <a:t>Combinando</a:t>
            </a:r>
            <a:r>
              <a:rPr sz="3400" i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125" dirty="0">
                <a:solidFill>
                  <a:srgbClr val="FFFFFF"/>
                </a:solidFill>
                <a:latin typeface="Trebuchet MS"/>
                <a:cs typeface="Trebuchet MS"/>
              </a:rPr>
              <a:t>los</a:t>
            </a:r>
            <a:r>
              <a:rPr sz="3400" i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204" dirty="0">
                <a:solidFill>
                  <a:srgbClr val="FFFFFF"/>
                </a:solidFill>
                <a:latin typeface="Trebuchet MS"/>
                <a:cs typeface="Trebuchet MS"/>
              </a:rPr>
              <a:t>elementos</a:t>
            </a:r>
            <a:r>
              <a:rPr sz="3400" i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295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3400" i="1" spc="55" dirty="0">
                <a:solidFill>
                  <a:srgbClr val="FFFFFF"/>
                </a:solidFill>
                <a:latin typeface="Trebuchet MS"/>
                <a:cs typeface="Trebuchet MS"/>
              </a:rPr>
              <a:t>precio,</a:t>
            </a:r>
            <a:r>
              <a:rPr sz="3400" i="1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120" dirty="0">
                <a:solidFill>
                  <a:srgbClr val="FFFFFF"/>
                </a:solidFill>
                <a:latin typeface="Trebuchet MS"/>
                <a:cs typeface="Trebuchet MS"/>
              </a:rPr>
              <a:t>producto,</a:t>
            </a:r>
            <a:r>
              <a:rPr sz="3400" i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114" dirty="0">
                <a:solidFill>
                  <a:srgbClr val="FFFFFF"/>
                </a:solidFill>
                <a:latin typeface="Trebuchet MS"/>
                <a:cs typeface="Trebuchet MS"/>
              </a:rPr>
              <a:t>servicio</a:t>
            </a:r>
            <a:r>
              <a:rPr sz="3400" i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27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3400" i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320" dirty="0">
                <a:solidFill>
                  <a:srgbClr val="FFFFFF"/>
                </a:solidFill>
                <a:latin typeface="Trebuchet MS"/>
                <a:cs typeface="Trebuchet MS"/>
              </a:rPr>
              <a:t>imagen de</a:t>
            </a:r>
            <a:r>
              <a:rPr sz="3400" i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210" dirty="0">
                <a:solidFill>
                  <a:srgbClr val="FFFFFF"/>
                </a:solidFill>
                <a:latin typeface="Trebuchet MS"/>
                <a:cs typeface="Trebuchet MS"/>
              </a:rPr>
              <a:t>marca.</a:t>
            </a:r>
            <a:endParaRPr sz="3400" dirty="0">
              <a:latin typeface="Trebuchet MS"/>
              <a:cs typeface="Trebuchet MS"/>
            </a:endParaRPr>
          </a:p>
          <a:p>
            <a:pPr marL="12700" marR="697865">
              <a:lnSpc>
                <a:spcPct val="115799"/>
              </a:lnSpc>
            </a:pPr>
            <a:r>
              <a:rPr sz="3400" i="1" spc="290" dirty="0">
                <a:solidFill>
                  <a:srgbClr val="FFFFFF"/>
                </a:solidFill>
                <a:latin typeface="Trebuchet MS"/>
                <a:cs typeface="Trebuchet MS"/>
              </a:rPr>
              <a:t>Comunicar</a:t>
            </a:r>
            <a:r>
              <a:rPr sz="3400" i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3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3400" i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320" dirty="0">
                <a:solidFill>
                  <a:srgbClr val="FFFFFF"/>
                </a:solidFill>
                <a:latin typeface="Trebuchet MS"/>
                <a:cs typeface="Trebuchet MS"/>
              </a:rPr>
              <a:t>manera </a:t>
            </a:r>
            <a:r>
              <a:rPr sz="3400" i="1" spc="175" dirty="0">
                <a:solidFill>
                  <a:srgbClr val="FFFFFF"/>
                </a:solidFill>
                <a:latin typeface="Trebuchet MS"/>
                <a:cs typeface="Trebuchet MS"/>
              </a:rPr>
              <a:t>diferenciada</a:t>
            </a:r>
            <a:r>
              <a:rPr sz="3400" i="1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375" dirty="0">
                <a:solidFill>
                  <a:srgbClr val="FFFFFF"/>
                </a:solidFill>
                <a:latin typeface="Trebuchet MS"/>
                <a:cs typeface="Trebuchet MS"/>
              </a:rPr>
              <a:t>con</a:t>
            </a:r>
            <a:r>
              <a:rPr sz="3400" i="1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dirty="0">
                <a:solidFill>
                  <a:srgbClr val="FFFFFF"/>
                </a:solidFill>
                <a:latin typeface="Trebuchet MS"/>
                <a:cs typeface="Trebuchet MS"/>
              </a:rPr>
              <a:t>el</a:t>
            </a:r>
            <a:r>
              <a:rPr sz="3400" i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-90" dirty="0">
                <a:solidFill>
                  <a:srgbClr val="FFFFFF"/>
                </a:solidFill>
                <a:latin typeface="Trebuchet MS"/>
                <a:cs typeface="Trebuchet MS"/>
              </a:rPr>
              <a:t>“valor”</a:t>
            </a:r>
            <a:r>
              <a:rPr sz="3400" i="1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3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3400" i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55" dirty="0">
                <a:solidFill>
                  <a:srgbClr val="FFFFFF"/>
                </a:solidFill>
                <a:latin typeface="Trebuchet MS"/>
                <a:cs typeface="Trebuchet MS"/>
              </a:rPr>
              <a:t>la </a:t>
            </a:r>
            <a:r>
              <a:rPr sz="3400" i="1" spc="70" dirty="0">
                <a:solidFill>
                  <a:srgbClr val="FFFFFF"/>
                </a:solidFill>
                <a:latin typeface="Trebuchet MS"/>
                <a:cs typeface="Trebuchet MS"/>
              </a:rPr>
              <a:t>oferta</a:t>
            </a:r>
            <a:r>
              <a:rPr sz="3400" i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3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3400" i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90" dirty="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sz="3400" i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200" dirty="0">
                <a:solidFill>
                  <a:srgbClr val="FFFFFF"/>
                </a:solidFill>
                <a:latin typeface="Trebuchet MS"/>
                <a:cs typeface="Trebuchet MS"/>
              </a:rPr>
              <a:t>competencia.</a:t>
            </a:r>
            <a:endParaRPr sz="3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1390649" y="2712720"/>
            <a:ext cx="152400" cy="4953000"/>
            <a:chOff x="1390649" y="2712720"/>
            <a:chExt cx="152400" cy="4953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0649" y="2712720"/>
              <a:ext cx="152400" cy="1523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0649" y="3912869"/>
              <a:ext cx="152400" cy="1523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0649" y="4512944"/>
              <a:ext cx="152400" cy="1523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0649" y="5713094"/>
              <a:ext cx="152400" cy="1523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0649" y="7513319"/>
              <a:ext cx="152400" cy="15239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750020" y="2414899"/>
            <a:ext cx="7580630" cy="6626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34695">
              <a:lnSpc>
                <a:spcPct val="115799"/>
              </a:lnSpc>
              <a:spcBef>
                <a:spcPts val="100"/>
              </a:spcBef>
            </a:pPr>
            <a:r>
              <a:rPr sz="3400" i="1" spc="175" dirty="0">
                <a:solidFill>
                  <a:srgbClr val="FFFFFF"/>
                </a:solidFill>
                <a:latin typeface="Trebuchet MS"/>
                <a:cs typeface="Trebuchet MS"/>
              </a:rPr>
              <a:t>Solución</a:t>
            </a:r>
            <a:r>
              <a:rPr sz="3400" i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5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3400" i="1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125" dirty="0">
                <a:solidFill>
                  <a:srgbClr val="FFFFFF"/>
                </a:solidFill>
                <a:latin typeface="Trebuchet MS"/>
                <a:cs typeface="Trebuchet MS"/>
              </a:rPr>
              <a:t>los</a:t>
            </a:r>
            <a:r>
              <a:rPr sz="3400" i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260" dirty="0">
                <a:solidFill>
                  <a:srgbClr val="FFFFFF"/>
                </a:solidFill>
                <a:latin typeface="Trebuchet MS"/>
                <a:cs typeface="Trebuchet MS"/>
              </a:rPr>
              <a:t>problemas</a:t>
            </a:r>
            <a:r>
              <a:rPr sz="3400" i="1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3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3400" i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100" dirty="0">
                <a:solidFill>
                  <a:srgbClr val="FFFFFF"/>
                </a:solidFill>
                <a:latin typeface="Trebuchet MS"/>
                <a:cs typeface="Trebuchet MS"/>
              </a:rPr>
              <a:t>los </a:t>
            </a:r>
            <a:r>
              <a:rPr sz="3400" i="1" spc="-10" dirty="0">
                <a:solidFill>
                  <a:srgbClr val="FFFFFF"/>
                </a:solidFill>
                <a:latin typeface="Trebuchet MS"/>
                <a:cs typeface="Trebuchet MS"/>
              </a:rPr>
              <a:t>clientes.</a:t>
            </a:r>
            <a:endParaRPr sz="3400" dirty="0">
              <a:latin typeface="Trebuchet MS"/>
              <a:cs typeface="Trebuchet MS"/>
            </a:endParaRPr>
          </a:p>
          <a:p>
            <a:pPr marL="12700" marR="764540">
              <a:lnSpc>
                <a:spcPct val="115799"/>
              </a:lnSpc>
            </a:pPr>
            <a:r>
              <a:rPr sz="3400" i="1" spc="190" dirty="0">
                <a:solidFill>
                  <a:srgbClr val="FFFFFF"/>
                </a:solidFill>
                <a:latin typeface="Trebuchet MS"/>
                <a:cs typeface="Trebuchet MS"/>
              </a:rPr>
              <a:t>Satisfacen</a:t>
            </a:r>
            <a:r>
              <a:rPr sz="3400" i="1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320" dirty="0">
                <a:solidFill>
                  <a:srgbClr val="FFFFFF"/>
                </a:solidFill>
                <a:latin typeface="Trebuchet MS"/>
                <a:cs typeface="Trebuchet MS"/>
              </a:rPr>
              <a:t>sus</a:t>
            </a:r>
            <a:r>
              <a:rPr sz="3400" i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210" dirty="0">
                <a:solidFill>
                  <a:srgbClr val="FFFFFF"/>
                </a:solidFill>
                <a:latin typeface="Trebuchet MS"/>
                <a:cs typeface="Trebuchet MS"/>
              </a:rPr>
              <a:t>necesidades. </a:t>
            </a:r>
            <a:r>
              <a:rPr sz="3400" i="1" spc="55" dirty="0">
                <a:solidFill>
                  <a:srgbClr val="FFFFFF"/>
                </a:solidFill>
                <a:latin typeface="Trebuchet MS"/>
                <a:cs typeface="Trebuchet MS"/>
              </a:rPr>
              <a:t>Materializa</a:t>
            </a:r>
            <a:r>
              <a:rPr sz="3400" i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90" dirty="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sz="3400" i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155" dirty="0">
                <a:solidFill>
                  <a:srgbClr val="FFFFFF"/>
                </a:solidFill>
                <a:latin typeface="Trebuchet MS"/>
                <a:cs typeface="Trebuchet MS"/>
              </a:rPr>
              <a:t>estrategia</a:t>
            </a:r>
            <a:r>
              <a:rPr sz="3400" i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295" dirty="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sz="3400" i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-25" dirty="0">
                <a:solidFill>
                  <a:srgbClr val="FFFFFF"/>
                </a:solidFill>
                <a:latin typeface="Trebuchet MS"/>
                <a:cs typeface="Trebuchet MS"/>
              </a:rPr>
              <a:t>el </a:t>
            </a:r>
            <a:r>
              <a:rPr sz="3400" i="1" spc="310" dirty="0">
                <a:solidFill>
                  <a:srgbClr val="FFFFFF"/>
                </a:solidFill>
                <a:latin typeface="Trebuchet MS"/>
                <a:cs typeface="Trebuchet MS"/>
              </a:rPr>
              <a:t>segmento</a:t>
            </a:r>
            <a:r>
              <a:rPr sz="3400" i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-10" dirty="0">
                <a:solidFill>
                  <a:srgbClr val="FFFFFF"/>
                </a:solidFill>
                <a:latin typeface="Trebuchet MS"/>
                <a:cs typeface="Trebuchet MS"/>
              </a:rPr>
              <a:t>objetivo.</a:t>
            </a:r>
            <a:endParaRPr sz="3400" dirty="0">
              <a:latin typeface="Trebuchet MS"/>
              <a:cs typeface="Trebuchet MS"/>
            </a:endParaRPr>
          </a:p>
          <a:p>
            <a:pPr marL="12700" marR="5080">
              <a:lnSpc>
                <a:spcPct val="115799"/>
              </a:lnSpc>
            </a:pPr>
            <a:r>
              <a:rPr sz="3400" i="1" spc="340" dirty="0">
                <a:solidFill>
                  <a:srgbClr val="FFFFFF"/>
                </a:solidFill>
                <a:latin typeface="Trebuchet MS"/>
                <a:cs typeface="Trebuchet MS"/>
              </a:rPr>
              <a:t>Combinando</a:t>
            </a:r>
            <a:r>
              <a:rPr sz="3400" i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125" dirty="0">
                <a:solidFill>
                  <a:srgbClr val="FFFFFF"/>
                </a:solidFill>
                <a:latin typeface="Trebuchet MS"/>
                <a:cs typeface="Trebuchet MS"/>
              </a:rPr>
              <a:t>los</a:t>
            </a:r>
            <a:r>
              <a:rPr sz="3400" i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204" dirty="0">
                <a:solidFill>
                  <a:srgbClr val="FFFFFF"/>
                </a:solidFill>
                <a:latin typeface="Trebuchet MS"/>
                <a:cs typeface="Trebuchet MS"/>
              </a:rPr>
              <a:t>elementos</a:t>
            </a:r>
            <a:r>
              <a:rPr sz="3400" i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295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3400" i="1" spc="55" dirty="0">
                <a:solidFill>
                  <a:srgbClr val="FFFFFF"/>
                </a:solidFill>
                <a:latin typeface="Trebuchet MS"/>
                <a:cs typeface="Trebuchet MS"/>
              </a:rPr>
              <a:t>precio,</a:t>
            </a:r>
            <a:r>
              <a:rPr sz="3400" i="1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120" dirty="0">
                <a:solidFill>
                  <a:srgbClr val="FFFFFF"/>
                </a:solidFill>
                <a:latin typeface="Trebuchet MS"/>
                <a:cs typeface="Trebuchet MS"/>
              </a:rPr>
              <a:t>producto,</a:t>
            </a:r>
            <a:r>
              <a:rPr sz="3400" i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114" dirty="0">
                <a:solidFill>
                  <a:srgbClr val="FFFFFF"/>
                </a:solidFill>
                <a:latin typeface="Trebuchet MS"/>
                <a:cs typeface="Trebuchet MS"/>
              </a:rPr>
              <a:t>servicio</a:t>
            </a:r>
            <a:r>
              <a:rPr sz="3400" i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27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3400" i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320" dirty="0">
                <a:solidFill>
                  <a:srgbClr val="FFFFFF"/>
                </a:solidFill>
                <a:latin typeface="Trebuchet MS"/>
                <a:cs typeface="Trebuchet MS"/>
              </a:rPr>
              <a:t>imagen de</a:t>
            </a:r>
            <a:r>
              <a:rPr sz="3400" i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210" dirty="0">
                <a:solidFill>
                  <a:srgbClr val="FFFFFF"/>
                </a:solidFill>
                <a:latin typeface="Trebuchet MS"/>
                <a:cs typeface="Trebuchet MS"/>
              </a:rPr>
              <a:t>marca.</a:t>
            </a:r>
            <a:endParaRPr sz="3400" dirty="0">
              <a:latin typeface="Trebuchet MS"/>
              <a:cs typeface="Trebuchet MS"/>
            </a:endParaRPr>
          </a:p>
          <a:p>
            <a:pPr marL="12700" marR="697865">
              <a:lnSpc>
                <a:spcPct val="115799"/>
              </a:lnSpc>
            </a:pPr>
            <a:r>
              <a:rPr sz="3400" i="1" spc="290" dirty="0">
                <a:solidFill>
                  <a:srgbClr val="FFFFFF"/>
                </a:solidFill>
                <a:latin typeface="Trebuchet MS"/>
                <a:cs typeface="Trebuchet MS"/>
              </a:rPr>
              <a:t>Comunicar</a:t>
            </a:r>
            <a:r>
              <a:rPr sz="3400" i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3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3400" i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320" dirty="0">
                <a:solidFill>
                  <a:srgbClr val="FFFFFF"/>
                </a:solidFill>
                <a:latin typeface="Trebuchet MS"/>
                <a:cs typeface="Trebuchet MS"/>
              </a:rPr>
              <a:t>manera </a:t>
            </a:r>
            <a:r>
              <a:rPr sz="3400" i="1" spc="175" dirty="0">
                <a:solidFill>
                  <a:srgbClr val="FFFFFF"/>
                </a:solidFill>
                <a:latin typeface="Trebuchet MS"/>
                <a:cs typeface="Trebuchet MS"/>
              </a:rPr>
              <a:t>diferenciada</a:t>
            </a:r>
            <a:r>
              <a:rPr sz="3400" i="1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375" dirty="0">
                <a:solidFill>
                  <a:srgbClr val="FFFFFF"/>
                </a:solidFill>
                <a:latin typeface="Trebuchet MS"/>
                <a:cs typeface="Trebuchet MS"/>
              </a:rPr>
              <a:t>con</a:t>
            </a:r>
            <a:r>
              <a:rPr sz="3400" i="1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dirty="0">
                <a:solidFill>
                  <a:srgbClr val="FFFFFF"/>
                </a:solidFill>
                <a:latin typeface="Trebuchet MS"/>
                <a:cs typeface="Trebuchet MS"/>
              </a:rPr>
              <a:t>el</a:t>
            </a:r>
            <a:r>
              <a:rPr sz="3400" i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-90" dirty="0">
                <a:solidFill>
                  <a:srgbClr val="FFFFFF"/>
                </a:solidFill>
                <a:latin typeface="Trebuchet MS"/>
                <a:cs typeface="Trebuchet MS"/>
              </a:rPr>
              <a:t>“valor”</a:t>
            </a:r>
            <a:r>
              <a:rPr sz="3400" i="1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3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3400" i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55" dirty="0">
                <a:solidFill>
                  <a:srgbClr val="FFFFFF"/>
                </a:solidFill>
                <a:latin typeface="Trebuchet MS"/>
                <a:cs typeface="Trebuchet MS"/>
              </a:rPr>
              <a:t>la </a:t>
            </a:r>
            <a:r>
              <a:rPr sz="3400" i="1" spc="70" dirty="0">
                <a:solidFill>
                  <a:srgbClr val="FFFFFF"/>
                </a:solidFill>
                <a:latin typeface="Trebuchet MS"/>
                <a:cs typeface="Trebuchet MS"/>
              </a:rPr>
              <a:t>oferta</a:t>
            </a:r>
            <a:r>
              <a:rPr sz="3400" i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3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3400" i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90" dirty="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sz="3400" i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i="1" spc="200" dirty="0">
                <a:solidFill>
                  <a:srgbClr val="FFFFFF"/>
                </a:solidFill>
                <a:latin typeface="Trebuchet MS"/>
                <a:cs typeface="Trebuchet MS"/>
              </a:rPr>
              <a:t>competencia.</a:t>
            </a:r>
            <a:endParaRPr sz="3400" dirty="0">
              <a:latin typeface="Trebuchet MS"/>
              <a:cs typeface="Trebuchet MS"/>
            </a:endParaRPr>
          </a:p>
        </p:txBody>
      </p:sp>
      <p:pic>
        <p:nvPicPr>
          <p:cNvPr id="2050" name="Picture 2" descr="Imagen generada por IA">
            <a:extLst>
              <a:ext uri="{FF2B5EF4-FFF2-40B4-BE49-F238E27FC236}">
                <a16:creationId xmlns:a16="http://schemas.microsoft.com/office/drawing/2014/main" id="{3B05D315-DA9D-44DE-8F98-CC37278B5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028700"/>
            <a:ext cx="16198849" cy="8835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121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700" y="1542190"/>
            <a:ext cx="5107940" cy="322580"/>
          </a:xfrm>
          <a:custGeom>
            <a:avLst/>
            <a:gdLst/>
            <a:ahLst/>
            <a:cxnLst/>
            <a:rect l="l" t="t" r="r" b="b"/>
            <a:pathLst>
              <a:path w="5107940" h="322580">
                <a:moveTo>
                  <a:pt x="5107927" y="322076"/>
                </a:moveTo>
                <a:lnTo>
                  <a:pt x="0" y="322076"/>
                </a:lnTo>
                <a:lnTo>
                  <a:pt x="0" y="0"/>
                </a:lnTo>
                <a:lnTo>
                  <a:pt x="5107927" y="0"/>
                </a:lnTo>
                <a:lnTo>
                  <a:pt x="5107927" y="322076"/>
                </a:lnTo>
                <a:close/>
              </a:path>
            </a:pathLst>
          </a:custGeom>
          <a:solidFill>
            <a:srgbClr val="00C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16000" y="1796322"/>
            <a:ext cx="6628130" cy="2178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040"/>
              </a:lnSpc>
              <a:spcBef>
                <a:spcPts val="100"/>
              </a:spcBef>
            </a:pPr>
            <a:r>
              <a:rPr spc="530" dirty="0"/>
              <a:t>CANVAS</a:t>
            </a:r>
            <a:r>
              <a:rPr spc="340" dirty="0"/>
              <a:t> </a:t>
            </a:r>
            <a:r>
              <a:rPr spc="285" dirty="0"/>
              <a:t>DE</a:t>
            </a:r>
          </a:p>
          <a:p>
            <a:pPr marL="12700" marR="5080">
              <a:lnSpc>
                <a:spcPct val="67700"/>
              </a:lnSpc>
              <a:spcBef>
                <a:spcPts val="1160"/>
              </a:spcBef>
            </a:pPr>
            <a:r>
              <a:rPr spc="425" dirty="0"/>
              <a:t>PROPUESTA</a:t>
            </a:r>
            <a:r>
              <a:rPr spc="360" dirty="0"/>
              <a:t> </a:t>
            </a:r>
            <a:r>
              <a:rPr spc="285" dirty="0"/>
              <a:t>DE </a:t>
            </a:r>
            <a:r>
              <a:rPr spc="495" dirty="0"/>
              <a:t>VALOR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94977" y="4591587"/>
            <a:ext cx="2506980" cy="1339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  <a:tabLst>
                <a:tab pos="1759585" algn="l"/>
                <a:tab pos="2203450" algn="l"/>
              </a:tabLst>
            </a:pPr>
            <a:r>
              <a:rPr sz="2500" i="1" spc="200" dirty="0">
                <a:latin typeface="Trebuchet MS"/>
                <a:cs typeface="Trebuchet MS"/>
              </a:rPr>
              <a:t>Vinculamos</a:t>
            </a:r>
            <a:r>
              <a:rPr sz="2500" i="1" dirty="0">
                <a:latin typeface="Trebuchet MS"/>
                <a:cs typeface="Trebuchet MS"/>
              </a:rPr>
              <a:t>	</a:t>
            </a:r>
            <a:r>
              <a:rPr sz="2500" i="1" spc="55" dirty="0">
                <a:latin typeface="Trebuchet MS"/>
                <a:cs typeface="Trebuchet MS"/>
              </a:rPr>
              <a:t>la </a:t>
            </a:r>
            <a:r>
              <a:rPr sz="2500" i="1" spc="225" dirty="0">
                <a:latin typeface="Trebuchet MS"/>
                <a:cs typeface="Trebuchet MS"/>
              </a:rPr>
              <a:t>derecha</a:t>
            </a:r>
            <a:r>
              <a:rPr sz="2500" i="1" dirty="0">
                <a:latin typeface="Trebuchet MS"/>
                <a:cs typeface="Trebuchet MS"/>
              </a:rPr>
              <a:t>	</a:t>
            </a:r>
            <a:r>
              <a:rPr sz="2500" i="1" spc="275" dirty="0">
                <a:latin typeface="Trebuchet MS"/>
                <a:cs typeface="Trebuchet MS"/>
              </a:rPr>
              <a:t>con </a:t>
            </a:r>
            <a:r>
              <a:rPr sz="2500" i="1" spc="40" dirty="0">
                <a:latin typeface="Trebuchet MS"/>
                <a:cs typeface="Trebuchet MS"/>
              </a:rPr>
              <a:t>resolverlos.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83885" y="4648775"/>
            <a:ext cx="492061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74214" algn="l"/>
                <a:tab pos="3408679" algn="l"/>
                <a:tab pos="3888740" algn="l"/>
              </a:tabLst>
            </a:pPr>
            <a:r>
              <a:rPr sz="2500" i="1" spc="105" dirty="0">
                <a:latin typeface="Trebuchet MS"/>
                <a:cs typeface="Trebuchet MS"/>
              </a:rPr>
              <a:t>estructura</a:t>
            </a:r>
            <a:r>
              <a:rPr sz="2500" i="1" dirty="0">
                <a:latin typeface="Trebuchet MS"/>
                <a:cs typeface="Trebuchet MS"/>
              </a:rPr>
              <a:t>	</a:t>
            </a:r>
            <a:r>
              <a:rPr sz="2500" i="1" spc="95" dirty="0">
                <a:latin typeface="Trebuchet MS"/>
                <a:cs typeface="Trebuchet MS"/>
              </a:rPr>
              <a:t>central</a:t>
            </a:r>
            <a:r>
              <a:rPr sz="2500" i="1" dirty="0">
                <a:latin typeface="Trebuchet MS"/>
                <a:cs typeface="Trebuchet MS"/>
              </a:rPr>
              <a:t>	</a:t>
            </a:r>
            <a:r>
              <a:rPr sz="2500" i="1" spc="70" dirty="0">
                <a:latin typeface="Trebuchet MS"/>
                <a:cs typeface="Trebuchet MS"/>
              </a:rPr>
              <a:t>y</a:t>
            </a:r>
            <a:r>
              <a:rPr sz="2500" i="1" dirty="0">
                <a:latin typeface="Trebuchet MS"/>
                <a:cs typeface="Trebuchet MS"/>
              </a:rPr>
              <a:t>	</a:t>
            </a:r>
            <a:r>
              <a:rPr sz="2500" i="1" spc="-10" dirty="0">
                <a:latin typeface="Trebuchet MS"/>
                <a:cs typeface="Trebuchet MS"/>
              </a:rPr>
              <a:t>lateral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42405" y="5086924"/>
            <a:ext cx="496189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1535" algn="l"/>
                <a:tab pos="2433955" algn="l"/>
                <a:tab pos="3001010" algn="l"/>
                <a:tab pos="4533900" algn="l"/>
              </a:tabLst>
            </a:pPr>
            <a:r>
              <a:rPr sz="2500" i="1" spc="85" dirty="0">
                <a:latin typeface="Trebuchet MS"/>
                <a:cs typeface="Trebuchet MS"/>
              </a:rPr>
              <a:t>los</a:t>
            </a:r>
            <a:r>
              <a:rPr sz="2500" i="1" dirty="0">
                <a:latin typeface="Trebuchet MS"/>
                <a:cs typeface="Trebuchet MS"/>
              </a:rPr>
              <a:t>	</a:t>
            </a:r>
            <a:r>
              <a:rPr sz="2500" i="1" spc="140" dirty="0">
                <a:latin typeface="Trebuchet MS"/>
                <a:cs typeface="Trebuchet MS"/>
              </a:rPr>
              <a:t>dolores</a:t>
            </a:r>
            <a:r>
              <a:rPr sz="2500" i="1" dirty="0">
                <a:latin typeface="Trebuchet MS"/>
                <a:cs typeface="Trebuchet MS"/>
              </a:rPr>
              <a:t>	</a:t>
            </a:r>
            <a:r>
              <a:rPr sz="2500" i="1" spc="70" dirty="0">
                <a:latin typeface="Trebuchet MS"/>
                <a:cs typeface="Trebuchet MS"/>
              </a:rPr>
              <a:t>y</a:t>
            </a:r>
            <a:r>
              <a:rPr sz="2500" i="1" dirty="0">
                <a:latin typeface="Trebuchet MS"/>
                <a:cs typeface="Trebuchet MS"/>
              </a:rPr>
              <a:t>	</a:t>
            </a:r>
            <a:r>
              <a:rPr sz="2500" i="1" spc="180" dirty="0">
                <a:latin typeface="Trebuchet MS"/>
                <a:cs typeface="Trebuchet MS"/>
              </a:rPr>
              <a:t>formas</a:t>
            </a:r>
            <a:r>
              <a:rPr sz="2500" i="1" dirty="0">
                <a:latin typeface="Trebuchet MS"/>
                <a:cs typeface="Trebuchet MS"/>
              </a:rPr>
              <a:t>	</a:t>
            </a:r>
            <a:r>
              <a:rPr sz="2500" i="1" spc="235" dirty="0">
                <a:latin typeface="Trebuchet MS"/>
                <a:cs typeface="Trebuchet MS"/>
              </a:rPr>
              <a:t>de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94977" y="6344186"/>
            <a:ext cx="7709534" cy="1339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z="2500" i="1" spc="290" dirty="0">
                <a:latin typeface="Trebuchet MS"/>
                <a:cs typeface="Trebuchet MS"/>
              </a:rPr>
              <a:t>Debemos</a:t>
            </a:r>
            <a:r>
              <a:rPr sz="2500" i="1" spc="540" dirty="0">
                <a:latin typeface="Trebuchet MS"/>
                <a:cs typeface="Trebuchet MS"/>
              </a:rPr>
              <a:t>    </a:t>
            </a:r>
            <a:r>
              <a:rPr sz="2500" i="1" spc="100" dirty="0">
                <a:latin typeface="Trebuchet MS"/>
                <a:cs typeface="Trebuchet MS"/>
              </a:rPr>
              <a:t>analizar</a:t>
            </a:r>
            <a:r>
              <a:rPr sz="2500" i="1" spc="545" dirty="0">
                <a:latin typeface="Trebuchet MS"/>
                <a:cs typeface="Trebuchet MS"/>
              </a:rPr>
              <a:t>    </a:t>
            </a:r>
            <a:r>
              <a:rPr sz="2500" i="1" dirty="0">
                <a:latin typeface="Trebuchet MS"/>
                <a:cs typeface="Trebuchet MS"/>
              </a:rPr>
              <a:t>el</a:t>
            </a:r>
            <a:r>
              <a:rPr sz="2500" i="1" spc="545" dirty="0">
                <a:latin typeface="Trebuchet MS"/>
                <a:cs typeface="Trebuchet MS"/>
              </a:rPr>
              <a:t>    </a:t>
            </a:r>
            <a:r>
              <a:rPr sz="2500" i="1" spc="240" dirty="0">
                <a:latin typeface="Trebuchet MS"/>
                <a:cs typeface="Trebuchet MS"/>
              </a:rPr>
              <a:t>procesos</a:t>
            </a:r>
            <a:r>
              <a:rPr sz="2500" i="1" spc="545" dirty="0">
                <a:latin typeface="Trebuchet MS"/>
                <a:cs typeface="Trebuchet MS"/>
              </a:rPr>
              <a:t>    </a:t>
            </a:r>
            <a:r>
              <a:rPr sz="2500" i="1" spc="75" dirty="0">
                <a:latin typeface="Trebuchet MS"/>
                <a:cs typeface="Trebuchet MS"/>
              </a:rPr>
              <a:t>del </a:t>
            </a:r>
            <a:r>
              <a:rPr sz="2500" i="1" spc="100" dirty="0">
                <a:latin typeface="Trebuchet MS"/>
                <a:cs typeface="Trebuchet MS"/>
              </a:rPr>
              <a:t>trabajo/tarea</a:t>
            </a:r>
            <a:r>
              <a:rPr sz="2500" i="1" spc="215" dirty="0">
                <a:latin typeface="Trebuchet MS"/>
                <a:cs typeface="Trebuchet MS"/>
              </a:rPr>
              <a:t> </a:t>
            </a:r>
            <a:r>
              <a:rPr sz="2500" i="1" spc="245" dirty="0">
                <a:latin typeface="Trebuchet MS"/>
                <a:cs typeface="Trebuchet MS"/>
              </a:rPr>
              <a:t>que</a:t>
            </a:r>
            <a:r>
              <a:rPr sz="2500" i="1" spc="220" dirty="0">
                <a:latin typeface="Trebuchet MS"/>
                <a:cs typeface="Trebuchet MS"/>
              </a:rPr>
              <a:t> </a:t>
            </a:r>
            <a:r>
              <a:rPr sz="2500" i="1" spc="80" dirty="0">
                <a:latin typeface="Trebuchet MS"/>
                <a:cs typeface="Trebuchet MS"/>
              </a:rPr>
              <a:t>realizan</a:t>
            </a:r>
            <a:r>
              <a:rPr sz="2500" i="1" spc="215" dirty="0">
                <a:latin typeface="Trebuchet MS"/>
                <a:cs typeface="Trebuchet MS"/>
              </a:rPr>
              <a:t> </a:t>
            </a:r>
            <a:r>
              <a:rPr sz="2500" i="1" spc="110" dirty="0">
                <a:latin typeface="Trebuchet MS"/>
                <a:cs typeface="Trebuchet MS"/>
              </a:rPr>
              <a:t>los</a:t>
            </a:r>
            <a:r>
              <a:rPr sz="2500" i="1" spc="220" dirty="0">
                <a:latin typeface="Trebuchet MS"/>
                <a:cs typeface="Trebuchet MS"/>
              </a:rPr>
              <a:t> </a:t>
            </a:r>
            <a:r>
              <a:rPr sz="2500" i="1" spc="165" dirty="0">
                <a:latin typeface="Trebuchet MS"/>
                <a:cs typeface="Trebuchet MS"/>
              </a:rPr>
              <a:t>usuarios</a:t>
            </a:r>
            <a:r>
              <a:rPr sz="2500" i="1" spc="220" dirty="0">
                <a:latin typeface="Trebuchet MS"/>
                <a:cs typeface="Trebuchet MS"/>
              </a:rPr>
              <a:t> </a:t>
            </a:r>
            <a:r>
              <a:rPr sz="2500" i="1" spc="120" dirty="0">
                <a:latin typeface="Trebuchet MS"/>
                <a:cs typeface="Trebuchet MS"/>
              </a:rPr>
              <a:t>y</a:t>
            </a:r>
            <a:r>
              <a:rPr sz="2500" i="1" spc="215" dirty="0">
                <a:latin typeface="Trebuchet MS"/>
                <a:cs typeface="Trebuchet MS"/>
              </a:rPr>
              <a:t> </a:t>
            </a:r>
            <a:r>
              <a:rPr sz="2500" i="1" spc="340" dirty="0">
                <a:latin typeface="Trebuchet MS"/>
                <a:cs typeface="Trebuchet MS"/>
              </a:rPr>
              <a:t>cómo </a:t>
            </a:r>
            <a:r>
              <a:rPr sz="2500" i="1" spc="120" dirty="0">
                <a:latin typeface="Trebuchet MS"/>
                <a:cs typeface="Trebuchet MS"/>
              </a:rPr>
              <a:t>mejorar</a:t>
            </a:r>
            <a:r>
              <a:rPr sz="2500" i="1" spc="40" dirty="0">
                <a:latin typeface="Trebuchet MS"/>
                <a:cs typeface="Trebuchet MS"/>
              </a:rPr>
              <a:t> </a:t>
            </a:r>
            <a:r>
              <a:rPr sz="2500" i="1" spc="229" dirty="0">
                <a:latin typeface="Trebuchet MS"/>
                <a:cs typeface="Trebuchet MS"/>
              </a:rPr>
              <a:t>su</a:t>
            </a:r>
            <a:r>
              <a:rPr sz="2500" i="1" spc="45" dirty="0">
                <a:latin typeface="Trebuchet MS"/>
                <a:cs typeface="Trebuchet MS"/>
              </a:rPr>
              <a:t> </a:t>
            </a:r>
            <a:r>
              <a:rPr sz="2500" i="1" spc="85" dirty="0">
                <a:latin typeface="Trebuchet MS"/>
                <a:cs typeface="Trebuchet MS"/>
              </a:rPr>
              <a:t>experiencia.</a:t>
            </a:r>
            <a:r>
              <a:rPr sz="2500" i="1" spc="45" dirty="0">
                <a:latin typeface="Trebuchet MS"/>
                <a:cs typeface="Trebuchet MS"/>
              </a:rPr>
              <a:t> </a:t>
            </a:r>
            <a:r>
              <a:rPr sz="2500" i="1" spc="130" dirty="0">
                <a:latin typeface="Trebuchet MS"/>
                <a:cs typeface="Trebuchet MS"/>
              </a:rPr>
              <a:t>"Hacerlos</a:t>
            </a:r>
            <a:r>
              <a:rPr sz="2500" i="1" spc="45" dirty="0">
                <a:latin typeface="Trebuchet MS"/>
                <a:cs typeface="Trebuchet MS"/>
              </a:rPr>
              <a:t> </a:t>
            </a:r>
            <a:r>
              <a:rPr sz="2500" i="1" spc="55" dirty="0">
                <a:latin typeface="Trebuchet MS"/>
                <a:cs typeface="Trebuchet MS"/>
              </a:rPr>
              <a:t>Felices"</a:t>
            </a:r>
            <a:endParaRPr sz="2500">
              <a:latin typeface="Trebuchet MS"/>
              <a:cs typeface="Trebuchet MS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3C30392-1D91-4743-A86A-A9C6171CC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9533" y="2976260"/>
            <a:ext cx="7125694" cy="43344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3010" y="7881250"/>
            <a:ext cx="684530" cy="684530"/>
          </a:xfrm>
          <a:custGeom>
            <a:avLst/>
            <a:gdLst/>
            <a:ahLst/>
            <a:cxnLst/>
            <a:rect l="l" t="t" r="r" b="b"/>
            <a:pathLst>
              <a:path w="684530" h="684529">
                <a:moveTo>
                  <a:pt x="342019" y="684038"/>
                </a:moveTo>
                <a:lnTo>
                  <a:pt x="295609" y="680916"/>
                </a:lnTo>
                <a:lnTo>
                  <a:pt x="251096" y="671821"/>
                </a:lnTo>
                <a:lnTo>
                  <a:pt x="208889" y="657160"/>
                </a:lnTo>
                <a:lnTo>
                  <a:pt x="169395" y="637342"/>
                </a:lnTo>
                <a:lnTo>
                  <a:pt x="133021" y="612774"/>
                </a:lnTo>
                <a:lnTo>
                  <a:pt x="100175" y="583863"/>
                </a:lnTo>
                <a:lnTo>
                  <a:pt x="71264" y="551016"/>
                </a:lnTo>
                <a:lnTo>
                  <a:pt x="46695" y="514642"/>
                </a:lnTo>
                <a:lnTo>
                  <a:pt x="26877" y="475148"/>
                </a:lnTo>
                <a:lnTo>
                  <a:pt x="12217" y="432941"/>
                </a:lnTo>
                <a:lnTo>
                  <a:pt x="3122" y="388428"/>
                </a:lnTo>
                <a:lnTo>
                  <a:pt x="0" y="342018"/>
                </a:lnTo>
                <a:lnTo>
                  <a:pt x="3122" y="295608"/>
                </a:lnTo>
                <a:lnTo>
                  <a:pt x="12217" y="251096"/>
                </a:lnTo>
                <a:lnTo>
                  <a:pt x="26877" y="208889"/>
                </a:lnTo>
                <a:lnTo>
                  <a:pt x="46695" y="169395"/>
                </a:lnTo>
                <a:lnTo>
                  <a:pt x="71264" y="133021"/>
                </a:lnTo>
                <a:lnTo>
                  <a:pt x="100175" y="100174"/>
                </a:lnTo>
                <a:lnTo>
                  <a:pt x="133021" y="71263"/>
                </a:lnTo>
                <a:lnTo>
                  <a:pt x="169395" y="46695"/>
                </a:lnTo>
                <a:lnTo>
                  <a:pt x="208889" y="26877"/>
                </a:lnTo>
                <a:lnTo>
                  <a:pt x="251096" y="12217"/>
                </a:lnTo>
                <a:lnTo>
                  <a:pt x="295609" y="3122"/>
                </a:lnTo>
                <a:lnTo>
                  <a:pt x="342019" y="0"/>
                </a:lnTo>
                <a:lnTo>
                  <a:pt x="388429" y="3122"/>
                </a:lnTo>
                <a:lnTo>
                  <a:pt x="432941" y="12217"/>
                </a:lnTo>
                <a:lnTo>
                  <a:pt x="475148" y="26877"/>
                </a:lnTo>
                <a:lnTo>
                  <a:pt x="514642" y="46695"/>
                </a:lnTo>
                <a:lnTo>
                  <a:pt x="551016" y="71263"/>
                </a:lnTo>
                <a:lnTo>
                  <a:pt x="583863" y="100174"/>
                </a:lnTo>
                <a:lnTo>
                  <a:pt x="612774" y="133021"/>
                </a:lnTo>
                <a:lnTo>
                  <a:pt x="637342" y="169395"/>
                </a:lnTo>
                <a:lnTo>
                  <a:pt x="657160" y="208889"/>
                </a:lnTo>
                <a:lnTo>
                  <a:pt x="671821" y="251096"/>
                </a:lnTo>
                <a:lnTo>
                  <a:pt x="680916" y="295608"/>
                </a:lnTo>
                <a:lnTo>
                  <a:pt x="684038" y="342018"/>
                </a:lnTo>
                <a:lnTo>
                  <a:pt x="680916" y="388428"/>
                </a:lnTo>
                <a:lnTo>
                  <a:pt x="671821" y="432941"/>
                </a:lnTo>
                <a:lnTo>
                  <a:pt x="657160" y="475148"/>
                </a:lnTo>
                <a:lnTo>
                  <a:pt x="637342" y="514642"/>
                </a:lnTo>
                <a:lnTo>
                  <a:pt x="612774" y="551016"/>
                </a:lnTo>
                <a:lnTo>
                  <a:pt x="583863" y="583863"/>
                </a:lnTo>
                <a:lnTo>
                  <a:pt x="551016" y="612774"/>
                </a:lnTo>
                <a:lnTo>
                  <a:pt x="514642" y="637342"/>
                </a:lnTo>
                <a:lnTo>
                  <a:pt x="475148" y="657160"/>
                </a:lnTo>
                <a:lnTo>
                  <a:pt x="432941" y="671821"/>
                </a:lnTo>
                <a:lnTo>
                  <a:pt x="388429" y="680916"/>
                </a:lnTo>
                <a:lnTo>
                  <a:pt x="342019" y="684038"/>
                </a:lnTo>
                <a:close/>
              </a:path>
            </a:pathLst>
          </a:custGeom>
          <a:solidFill>
            <a:srgbClr val="00C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036674" y="5143499"/>
            <a:ext cx="535305" cy="535305"/>
          </a:xfrm>
          <a:custGeom>
            <a:avLst/>
            <a:gdLst/>
            <a:ahLst/>
            <a:cxnLst/>
            <a:rect l="l" t="t" r="r" b="b"/>
            <a:pathLst>
              <a:path w="535305" h="535304">
                <a:moveTo>
                  <a:pt x="267600" y="535200"/>
                </a:moveTo>
                <a:lnTo>
                  <a:pt x="219498" y="530889"/>
                </a:lnTo>
                <a:lnTo>
                  <a:pt x="174225" y="518459"/>
                </a:lnTo>
                <a:lnTo>
                  <a:pt x="132537" y="498665"/>
                </a:lnTo>
                <a:lnTo>
                  <a:pt x="95188" y="472264"/>
                </a:lnTo>
                <a:lnTo>
                  <a:pt x="62936" y="440012"/>
                </a:lnTo>
                <a:lnTo>
                  <a:pt x="36535" y="402663"/>
                </a:lnTo>
                <a:lnTo>
                  <a:pt x="16741" y="360974"/>
                </a:lnTo>
                <a:lnTo>
                  <a:pt x="4311" y="315701"/>
                </a:lnTo>
                <a:lnTo>
                  <a:pt x="0" y="267600"/>
                </a:lnTo>
                <a:lnTo>
                  <a:pt x="4311" y="219498"/>
                </a:lnTo>
                <a:lnTo>
                  <a:pt x="16741" y="174226"/>
                </a:lnTo>
                <a:lnTo>
                  <a:pt x="36535" y="132537"/>
                </a:lnTo>
                <a:lnTo>
                  <a:pt x="62936" y="95188"/>
                </a:lnTo>
                <a:lnTo>
                  <a:pt x="95188" y="62936"/>
                </a:lnTo>
                <a:lnTo>
                  <a:pt x="132537" y="36535"/>
                </a:lnTo>
                <a:lnTo>
                  <a:pt x="174225" y="16741"/>
                </a:lnTo>
                <a:lnTo>
                  <a:pt x="219498" y="4311"/>
                </a:lnTo>
                <a:lnTo>
                  <a:pt x="267600" y="0"/>
                </a:lnTo>
                <a:lnTo>
                  <a:pt x="315702" y="4311"/>
                </a:lnTo>
                <a:lnTo>
                  <a:pt x="360975" y="16741"/>
                </a:lnTo>
                <a:lnTo>
                  <a:pt x="402663" y="36535"/>
                </a:lnTo>
                <a:lnTo>
                  <a:pt x="440012" y="62936"/>
                </a:lnTo>
                <a:lnTo>
                  <a:pt x="472264" y="95188"/>
                </a:lnTo>
                <a:lnTo>
                  <a:pt x="498665" y="132537"/>
                </a:lnTo>
                <a:lnTo>
                  <a:pt x="518459" y="174226"/>
                </a:lnTo>
                <a:lnTo>
                  <a:pt x="530889" y="219498"/>
                </a:lnTo>
                <a:lnTo>
                  <a:pt x="535200" y="267600"/>
                </a:lnTo>
                <a:lnTo>
                  <a:pt x="530889" y="315701"/>
                </a:lnTo>
                <a:lnTo>
                  <a:pt x="518459" y="360974"/>
                </a:lnTo>
                <a:lnTo>
                  <a:pt x="498665" y="402663"/>
                </a:lnTo>
                <a:lnTo>
                  <a:pt x="472264" y="440012"/>
                </a:lnTo>
                <a:lnTo>
                  <a:pt x="440012" y="472264"/>
                </a:lnTo>
                <a:lnTo>
                  <a:pt x="402663" y="498665"/>
                </a:lnTo>
                <a:lnTo>
                  <a:pt x="360975" y="518459"/>
                </a:lnTo>
                <a:lnTo>
                  <a:pt x="315702" y="530889"/>
                </a:lnTo>
                <a:lnTo>
                  <a:pt x="267600" y="535200"/>
                </a:lnTo>
                <a:close/>
              </a:path>
            </a:pathLst>
          </a:custGeom>
          <a:solidFill>
            <a:srgbClr val="FF4D6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3902" y="3023867"/>
            <a:ext cx="11096623" cy="663892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028700" y="1542190"/>
            <a:ext cx="15025369" cy="346075"/>
          </a:xfrm>
          <a:custGeom>
            <a:avLst/>
            <a:gdLst/>
            <a:ahLst/>
            <a:cxnLst/>
            <a:rect l="l" t="t" r="r" b="b"/>
            <a:pathLst>
              <a:path w="15025369" h="346075">
                <a:moveTo>
                  <a:pt x="15025189" y="345686"/>
                </a:moveTo>
                <a:lnTo>
                  <a:pt x="0" y="345686"/>
                </a:lnTo>
                <a:lnTo>
                  <a:pt x="0" y="0"/>
                </a:lnTo>
                <a:lnTo>
                  <a:pt x="15025189" y="0"/>
                </a:lnTo>
                <a:lnTo>
                  <a:pt x="15025189" y="345686"/>
                </a:lnTo>
                <a:close/>
              </a:path>
            </a:pathLst>
          </a:custGeom>
          <a:solidFill>
            <a:srgbClr val="00C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4826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30" dirty="0"/>
              <a:t>CANVAS</a:t>
            </a:r>
            <a:r>
              <a:rPr spc="340" dirty="0"/>
              <a:t> </a:t>
            </a:r>
            <a:r>
              <a:rPr spc="310" dirty="0"/>
              <a:t>DE</a:t>
            </a:r>
            <a:r>
              <a:rPr spc="345" dirty="0"/>
              <a:t> </a:t>
            </a:r>
            <a:r>
              <a:rPr spc="425" dirty="0"/>
              <a:t>PROPUESTA</a:t>
            </a:r>
            <a:r>
              <a:rPr spc="345" dirty="0"/>
              <a:t> </a:t>
            </a:r>
            <a:r>
              <a:rPr spc="310" dirty="0"/>
              <a:t>DE</a:t>
            </a:r>
            <a:r>
              <a:rPr spc="345" dirty="0"/>
              <a:t> </a:t>
            </a:r>
            <a:r>
              <a:rPr spc="484" dirty="0"/>
              <a:t>VALOR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3010" y="7881250"/>
            <a:ext cx="684530" cy="684530"/>
          </a:xfrm>
          <a:custGeom>
            <a:avLst/>
            <a:gdLst/>
            <a:ahLst/>
            <a:cxnLst/>
            <a:rect l="l" t="t" r="r" b="b"/>
            <a:pathLst>
              <a:path w="684530" h="684529">
                <a:moveTo>
                  <a:pt x="342019" y="684038"/>
                </a:moveTo>
                <a:lnTo>
                  <a:pt x="295609" y="680916"/>
                </a:lnTo>
                <a:lnTo>
                  <a:pt x="251096" y="671821"/>
                </a:lnTo>
                <a:lnTo>
                  <a:pt x="208889" y="657160"/>
                </a:lnTo>
                <a:lnTo>
                  <a:pt x="169395" y="637342"/>
                </a:lnTo>
                <a:lnTo>
                  <a:pt x="133021" y="612774"/>
                </a:lnTo>
                <a:lnTo>
                  <a:pt x="100175" y="583863"/>
                </a:lnTo>
                <a:lnTo>
                  <a:pt x="71264" y="551016"/>
                </a:lnTo>
                <a:lnTo>
                  <a:pt x="46695" y="514642"/>
                </a:lnTo>
                <a:lnTo>
                  <a:pt x="26877" y="475148"/>
                </a:lnTo>
                <a:lnTo>
                  <a:pt x="12217" y="432941"/>
                </a:lnTo>
                <a:lnTo>
                  <a:pt x="3122" y="388428"/>
                </a:lnTo>
                <a:lnTo>
                  <a:pt x="0" y="342018"/>
                </a:lnTo>
                <a:lnTo>
                  <a:pt x="3122" y="295608"/>
                </a:lnTo>
                <a:lnTo>
                  <a:pt x="12217" y="251096"/>
                </a:lnTo>
                <a:lnTo>
                  <a:pt x="26877" y="208889"/>
                </a:lnTo>
                <a:lnTo>
                  <a:pt x="46695" y="169395"/>
                </a:lnTo>
                <a:lnTo>
                  <a:pt x="71264" y="133021"/>
                </a:lnTo>
                <a:lnTo>
                  <a:pt x="100175" y="100174"/>
                </a:lnTo>
                <a:lnTo>
                  <a:pt x="133021" y="71263"/>
                </a:lnTo>
                <a:lnTo>
                  <a:pt x="169395" y="46695"/>
                </a:lnTo>
                <a:lnTo>
                  <a:pt x="208889" y="26877"/>
                </a:lnTo>
                <a:lnTo>
                  <a:pt x="251096" y="12217"/>
                </a:lnTo>
                <a:lnTo>
                  <a:pt x="295609" y="3122"/>
                </a:lnTo>
                <a:lnTo>
                  <a:pt x="342019" y="0"/>
                </a:lnTo>
                <a:lnTo>
                  <a:pt x="388429" y="3122"/>
                </a:lnTo>
                <a:lnTo>
                  <a:pt x="432941" y="12217"/>
                </a:lnTo>
                <a:lnTo>
                  <a:pt x="475148" y="26877"/>
                </a:lnTo>
                <a:lnTo>
                  <a:pt x="514642" y="46695"/>
                </a:lnTo>
                <a:lnTo>
                  <a:pt x="551016" y="71263"/>
                </a:lnTo>
                <a:lnTo>
                  <a:pt x="583863" y="100174"/>
                </a:lnTo>
                <a:lnTo>
                  <a:pt x="612774" y="133021"/>
                </a:lnTo>
                <a:lnTo>
                  <a:pt x="637342" y="169395"/>
                </a:lnTo>
                <a:lnTo>
                  <a:pt x="657160" y="208889"/>
                </a:lnTo>
                <a:lnTo>
                  <a:pt x="671821" y="251096"/>
                </a:lnTo>
                <a:lnTo>
                  <a:pt x="680916" y="295608"/>
                </a:lnTo>
                <a:lnTo>
                  <a:pt x="684038" y="342018"/>
                </a:lnTo>
                <a:lnTo>
                  <a:pt x="680916" y="388428"/>
                </a:lnTo>
                <a:lnTo>
                  <a:pt x="671821" y="432941"/>
                </a:lnTo>
                <a:lnTo>
                  <a:pt x="657160" y="475148"/>
                </a:lnTo>
                <a:lnTo>
                  <a:pt x="637342" y="514642"/>
                </a:lnTo>
                <a:lnTo>
                  <a:pt x="612774" y="551016"/>
                </a:lnTo>
                <a:lnTo>
                  <a:pt x="583863" y="583863"/>
                </a:lnTo>
                <a:lnTo>
                  <a:pt x="551016" y="612774"/>
                </a:lnTo>
                <a:lnTo>
                  <a:pt x="514642" y="637342"/>
                </a:lnTo>
                <a:lnTo>
                  <a:pt x="475148" y="657160"/>
                </a:lnTo>
                <a:lnTo>
                  <a:pt x="432941" y="671821"/>
                </a:lnTo>
                <a:lnTo>
                  <a:pt x="388429" y="680916"/>
                </a:lnTo>
                <a:lnTo>
                  <a:pt x="342019" y="684038"/>
                </a:lnTo>
                <a:close/>
              </a:path>
            </a:pathLst>
          </a:custGeom>
          <a:solidFill>
            <a:srgbClr val="00C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036674" y="5143499"/>
            <a:ext cx="535305" cy="535305"/>
          </a:xfrm>
          <a:custGeom>
            <a:avLst/>
            <a:gdLst/>
            <a:ahLst/>
            <a:cxnLst/>
            <a:rect l="l" t="t" r="r" b="b"/>
            <a:pathLst>
              <a:path w="535305" h="535304">
                <a:moveTo>
                  <a:pt x="267600" y="535200"/>
                </a:moveTo>
                <a:lnTo>
                  <a:pt x="219498" y="530889"/>
                </a:lnTo>
                <a:lnTo>
                  <a:pt x="174225" y="518459"/>
                </a:lnTo>
                <a:lnTo>
                  <a:pt x="132537" y="498665"/>
                </a:lnTo>
                <a:lnTo>
                  <a:pt x="95188" y="472264"/>
                </a:lnTo>
                <a:lnTo>
                  <a:pt x="62936" y="440012"/>
                </a:lnTo>
                <a:lnTo>
                  <a:pt x="36535" y="402663"/>
                </a:lnTo>
                <a:lnTo>
                  <a:pt x="16741" y="360974"/>
                </a:lnTo>
                <a:lnTo>
                  <a:pt x="4311" y="315701"/>
                </a:lnTo>
                <a:lnTo>
                  <a:pt x="0" y="267600"/>
                </a:lnTo>
                <a:lnTo>
                  <a:pt x="4311" y="219498"/>
                </a:lnTo>
                <a:lnTo>
                  <a:pt x="16741" y="174226"/>
                </a:lnTo>
                <a:lnTo>
                  <a:pt x="36535" y="132537"/>
                </a:lnTo>
                <a:lnTo>
                  <a:pt x="62936" y="95188"/>
                </a:lnTo>
                <a:lnTo>
                  <a:pt x="95188" y="62936"/>
                </a:lnTo>
                <a:lnTo>
                  <a:pt x="132537" y="36535"/>
                </a:lnTo>
                <a:lnTo>
                  <a:pt x="174225" y="16741"/>
                </a:lnTo>
                <a:lnTo>
                  <a:pt x="219498" y="4311"/>
                </a:lnTo>
                <a:lnTo>
                  <a:pt x="267600" y="0"/>
                </a:lnTo>
                <a:lnTo>
                  <a:pt x="315702" y="4311"/>
                </a:lnTo>
                <a:lnTo>
                  <a:pt x="360975" y="16741"/>
                </a:lnTo>
                <a:lnTo>
                  <a:pt x="402663" y="36535"/>
                </a:lnTo>
                <a:lnTo>
                  <a:pt x="440012" y="62936"/>
                </a:lnTo>
                <a:lnTo>
                  <a:pt x="472264" y="95188"/>
                </a:lnTo>
                <a:lnTo>
                  <a:pt x="498665" y="132537"/>
                </a:lnTo>
                <a:lnTo>
                  <a:pt x="518459" y="174226"/>
                </a:lnTo>
                <a:lnTo>
                  <a:pt x="530889" y="219498"/>
                </a:lnTo>
                <a:lnTo>
                  <a:pt x="535200" y="267600"/>
                </a:lnTo>
                <a:lnTo>
                  <a:pt x="530889" y="315701"/>
                </a:lnTo>
                <a:lnTo>
                  <a:pt x="518459" y="360974"/>
                </a:lnTo>
                <a:lnTo>
                  <a:pt x="498665" y="402663"/>
                </a:lnTo>
                <a:lnTo>
                  <a:pt x="472264" y="440012"/>
                </a:lnTo>
                <a:lnTo>
                  <a:pt x="440012" y="472264"/>
                </a:lnTo>
                <a:lnTo>
                  <a:pt x="402663" y="498665"/>
                </a:lnTo>
                <a:lnTo>
                  <a:pt x="360975" y="518459"/>
                </a:lnTo>
                <a:lnTo>
                  <a:pt x="315702" y="530889"/>
                </a:lnTo>
                <a:lnTo>
                  <a:pt x="267600" y="535200"/>
                </a:lnTo>
                <a:close/>
              </a:path>
            </a:pathLst>
          </a:custGeom>
          <a:solidFill>
            <a:srgbClr val="FF4D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28700" y="1542190"/>
            <a:ext cx="15025369" cy="346075"/>
          </a:xfrm>
          <a:custGeom>
            <a:avLst/>
            <a:gdLst/>
            <a:ahLst/>
            <a:cxnLst/>
            <a:rect l="l" t="t" r="r" b="b"/>
            <a:pathLst>
              <a:path w="15025369" h="346075">
                <a:moveTo>
                  <a:pt x="15025189" y="345686"/>
                </a:moveTo>
                <a:lnTo>
                  <a:pt x="0" y="345686"/>
                </a:lnTo>
                <a:lnTo>
                  <a:pt x="0" y="0"/>
                </a:lnTo>
                <a:lnTo>
                  <a:pt x="15025189" y="0"/>
                </a:lnTo>
                <a:lnTo>
                  <a:pt x="15025189" y="345686"/>
                </a:lnTo>
                <a:close/>
              </a:path>
            </a:pathLst>
          </a:custGeom>
          <a:solidFill>
            <a:srgbClr val="00C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80" name="Picture 8" descr="Imagen generada por IA">
            <a:extLst>
              <a:ext uri="{FF2B5EF4-FFF2-40B4-BE49-F238E27FC236}">
                <a16:creationId xmlns:a16="http://schemas.microsoft.com/office/drawing/2014/main" id="{E5015768-077E-4A12-A001-7478C53C2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753551"/>
            <a:ext cx="134112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3010" y="7881250"/>
            <a:ext cx="684530" cy="684530"/>
          </a:xfrm>
          <a:custGeom>
            <a:avLst/>
            <a:gdLst/>
            <a:ahLst/>
            <a:cxnLst/>
            <a:rect l="l" t="t" r="r" b="b"/>
            <a:pathLst>
              <a:path w="684530" h="684529">
                <a:moveTo>
                  <a:pt x="342019" y="684038"/>
                </a:moveTo>
                <a:lnTo>
                  <a:pt x="295609" y="680916"/>
                </a:lnTo>
                <a:lnTo>
                  <a:pt x="251096" y="671821"/>
                </a:lnTo>
                <a:lnTo>
                  <a:pt x="208889" y="657160"/>
                </a:lnTo>
                <a:lnTo>
                  <a:pt x="169395" y="637342"/>
                </a:lnTo>
                <a:lnTo>
                  <a:pt x="133021" y="612774"/>
                </a:lnTo>
                <a:lnTo>
                  <a:pt x="100175" y="583863"/>
                </a:lnTo>
                <a:lnTo>
                  <a:pt x="71264" y="551016"/>
                </a:lnTo>
                <a:lnTo>
                  <a:pt x="46695" y="514642"/>
                </a:lnTo>
                <a:lnTo>
                  <a:pt x="26877" y="475148"/>
                </a:lnTo>
                <a:lnTo>
                  <a:pt x="12217" y="432941"/>
                </a:lnTo>
                <a:lnTo>
                  <a:pt x="3122" y="388428"/>
                </a:lnTo>
                <a:lnTo>
                  <a:pt x="0" y="342018"/>
                </a:lnTo>
                <a:lnTo>
                  <a:pt x="3122" y="295608"/>
                </a:lnTo>
                <a:lnTo>
                  <a:pt x="12217" y="251096"/>
                </a:lnTo>
                <a:lnTo>
                  <a:pt x="26877" y="208889"/>
                </a:lnTo>
                <a:lnTo>
                  <a:pt x="46695" y="169395"/>
                </a:lnTo>
                <a:lnTo>
                  <a:pt x="71264" y="133021"/>
                </a:lnTo>
                <a:lnTo>
                  <a:pt x="100175" y="100174"/>
                </a:lnTo>
                <a:lnTo>
                  <a:pt x="133021" y="71263"/>
                </a:lnTo>
                <a:lnTo>
                  <a:pt x="169395" y="46695"/>
                </a:lnTo>
                <a:lnTo>
                  <a:pt x="208889" y="26877"/>
                </a:lnTo>
                <a:lnTo>
                  <a:pt x="251096" y="12217"/>
                </a:lnTo>
                <a:lnTo>
                  <a:pt x="295609" y="3122"/>
                </a:lnTo>
                <a:lnTo>
                  <a:pt x="342019" y="0"/>
                </a:lnTo>
                <a:lnTo>
                  <a:pt x="388429" y="3122"/>
                </a:lnTo>
                <a:lnTo>
                  <a:pt x="432941" y="12217"/>
                </a:lnTo>
                <a:lnTo>
                  <a:pt x="475148" y="26877"/>
                </a:lnTo>
                <a:lnTo>
                  <a:pt x="514642" y="46695"/>
                </a:lnTo>
                <a:lnTo>
                  <a:pt x="551016" y="71263"/>
                </a:lnTo>
                <a:lnTo>
                  <a:pt x="583863" y="100174"/>
                </a:lnTo>
                <a:lnTo>
                  <a:pt x="612774" y="133021"/>
                </a:lnTo>
                <a:lnTo>
                  <a:pt x="637342" y="169395"/>
                </a:lnTo>
                <a:lnTo>
                  <a:pt x="657160" y="208889"/>
                </a:lnTo>
                <a:lnTo>
                  <a:pt x="671821" y="251096"/>
                </a:lnTo>
                <a:lnTo>
                  <a:pt x="680916" y="295608"/>
                </a:lnTo>
                <a:lnTo>
                  <a:pt x="684038" y="342018"/>
                </a:lnTo>
                <a:lnTo>
                  <a:pt x="680916" y="388428"/>
                </a:lnTo>
                <a:lnTo>
                  <a:pt x="671821" y="432941"/>
                </a:lnTo>
                <a:lnTo>
                  <a:pt x="657160" y="475148"/>
                </a:lnTo>
                <a:lnTo>
                  <a:pt x="637342" y="514642"/>
                </a:lnTo>
                <a:lnTo>
                  <a:pt x="612774" y="551016"/>
                </a:lnTo>
                <a:lnTo>
                  <a:pt x="583863" y="583863"/>
                </a:lnTo>
                <a:lnTo>
                  <a:pt x="551016" y="612774"/>
                </a:lnTo>
                <a:lnTo>
                  <a:pt x="514642" y="637342"/>
                </a:lnTo>
                <a:lnTo>
                  <a:pt x="475148" y="657160"/>
                </a:lnTo>
                <a:lnTo>
                  <a:pt x="432941" y="671821"/>
                </a:lnTo>
                <a:lnTo>
                  <a:pt x="388429" y="680916"/>
                </a:lnTo>
                <a:lnTo>
                  <a:pt x="342019" y="684038"/>
                </a:lnTo>
                <a:close/>
              </a:path>
            </a:pathLst>
          </a:custGeom>
          <a:solidFill>
            <a:srgbClr val="00C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036674" y="5143499"/>
            <a:ext cx="535305" cy="535305"/>
          </a:xfrm>
          <a:custGeom>
            <a:avLst/>
            <a:gdLst/>
            <a:ahLst/>
            <a:cxnLst/>
            <a:rect l="l" t="t" r="r" b="b"/>
            <a:pathLst>
              <a:path w="535305" h="535304">
                <a:moveTo>
                  <a:pt x="267600" y="535200"/>
                </a:moveTo>
                <a:lnTo>
                  <a:pt x="219498" y="530889"/>
                </a:lnTo>
                <a:lnTo>
                  <a:pt x="174225" y="518459"/>
                </a:lnTo>
                <a:lnTo>
                  <a:pt x="132537" y="498665"/>
                </a:lnTo>
                <a:lnTo>
                  <a:pt x="95188" y="472264"/>
                </a:lnTo>
                <a:lnTo>
                  <a:pt x="62936" y="440012"/>
                </a:lnTo>
                <a:lnTo>
                  <a:pt x="36535" y="402663"/>
                </a:lnTo>
                <a:lnTo>
                  <a:pt x="16741" y="360974"/>
                </a:lnTo>
                <a:lnTo>
                  <a:pt x="4311" y="315701"/>
                </a:lnTo>
                <a:lnTo>
                  <a:pt x="0" y="267600"/>
                </a:lnTo>
                <a:lnTo>
                  <a:pt x="4311" y="219498"/>
                </a:lnTo>
                <a:lnTo>
                  <a:pt x="16741" y="174226"/>
                </a:lnTo>
                <a:lnTo>
                  <a:pt x="36535" y="132537"/>
                </a:lnTo>
                <a:lnTo>
                  <a:pt x="62936" y="95188"/>
                </a:lnTo>
                <a:lnTo>
                  <a:pt x="95188" y="62936"/>
                </a:lnTo>
                <a:lnTo>
                  <a:pt x="132537" y="36535"/>
                </a:lnTo>
                <a:lnTo>
                  <a:pt x="174225" y="16741"/>
                </a:lnTo>
                <a:lnTo>
                  <a:pt x="219498" y="4311"/>
                </a:lnTo>
                <a:lnTo>
                  <a:pt x="267600" y="0"/>
                </a:lnTo>
                <a:lnTo>
                  <a:pt x="315702" y="4311"/>
                </a:lnTo>
                <a:lnTo>
                  <a:pt x="360975" y="16741"/>
                </a:lnTo>
                <a:lnTo>
                  <a:pt x="402663" y="36535"/>
                </a:lnTo>
                <a:lnTo>
                  <a:pt x="440012" y="62936"/>
                </a:lnTo>
                <a:lnTo>
                  <a:pt x="472264" y="95188"/>
                </a:lnTo>
                <a:lnTo>
                  <a:pt x="498665" y="132537"/>
                </a:lnTo>
                <a:lnTo>
                  <a:pt x="518459" y="174226"/>
                </a:lnTo>
                <a:lnTo>
                  <a:pt x="530889" y="219498"/>
                </a:lnTo>
                <a:lnTo>
                  <a:pt x="535200" y="267600"/>
                </a:lnTo>
                <a:lnTo>
                  <a:pt x="530889" y="315701"/>
                </a:lnTo>
                <a:lnTo>
                  <a:pt x="518459" y="360974"/>
                </a:lnTo>
                <a:lnTo>
                  <a:pt x="498665" y="402663"/>
                </a:lnTo>
                <a:lnTo>
                  <a:pt x="472264" y="440012"/>
                </a:lnTo>
                <a:lnTo>
                  <a:pt x="440012" y="472264"/>
                </a:lnTo>
                <a:lnTo>
                  <a:pt x="402663" y="498665"/>
                </a:lnTo>
                <a:lnTo>
                  <a:pt x="360975" y="518459"/>
                </a:lnTo>
                <a:lnTo>
                  <a:pt x="315702" y="530889"/>
                </a:lnTo>
                <a:lnTo>
                  <a:pt x="267600" y="535200"/>
                </a:lnTo>
                <a:close/>
              </a:path>
            </a:pathLst>
          </a:custGeom>
          <a:solidFill>
            <a:srgbClr val="FF4D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28700" y="1542190"/>
            <a:ext cx="15025369" cy="346075"/>
          </a:xfrm>
          <a:custGeom>
            <a:avLst/>
            <a:gdLst/>
            <a:ahLst/>
            <a:cxnLst/>
            <a:rect l="l" t="t" r="r" b="b"/>
            <a:pathLst>
              <a:path w="15025369" h="346075">
                <a:moveTo>
                  <a:pt x="15025189" y="345686"/>
                </a:moveTo>
                <a:lnTo>
                  <a:pt x="0" y="345686"/>
                </a:lnTo>
                <a:lnTo>
                  <a:pt x="0" y="0"/>
                </a:lnTo>
                <a:lnTo>
                  <a:pt x="15025189" y="0"/>
                </a:lnTo>
                <a:lnTo>
                  <a:pt x="15025189" y="345686"/>
                </a:lnTo>
                <a:close/>
              </a:path>
            </a:pathLst>
          </a:custGeom>
          <a:solidFill>
            <a:srgbClr val="00C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122" name="Picture 2" descr="Imagen generada por IA">
            <a:extLst>
              <a:ext uri="{FF2B5EF4-FFF2-40B4-BE49-F238E27FC236}">
                <a16:creationId xmlns:a16="http://schemas.microsoft.com/office/drawing/2014/main" id="{1EE90E7F-9FCB-4CEB-ABEE-A63386284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171700"/>
            <a:ext cx="134112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2206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3010" y="7881250"/>
            <a:ext cx="684530" cy="684530"/>
          </a:xfrm>
          <a:custGeom>
            <a:avLst/>
            <a:gdLst/>
            <a:ahLst/>
            <a:cxnLst/>
            <a:rect l="l" t="t" r="r" b="b"/>
            <a:pathLst>
              <a:path w="684530" h="684529">
                <a:moveTo>
                  <a:pt x="342019" y="684038"/>
                </a:moveTo>
                <a:lnTo>
                  <a:pt x="295609" y="680916"/>
                </a:lnTo>
                <a:lnTo>
                  <a:pt x="251096" y="671821"/>
                </a:lnTo>
                <a:lnTo>
                  <a:pt x="208889" y="657160"/>
                </a:lnTo>
                <a:lnTo>
                  <a:pt x="169395" y="637342"/>
                </a:lnTo>
                <a:lnTo>
                  <a:pt x="133021" y="612774"/>
                </a:lnTo>
                <a:lnTo>
                  <a:pt x="100175" y="583863"/>
                </a:lnTo>
                <a:lnTo>
                  <a:pt x="71264" y="551016"/>
                </a:lnTo>
                <a:lnTo>
                  <a:pt x="46695" y="514642"/>
                </a:lnTo>
                <a:lnTo>
                  <a:pt x="26877" y="475148"/>
                </a:lnTo>
                <a:lnTo>
                  <a:pt x="12217" y="432941"/>
                </a:lnTo>
                <a:lnTo>
                  <a:pt x="3122" y="388428"/>
                </a:lnTo>
                <a:lnTo>
                  <a:pt x="0" y="342018"/>
                </a:lnTo>
                <a:lnTo>
                  <a:pt x="3122" y="295608"/>
                </a:lnTo>
                <a:lnTo>
                  <a:pt x="12217" y="251096"/>
                </a:lnTo>
                <a:lnTo>
                  <a:pt x="26877" y="208889"/>
                </a:lnTo>
                <a:lnTo>
                  <a:pt x="46695" y="169395"/>
                </a:lnTo>
                <a:lnTo>
                  <a:pt x="71264" y="133021"/>
                </a:lnTo>
                <a:lnTo>
                  <a:pt x="100175" y="100174"/>
                </a:lnTo>
                <a:lnTo>
                  <a:pt x="133021" y="71263"/>
                </a:lnTo>
                <a:lnTo>
                  <a:pt x="169395" y="46695"/>
                </a:lnTo>
                <a:lnTo>
                  <a:pt x="208889" y="26877"/>
                </a:lnTo>
                <a:lnTo>
                  <a:pt x="251096" y="12217"/>
                </a:lnTo>
                <a:lnTo>
                  <a:pt x="295609" y="3122"/>
                </a:lnTo>
                <a:lnTo>
                  <a:pt x="342019" y="0"/>
                </a:lnTo>
                <a:lnTo>
                  <a:pt x="388429" y="3122"/>
                </a:lnTo>
                <a:lnTo>
                  <a:pt x="432941" y="12217"/>
                </a:lnTo>
                <a:lnTo>
                  <a:pt x="475148" y="26877"/>
                </a:lnTo>
                <a:lnTo>
                  <a:pt x="514642" y="46695"/>
                </a:lnTo>
                <a:lnTo>
                  <a:pt x="551016" y="71263"/>
                </a:lnTo>
                <a:lnTo>
                  <a:pt x="583863" y="100174"/>
                </a:lnTo>
                <a:lnTo>
                  <a:pt x="612774" y="133021"/>
                </a:lnTo>
                <a:lnTo>
                  <a:pt x="637342" y="169395"/>
                </a:lnTo>
                <a:lnTo>
                  <a:pt x="657160" y="208889"/>
                </a:lnTo>
                <a:lnTo>
                  <a:pt x="671821" y="251096"/>
                </a:lnTo>
                <a:lnTo>
                  <a:pt x="680916" y="295608"/>
                </a:lnTo>
                <a:lnTo>
                  <a:pt x="684038" y="342018"/>
                </a:lnTo>
                <a:lnTo>
                  <a:pt x="680916" y="388428"/>
                </a:lnTo>
                <a:lnTo>
                  <a:pt x="671821" y="432941"/>
                </a:lnTo>
                <a:lnTo>
                  <a:pt x="657160" y="475148"/>
                </a:lnTo>
                <a:lnTo>
                  <a:pt x="637342" y="514642"/>
                </a:lnTo>
                <a:lnTo>
                  <a:pt x="612774" y="551016"/>
                </a:lnTo>
                <a:lnTo>
                  <a:pt x="583863" y="583863"/>
                </a:lnTo>
                <a:lnTo>
                  <a:pt x="551016" y="612774"/>
                </a:lnTo>
                <a:lnTo>
                  <a:pt x="514642" y="637342"/>
                </a:lnTo>
                <a:lnTo>
                  <a:pt x="475148" y="657160"/>
                </a:lnTo>
                <a:lnTo>
                  <a:pt x="432941" y="671821"/>
                </a:lnTo>
                <a:lnTo>
                  <a:pt x="388429" y="680916"/>
                </a:lnTo>
                <a:lnTo>
                  <a:pt x="342019" y="684038"/>
                </a:lnTo>
                <a:close/>
              </a:path>
            </a:pathLst>
          </a:custGeom>
          <a:solidFill>
            <a:srgbClr val="00C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036674" y="5143499"/>
            <a:ext cx="535305" cy="535305"/>
          </a:xfrm>
          <a:custGeom>
            <a:avLst/>
            <a:gdLst/>
            <a:ahLst/>
            <a:cxnLst/>
            <a:rect l="l" t="t" r="r" b="b"/>
            <a:pathLst>
              <a:path w="535305" h="535304">
                <a:moveTo>
                  <a:pt x="267600" y="535200"/>
                </a:moveTo>
                <a:lnTo>
                  <a:pt x="219498" y="530889"/>
                </a:lnTo>
                <a:lnTo>
                  <a:pt x="174225" y="518459"/>
                </a:lnTo>
                <a:lnTo>
                  <a:pt x="132537" y="498665"/>
                </a:lnTo>
                <a:lnTo>
                  <a:pt x="95188" y="472264"/>
                </a:lnTo>
                <a:lnTo>
                  <a:pt x="62936" y="440012"/>
                </a:lnTo>
                <a:lnTo>
                  <a:pt x="36535" y="402663"/>
                </a:lnTo>
                <a:lnTo>
                  <a:pt x="16741" y="360974"/>
                </a:lnTo>
                <a:lnTo>
                  <a:pt x="4311" y="315701"/>
                </a:lnTo>
                <a:lnTo>
                  <a:pt x="0" y="267600"/>
                </a:lnTo>
                <a:lnTo>
                  <a:pt x="4311" y="219498"/>
                </a:lnTo>
                <a:lnTo>
                  <a:pt x="16741" y="174226"/>
                </a:lnTo>
                <a:lnTo>
                  <a:pt x="36535" y="132537"/>
                </a:lnTo>
                <a:lnTo>
                  <a:pt x="62936" y="95188"/>
                </a:lnTo>
                <a:lnTo>
                  <a:pt x="95188" y="62936"/>
                </a:lnTo>
                <a:lnTo>
                  <a:pt x="132537" y="36535"/>
                </a:lnTo>
                <a:lnTo>
                  <a:pt x="174225" y="16741"/>
                </a:lnTo>
                <a:lnTo>
                  <a:pt x="219498" y="4311"/>
                </a:lnTo>
                <a:lnTo>
                  <a:pt x="267600" y="0"/>
                </a:lnTo>
                <a:lnTo>
                  <a:pt x="315702" y="4311"/>
                </a:lnTo>
                <a:lnTo>
                  <a:pt x="360975" y="16741"/>
                </a:lnTo>
                <a:lnTo>
                  <a:pt x="402663" y="36535"/>
                </a:lnTo>
                <a:lnTo>
                  <a:pt x="440012" y="62936"/>
                </a:lnTo>
                <a:lnTo>
                  <a:pt x="472264" y="95188"/>
                </a:lnTo>
                <a:lnTo>
                  <a:pt x="498665" y="132537"/>
                </a:lnTo>
                <a:lnTo>
                  <a:pt x="518459" y="174226"/>
                </a:lnTo>
                <a:lnTo>
                  <a:pt x="530889" y="219498"/>
                </a:lnTo>
                <a:lnTo>
                  <a:pt x="535200" y="267600"/>
                </a:lnTo>
                <a:lnTo>
                  <a:pt x="530889" y="315701"/>
                </a:lnTo>
                <a:lnTo>
                  <a:pt x="518459" y="360974"/>
                </a:lnTo>
                <a:lnTo>
                  <a:pt x="498665" y="402663"/>
                </a:lnTo>
                <a:lnTo>
                  <a:pt x="472264" y="440012"/>
                </a:lnTo>
                <a:lnTo>
                  <a:pt x="440012" y="472264"/>
                </a:lnTo>
                <a:lnTo>
                  <a:pt x="402663" y="498665"/>
                </a:lnTo>
                <a:lnTo>
                  <a:pt x="360975" y="518459"/>
                </a:lnTo>
                <a:lnTo>
                  <a:pt x="315702" y="530889"/>
                </a:lnTo>
                <a:lnTo>
                  <a:pt x="267600" y="535200"/>
                </a:lnTo>
                <a:close/>
              </a:path>
            </a:pathLst>
          </a:custGeom>
          <a:solidFill>
            <a:srgbClr val="FF4D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28700" y="1542190"/>
            <a:ext cx="15025369" cy="346075"/>
          </a:xfrm>
          <a:custGeom>
            <a:avLst/>
            <a:gdLst/>
            <a:ahLst/>
            <a:cxnLst/>
            <a:rect l="l" t="t" r="r" b="b"/>
            <a:pathLst>
              <a:path w="15025369" h="346075">
                <a:moveTo>
                  <a:pt x="15025189" y="345686"/>
                </a:moveTo>
                <a:lnTo>
                  <a:pt x="0" y="345686"/>
                </a:lnTo>
                <a:lnTo>
                  <a:pt x="0" y="0"/>
                </a:lnTo>
                <a:lnTo>
                  <a:pt x="15025189" y="0"/>
                </a:lnTo>
                <a:lnTo>
                  <a:pt x="15025189" y="345686"/>
                </a:lnTo>
                <a:close/>
              </a:path>
            </a:pathLst>
          </a:custGeom>
          <a:solidFill>
            <a:srgbClr val="00C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98" name="Picture 2" descr="Imagen generada por IA">
            <a:extLst>
              <a:ext uri="{FF2B5EF4-FFF2-40B4-BE49-F238E27FC236}">
                <a16:creationId xmlns:a16="http://schemas.microsoft.com/office/drawing/2014/main" id="{E578FD96-73D0-490F-9725-31A10FA6B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095500"/>
            <a:ext cx="134112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1651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3010" y="7881250"/>
            <a:ext cx="684530" cy="684530"/>
          </a:xfrm>
          <a:custGeom>
            <a:avLst/>
            <a:gdLst/>
            <a:ahLst/>
            <a:cxnLst/>
            <a:rect l="l" t="t" r="r" b="b"/>
            <a:pathLst>
              <a:path w="684530" h="684529">
                <a:moveTo>
                  <a:pt x="342019" y="684038"/>
                </a:moveTo>
                <a:lnTo>
                  <a:pt x="295609" y="680916"/>
                </a:lnTo>
                <a:lnTo>
                  <a:pt x="251096" y="671821"/>
                </a:lnTo>
                <a:lnTo>
                  <a:pt x="208889" y="657160"/>
                </a:lnTo>
                <a:lnTo>
                  <a:pt x="169395" y="637342"/>
                </a:lnTo>
                <a:lnTo>
                  <a:pt x="133021" y="612774"/>
                </a:lnTo>
                <a:lnTo>
                  <a:pt x="100175" y="583863"/>
                </a:lnTo>
                <a:lnTo>
                  <a:pt x="71264" y="551016"/>
                </a:lnTo>
                <a:lnTo>
                  <a:pt x="46695" y="514642"/>
                </a:lnTo>
                <a:lnTo>
                  <a:pt x="26877" y="475148"/>
                </a:lnTo>
                <a:lnTo>
                  <a:pt x="12217" y="432941"/>
                </a:lnTo>
                <a:lnTo>
                  <a:pt x="3122" y="388428"/>
                </a:lnTo>
                <a:lnTo>
                  <a:pt x="0" y="342018"/>
                </a:lnTo>
                <a:lnTo>
                  <a:pt x="3122" y="295608"/>
                </a:lnTo>
                <a:lnTo>
                  <a:pt x="12217" y="251096"/>
                </a:lnTo>
                <a:lnTo>
                  <a:pt x="26877" y="208889"/>
                </a:lnTo>
                <a:lnTo>
                  <a:pt x="46695" y="169395"/>
                </a:lnTo>
                <a:lnTo>
                  <a:pt x="71264" y="133021"/>
                </a:lnTo>
                <a:lnTo>
                  <a:pt x="100175" y="100174"/>
                </a:lnTo>
                <a:lnTo>
                  <a:pt x="133021" y="71263"/>
                </a:lnTo>
                <a:lnTo>
                  <a:pt x="169395" y="46695"/>
                </a:lnTo>
                <a:lnTo>
                  <a:pt x="208889" y="26877"/>
                </a:lnTo>
                <a:lnTo>
                  <a:pt x="251096" y="12217"/>
                </a:lnTo>
                <a:lnTo>
                  <a:pt x="295609" y="3122"/>
                </a:lnTo>
                <a:lnTo>
                  <a:pt x="342019" y="0"/>
                </a:lnTo>
                <a:lnTo>
                  <a:pt x="388429" y="3122"/>
                </a:lnTo>
                <a:lnTo>
                  <a:pt x="432941" y="12217"/>
                </a:lnTo>
                <a:lnTo>
                  <a:pt x="475148" y="26877"/>
                </a:lnTo>
                <a:lnTo>
                  <a:pt x="514642" y="46695"/>
                </a:lnTo>
                <a:lnTo>
                  <a:pt x="551016" y="71263"/>
                </a:lnTo>
                <a:lnTo>
                  <a:pt x="583863" y="100174"/>
                </a:lnTo>
                <a:lnTo>
                  <a:pt x="612774" y="133021"/>
                </a:lnTo>
                <a:lnTo>
                  <a:pt x="637342" y="169395"/>
                </a:lnTo>
                <a:lnTo>
                  <a:pt x="657160" y="208889"/>
                </a:lnTo>
                <a:lnTo>
                  <a:pt x="671821" y="251096"/>
                </a:lnTo>
                <a:lnTo>
                  <a:pt x="680916" y="295608"/>
                </a:lnTo>
                <a:lnTo>
                  <a:pt x="684038" y="342018"/>
                </a:lnTo>
                <a:lnTo>
                  <a:pt x="680916" y="388428"/>
                </a:lnTo>
                <a:lnTo>
                  <a:pt x="671821" y="432941"/>
                </a:lnTo>
                <a:lnTo>
                  <a:pt x="657160" y="475148"/>
                </a:lnTo>
                <a:lnTo>
                  <a:pt x="637342" y="514642"/>
                </a:lnTo>
                <a:lnTo>
                  <a:pt x="612774" y="551016"/>
                </a:lnTo>
                <a:lnTo>
                  <a:pt x="583863" y="583863"/>
                </a:lnTo>
                <a:lnTo>
                  <a:pt x="551016" y="612774"/>
                </a:lnTo>
                <a:lnTo>
                  <a:pt x="514642" y="637342"/>
                </a:lnTo>
                <a:lnTo>
                  <a:pt x="475148" y="657160"/>
                </a:lnTo>
                <a:lnTo>
                  <a:pt x="432941" y="671821"/>
                </a:lnTo>
                <a:lnTo>
                  <a:pt x="388429" y="680916"/>
                </a:lnTo>
                <a:lnTo>
                  <a:pt x="342019" y="684038"/>
                </a:lnTo>
                <a:close/>
              </a:path>
            </a:pathLst>
          </a:custGeom>
          <a:solidFill>
            <a:srgbClr val="00C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036674" y="5143499"/>
            <a:ext cx="535305" cy="535305"/>
          </a:xfrm>
          <a:custGeom>
            <a:avLst/>
            <a:gdLst/>
            <a:ahLst/>
            <a:cxnLst/>
            <a:rect l="l" t="t" r="r" b="b"/>
            <a:pathLst>
              <a:path w="535305" h="535304">
                <a:moveTo>
                  <a:pt x="267600" y="535200"/>
                </a:moveTo>
                <a:lnTo>
                  <a:pt x="219498" y="530889"/>
                </a:lnTo>
                <a:lnTo>
                  <a:pt x="174225" y="518459"/>
                </a:lnTo>
                <a:lnTo>
                  <a:pt x="132537" y="498665"/>
                </a:lnTo>
                <a:lnTo>
                  <a:pt x="95188" y="472264"/>
                </a:lnTo>
                <a:lnTo>
                  <a:pt x="62936" y="440012"/>
                </a:lnTo>
                <a:lnTo>
                  <a:pt x="36535" y="402663"/>
                </a:lnTo>
                <a:lnTo>
                  <a:pt x="16741" y="360974"/>
                </a:lnTo>
                <a:lnTo>
                  <a:pt x="4311" y="315701"/>
                </a:lnTo>
                <a:lnTo>
                  <a:pt x="0" y="267600"/>
                </a:lnTo>
                <a:lnTo>
                  <a:pt x="4311" y="219498"/>
                </a:lnTo>
                <a:lnTo>
                  <a:pt x="16741" y="174226"/>
                </a:lnTo>
                <a:lnTo>
                  <a:pt x="36535" y="132537"/>
                </a:lnTo>
                <a:lnTo>
                  <a:pt x="62936" y="95188"/>
                </a:lnTo>
                <a:lnTo>
                  <a:pt x="95188" y="62936"/>
                </a:lnTo>
                <a:lnTo>
                  <a:pt x="132537" y="36535"/>
                </a:lnTo>
                <a:lnTo>
                  <a:pt x="174225" y="16741"/>
                </a:lnTo>
                <a:lnTo>
                  <a:pt x="219498" y="4311"/>
                </a:lnTo>
                <a:lnTo>
                  <a:pt x="267600" y="0"/>
                </a:lnTo>
                <a:lnTo>
                  <a:pt x="315702" y="4311"/>
                </a:lnTo>
                <a:lnTo>
                  <a:pt x="360975" y="16741"/>
                </a:lnTo>
                <a:lnTo>
                  <a:pt x="402663" y="36535"/>
                </a:lnTo>
                <a:lnTo>
                  <a:pt x="440012" y="62936"/>
                </a:lnTo>
                <a:lnTo>
                  <a:pt x="472264" y="95188"/>
                </a:lnTo>
                <a:lnTo>
                  <a:pt x="498665" y="132537"/>
                </a:lnTo>
                <a:lnTo>
                  <a:pt x="518459" y="174226"/>
                </a:lnTo>
                <a:lnTo>
                  <a:pt x="530889" y="219498"/>
                </a:lnTo>
                <a:lnTo>
                  <a:pt x="535200" y="267600"/>
                </a:lnTo>
                <a:lnTo>
                  <a:pt x="530889" y="315701"/>
                </a:lnTo>
                <a:lnTo>
                  <a:pt x="518459" y="360974"/>
                </a:lnTo>
                <a:lnTo>
                  <a:pt x="498665" y="402663"/>
                </a:lnTo>
                <a:lnTo>
                  <a:pt x="472264" y="440012"/>
                </a:lnTo>
                <a:lnTo>
                  <a:pt x="440012" y="472264"/>
                </a:lnTo>
                <a:lnTo>
                  <a:pt x="402663" y="498665"/>
                </a:lnTo>
                <a:lnTo>
                  <a:pt x="360975" y="518459"/>
                </a:lnTo>
                <a:lnTo>
                  <a:pt x="315702" y="530889"/>
                </a:lnTo>
                <a:lnTo>
                  <a:pt x="267600" y="535200"/>
                </a:lnTo>
                <a:close/>
              </a:path>
            </a:pathLst>
          </a:custGeom>
          <a:solidFill>
            <a:srgbClr val="FF4D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28700" y="1542190"/>
            <a:ext cx="15025369" cy="346075"/>
          </a:xfrm>
          <a:custGeom>
            <a:avLst/>
            <a:gdLst/>
            <a:ahLst/>
            <a:cxnLst/>
            <a:rect l="l" t="t" r="r" b="b"/>
            <a:pathLst>
              <a:path w="15025369" h="346075">
                <a:moveTo>
                  <a:pt x="15025189" y="345686"/>
                </a:moveTo>
                <a:lnTo>
                  <a:pt x="0" y="345686"/>
                </a:lnTo>
                <a:lnTo>
                  <a:pt x="0" y="0"/>
                </a:lnTo>
                <a:lnTo>
                  <a:pt x="15025189" y="0"/>
                </a:lnTo>
                <a:lnTo>
                  <a:pt x="15025189" y="345686"/>
                </a:lnTo>
                <a:close/>
              </a:path>
            </a:pathLst>
          </a:custGeom>
          <a:solidFill>
            <a:srgbClr val="00C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4826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30" dirty="0"/>
              <a:t>CANVAS</a:t>
            </a:r>
            <a:r>
              <a:rPr spc="340" dirty="0"/>
              <a:t> </a:t>
            </a:r>
            <a:r>
              <a:rPr spc="310" dirty="0"/>
              <a:t>DE</a:t>
            </a:r>
            <a:r>
              <a:rPr spc="345" dirty="0"/>
              <a:t> </a:t>
            </a:r>
            <a:r>
              <a:rPr spc="425" dirty="0"/>
              <a:t>PROPUESTA</a:t>
            </a:r>
            <a:r>
              <a:rPr spc="345" dirty="0"/>
              <a:t> </a:t>
            </a:r>
            <a:r>
              <a:rPr spc="310" dirty="0"/>
              <a:t>DE</a:t>
            </a:r>
            <a:r>
              <a:rPr spc="345" dirty="0"/>
              <a:t> </a:t>
            </a:r>
            <a:r>
              <a:rPr spc="484" dirty="0"/>
              <a:t>VALOR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25889" y="3254949"/>
            <a:ext cx="6348300" cy="598827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64841" y="4747525"/>
            <a:ext cx="123824" cy="1238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64841" y="5319024"/>
            <a:ext cx="123824" cy="1238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64841" y="5890524"/>
            <a:ext cx="123824" cy="1238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64841" y="6462024"/>
            <a:ext cx="123824" cy="1238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64841" y="7033524"/>
            <a:ext cx="123824" cy="1238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64841" y="7605024"/>
            <a:ext cx="123824" cy="12382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118766" y="3858525"/>
            <a:ext cx="5083175" cy="402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9765" marR="5080" indent="-647700">
              <a:lnSpc>
                <a:spcPct val="125000"/>
              </a:lnSpc>
              <a:spcBef>
                <a:spcPts val="100"/>
              </a:spcBef>
            </a:pPr>
            <a:r>
              <a:rPr sz="3000" dirty="0">
                <a:solidFill>
                  <a:srgbClr val="4E6AFF"/>
                </a:solidFill>
                <a:latin typeface="Tahoma"/>
                <a:cs typeface="Tahoma"/>
              </a:rPr>
              <a:t>Traduccion</a:t>
            </a:r>
            <a:r>
              <a:rPr sz="3000" spc="-155" dirty="0">
                <a:solidFill>
                  <a:srgbClr val="4E6AFF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4E6AFF"/>
                </a:solidFill>
                <a:latin typeface="Tahoma"/>
                <a:cs typeface="Tahoma"/>
              </a:rPr>
              <a:t>de</a:t>
            </a:r>
            <a:r>
              <a:rPr sz="3000" spc="-150" dirty="0">
                <a:solidFill>
                  <a:srgbClr val="4E6AFF"/>
                </a:solidFill>
                <a:latin typeface="Tahoma"/>
                <a:cs typeface="Tahoma"/>
              </a:rPr>
              <a:t> </a:t>
            </a:r>
            <a:r>
              <a:rPr sz="3000" spc="-10" dirty="0">
                <a:solidFill>
                  <a:srgbClr val="4E6AFF"/>
                </a:solidFill>
                <a:latin typeface="Tahoma"/>
                <a:cs typeface="Tahoma"/>
              </a:rPr>
              <a:t>cada</a:t>
            </a:r>
            <a:r>
              <a:rPr sz="3000" spc="-150" dirty="0">
                <a:solidFill>
                  <a:srgbClr val="4E6AFF"/>
                </a:solidFill>
                <a:latin typeface="Tahoma"/>
                <a:cs typeface="Tahoma"/>
              </a:rPr>
              <a:t> </a:t>
            </a:r>
            <a:r>
              <a:rPr sz="3000" spc="-10" dirty="0">
                <a:solidFill>
                  <a:srgbClr val="4E6AFF"/>
                </a:solidFill>
                <a:latin typeface="Tahoma"/>
                <a:cs typeface="Tahoma"/>
              </a:rPr>
              <a:t>elemento: </a:t>
            </a:r>
            <a:r>
              <a:rPr sz="3000" spc="80" dirty="0">
                <a:solidFill>
                  <a:srgbClr val="4E6AFF"/>
                </a:solidFill>
                <a:latin typeface="Tahoma"/>
                <a:cs typeface="Tahoma"/>
              </a:rPr>
              <a:t>Nosotros</a:t>
            </a:r>
            <a:endParaRPr sz="3000" dirty="0">
              <a:latin typeface="Tahoma"/>
              <a:cs typeface="Tahoma"/>
            </a:endParaRPr>
          </a:p>
          <a:p>
            <a:pPr marL="659765" marR="2300605">
              <a:lnSpc>
                <a:spcPct val="125000"/>
              </a:lnSpc>
            </a:pPr>
            <a:r>
              <a:rPr sz="3000" spc="-10" dirty="0">
                <a:solidFill>
                  <a:srgbClr val="4E6AFF"/>
                </a:solidFill>
                <a:latin typeface="Tahoma"/>
                <a:cs typeface="Tahoma"/>
              </a:rPr>
              <a:t>Ayudamos </a:t>
            </a:r>
            <a:r>
              <a:rPr sz="3000" spc="90" dirty="0">
                <a:solidFill>
                  <a:srgbClr val="4E6AFF"/>
                </a:solidFill>
                <a:latin typeface="Tahoma"/>
                <a:cs typeface="Tahoma"/>
              </a:rPr>
              <a:t>Qué</a:t>
            </a:r>
            <a:r>
              <a:rPr sz="3000" spc="-290" dirty="0">
                <a:solidFill>
                  <a:srgbClr val="4E6AFF"/>
                </a:solidFill>
                <a:latin typeface="Tahoma"/>
                <a:cs typeface="Tahoma"/>
              </a:rPr>
              <a:t> </a:t>
            </a:r>
            <a:r>
              <a:rPr sz="3000" spc="35" dirty="0">
                <a:solidFill>
                  <a:srgbClr val="4E6AFF"/>
                </a:solidFill>
                <a:latin typeface="Tahoma"/>
                <a:cs typeface="Tahoma"/>
              </a:rPr>
              <a:t>quieren </a:t>
            </a:r>
            <a:r>
              <a:rPr sz="3000" spc="105" dirty="0">
                <a:solidFill>
                  <a:srgbClr val="4E6AFF"/>
                </a:solidFill>
                <a:latin typeface="Tahoma"/>
                <a:cs typeface="Tahoma"/>
              </a:rPr>
              <a:t>Por</a:t>
            </a:r>
            <a:endParaRPr sz="3000" dirty="0">
              <a:latin typeface="Tahoma"/>
              <a:cs typeface="Tahoma"/>
            </a:endParaRPr>
          </a:p>
          <a:p>
            <a:pPr marL="659765">
              <a:lnSpc>
                <a:spcPct val="100000"/>
              </a:lnSpc>
              <a:spcBef>
                <a:spcPts val="900"/>
              </a:spcBef>
            </a:pPr>
            <a:r>
              <a:rPr sz="3000" spc="105" dirty="0">
                <a:solidFill>
                  <a:srgbClr val="4E6AFF"/>
                </a:solidFill>
                <a:latin typeface="Tahoma"/>
                <a:cs typeface="Tahoma"/>
              </a:rPr>
              <a:t>Y</a:t>
            </a:r>
            <a:endParaRPr sz="3000" dirty="0">
              <a:latin typeface="Tahoma"/>
              <a:cs typeface="Tahoma"/>
            </a:endParaRPr>
          </a:p>
          <a:p>
            <a:pPr marL="659765">
              <a:lnSpc>
                <a:spcPct val="100000"/>
              </a:lnSpc>
              <a:spcBef>
                <a:spcPts val="900"/>
              </a:spcBef>
            </a:pPr>
            <a:r>
              <a:rPr sz="3000" spc="-10" dirty="0">
                <a:solidFill>
                  <a:srgbClr val="4E6AFF"/>
                </a:solidFill>
                <a:latin typeface="Tahoma"/>
                <a:cs typeface="Tahoma"/>
              </a:rPr>
              <a:t>único</a:t>
            </a:r>
            <a:endParaRPr sz="30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3010" y="7881250"/>
            <a:ext cx="684530" cy="684530"/>
          </a:xfrm>
          <a:custGeom>
            <a:avLst/>
            <a:gdLst/>
            <a:ahLst/>
            <a:cxnLst/>
            <a:rect l="l" t="t" r="r" b="b"/>
            <a:pathLst>
              <a:path w="684530" h="684529">
                <a:moveTo>
                  <a:pt x="342019" y="684038"/>
                </a:moveTo>
                <a:lnTo>
                  <a:pt x="295609" y="680916"/>
                </a:lnTo>
                <a:lnTo>
                  <a:pt x="251096" y="671821"/>
                </a:lnTo>
                <a:lnTo>
                  <a:pt x="208889" y="657160"/>
                </a:lnTo>
                <a:lnTo>
                  <a:pt x="169395" y="637342"/>
                </a:lnTo>
                <a:lnTo>
                  <a:pt x="133021" y="612774"/>
                </a:lnTo>
                <a:lnTo>
                  <a:pt x="100175" y="583863"/>
                </a:lnTo>
                <a:lnTo>
                  <a:pt x="71264" y="551016"/>
                </a:lnTo>
                <a:lnTo>
                  <a:pt x="46695" y="514642"/>
                </a:lnTo>
                <a:lnTo>
                  <a:pt x="26877" y="475148"/>
                </a:lnTo>
                <a:lnTo>
                  <a:pt x="12217" y="432941"/>
                </a:lnTo>
                <a:lnTo>
                  <a:pt x="3122" y="388428"/>
                </a:lnTo>
                <a:lnTo>
                  <a:pt x="0" y="342018"/>
                </a:lnTo>
                <a:lnTo>
                  <a:pt x="3122" y="295608"/>
                </a:lnTo>
                <a:lnTo>
                  <a:pt x="12217" y="251096"/>
                </a:lnTo>
                <a:lnTo>
                  <a:pt x="26877" y="208889"/>
                </a:lnTo>
                <a:lnTo>
                  <a:pt x="46695" y="169395"/>
                </a:lnTo>
                <a:lnTo>
                  <a:pt x="71264" y="133021"/>
                </a:lnTo>
                <a:lnTo>
                  <a:pt x="100175" y="100174"/>
                </a:lnTo>
                <a:lnTo>
                  <a:pt x="133021" y="71263"/>
                </a:lnTo>
                <a:lnTo>
                  <a:pt x="169395" y="46695"/>
                </a:lnTo>
                <a:lnTo>
                  <a:pt x="208889" y="26877"/>
                </a:lnTo>
                <a:lnTo>
                  <a:pt x="251096" y="12217"/>
                </a:lnTo>
                <a:lnTo>
                  <a:pt x="295609" y="3122"/>
                </a:lnTo>
                <a:lnTo>
                  <a:pt x="342019" y="0"/>
                </a:lnTo>
                <a:lnTo>
                  <a:pt x="388429" y="3122"/>
                </a:lnTo>
                <a:lnTo>
                  <a:pt x="432941" y="12217"/>
                </a:lnTo>
                <a:lnTo>
                  <a:pt x="475148" y="26877"/>
                </a:lnTo>
                <a:lnTo>
                  <a:pt x="514642" y="46695"/>
                </a:lnTo>
                <a:lnTo>
                  <a:pt x="551016" y="71263"/>
                </a:lnTo>
                <a:lnTo>
                  <a:pt x="583863" y="100174"/>
                </a:lnTo>
                <a:lnTo>
                  <a:pt x="612774" y="133021"/>
                </a:lnTo>
                <a:lnTo>
                  <a:pt x="637342" y="169395"/>
                </a:lnTo>
                <a:lnTo>
                  <a:pt x="657160" y="208889"/>
                </a:lnTo>
                <a:lnTo>
                  <a:pt x="671821" y="251096"/>
                </a:lnTo>
                <a:lnTo>
                  <a:pt x="680916" y="295608"/>
                </a:lnTo>
                <a:lnTo>
                  <a:pt x="684038" y="342018"/>
                </a:lnTo>
                <a:lnTo>
                  <a:pt x="680916" y="388428"/>
                </a:lnTo>
                <a:lnTo>
                  <a:pt x="671821" y="432941"/>
                </a:lnTo>
                <a:lnTo>
                  <a:pt x="657160" y="475148"/>
                </a:lnTo>
                <a:lnTo>
                  <a:pt x="637342" y="514642"/>
                </a:lnTo>
                <a:lnTo>
                  <a:pt x="612774" y="551016"/>
                </a:lnTo>
                <a:lnTo>
                  <a:pt x="583863" y="583863"/>
                </a:lnTo>
                <a:lnTo>
                  <a:pt x="551016" y="612774"/>
                </a:lnTo>
                <a:lnTo>
                  <a:pt x="514642" y="637342"/>
                </a:lnTo>
                <a:lnTo>
                  <a:pt x="475148" y="657160"/>
                </a:lnTo>
                <a:lnTo>
                  <a:pt x="432941" y="671821"/>
                </a:lnTo>
                <a:lnTo>
                  <a:pt x="388429" y="680916"/>
                </a:lnTo>
                <a:lnTo>
                  <a:pt x="342019" y="684038"/>
                </a:lnTo>
                <a:close/>
              </a:path>
            </a:pathLst>
          </a:custGeom>
          <a:solidFill>
            <a:srgbClr val="00C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036674" y="5143499"/>
            <a:ext cx="535305" cy="535305"/>
          </a:xfrm>
          <a:custGeom>
            <a:avLst/>
            <a:gdLst/>
            <a:ahLst/>
            <a:cxnLst/>
            <a:rect l="l" t="t" r="r" b="b"/>
            <a:pathLst>
              <a:path w="535305" h="535304">
                <a:moveTo>
                  <a:pt x="267600" y="535200"/>
                </a:moveTo>
                <a:lnTo>
                  <a:pt x="219498" y="530889"/>
                </a:lnTo>
                <a:lnTo>
                  <a:pt x="174225" y="518459"/>
                </a:lnTo>
                <a:lnTo>
                  <a:pt x="132537" y="498665"/>
                </a:lnTo>
                <a:lnTo>
                  <a:pt x="95188" y="472264"/>
                </a:lnTo>
                <a:lnTo>
                  <a:pt x="62936" y="440012"/>
                </a:lnTo>
                <a:lnTo>
                  <a:pt x="36535" y="402663"/>
                </a:lnTo>
                <a:lnTo>
                  <a:pt x="16741" y="360974"/>
                </a:lnTo>
                <a:lnTo>
                  <a:pt x="4311" y="315701"/>
                </a:lnTo>
                <a:lnTo>
                  <a:pt x="0" y="267600"/>
                </a:lnTo>
                <a:lnTo>
                  <a:pt x="4311" y="219498"/>
                </a:lnTo>
                <a:lnTo>
                  <a:pt x="16741" y="174226"/>
                </a:lnTo>
                <a:lnTo>
                  <a:pt x="36535" y="132537"/>
                </a:lnTo>
                <a:lnTo>
                  <a:pt x="62936" y="95188"/>
                </a:lnTo>
                <a:lnTo>
                  <a:pt x="95188" y="62936"/>
                </a:lnTo>
                <a:lnTo>
                  <a:pt x="132537" y="36535"/>
                </a:lnTo>
                <a:lnTo>
                  <a:pt x="174225" y="16741"/>
                </a:lnTo>
                <a:lnTo>
                  <a:pt x="219498" y="4311"/>
                </a:lnTo>
                <a:lnTo>
                  <a:pt x="267600" y="0"/>
                </a:lnTo>
                <a:lnTo>
                  <a:pt x="315702" y="4311"/>
                </a:lnTo>
                <a:lnTo>
                  <a:pt x="360975" y="16741"/>
                </a:lnTo>
                <a:lnTo>
                  <a:pt x="402663" y="36535"/>
                </a:lnTo>
                <a:lnTo>
                  <a:pt x="440012" y="62936"/>
                </a:lnTo>
                <a:lnTo>
                  <a:pt x="472264" y="95188"/>
                </a:lnTo>
                <a:lnTo>
                  <a:pt x="498665" y="132537"/>
                </a:lnTo>
                <a:lnTo>
                  <a:pt x="518459" y="174226"/>
                </a:lnTo>
                <a:lnTo>
                  <a:pt x="530889" y="219498"/>
                </a:lnTo>
                <a:lnTo>
                  <a:pt x="535200" y="267600"/>
                </a:lnTo>
                <a:lnTo>
                  <a:pt x="530889" y="315701"/>
                </a:lnTo>
                <a:lnTo>
                  <a:pt x="518459" y="360974"/>
                </a:lnTo>
                <a:lnTo>
                  <a:pt x="498665" y="402663"/>
                </a:lnTo>
                <a:lnTo>
                  <a:pt x="472264" y="440012"/>
                </a:lnTo>
                <a:lnTo>
                  <a:pt x="440012" y="472264"/>
                </a:lnTo>
                <a:lnTo>
                  <a:pt x="402663" y="498665"/>
                </a:lnTo>
                <a:lnTo>
                  <a:pt x="360975" y="518459"/>
                </a:lnTo>
                <a:lnTo>
                  <a:pt x="315702" y="530889"/>
                </a:lnTo>
                <a:lnTo>
                  <a:pt x="267600" y="535200"/>
                </a:lnTo>
                <a:close/>
              </a:path>
            </a:pathLst>
          </a:custGeom>
          <a:solidFill>
            <a:srgbClr val="FF4D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93010" y="1350731"/>
            <a:ext cx="15025369" cy="346075"/>
          </a:xfrm>
          <a:custGeom>
            <a:avLst/>
            <a:gdLst/>
            <a:ahLst/>
            <a:cxnLst/>
            <a:rect l="l" t="t" r="r" b="b"/>
            <a:pathLst>
              <a:path w="15025369" h="346075">
                <a:moveTo>
                  <a:pt x="15025189" y="345686"/>
                </a:moveTo>
                <a:lnTo>
                  <a:pt x="0" y="345686"/>
                </a:lnTo>
                <a:lnTo>
                  <a:pt x="0" y="0"/>
                </a:lnTo>
                <a:lnTo>
                  <a:pt x="15025189" y="0"/>
                </a:lnTo>
                <a:lnTo>
                  <a:pt x="15025189" y="345686"/>
                </a:lnTo>
                <a:close/>
              </a:path>
            </a:pathLst>
          </a:custGeom>
          <a:solidFill>
            <a:srgbClr val="00C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29365" y="960755"/>
            <a:ext cx="16642635" cy="1472103"/>
          </a:xfrm>
          <a:prstGeom prst="rect">
            <a:avLst/>
          </a:prstGeom>
        </p:spPr>
        <p:txBody>
          <a:bodyPr vert="horz" wrap="square" lIns="0" tIns="84826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530" dirty="0"/>
              <a:t>CANVAS</a:t>
            </a:r>
            <a:r>
              <a:rPr sz="4000" spc="340" dirty="0"/>
              <a:t> </a:t>
            </a:r>
            <a:r>
              <a:rPr sz="4000" spc="310" dirty="0"/>
              <a:t>DE</a:t>
            </a:r>
            <a:r>
              <a:rPr sz="4000" spc="345" dirty="0"/>
              <a:t> </a:t>
            </a:r>
            <a:r>
              <a:rPr sz="4000" spc="425" dirty="0"/>
              <a:t>PROPUESTA</a:t>
            </a:r>
            <a:r>
              <a:rPr sz="4000" spc="345" dirty="0"/>
              <a:t> </a:t>
            </a:r>
            <a:r>
              <a:rPr sz="4000" spc="310" dirty="0"/>
              <a:t>DE</a:t>
            </a:r>
            <a:r>
              <a:rPr sz="4000" spc="345" dirty="0"/>
              <a:t> </a:t>
            </a:r>
            <a:r>
              <a:rPr sz="4000" spc="484" dirty="0"/>
              <a:t>VALOR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2888952"/>
            <a:ext cx="5867400" cy="7048499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6A6E0340-70A4-4B6B-AA29-890423766C4B}"/>
              </a:ext>
            </a:extLst>
          </p:cNvPr>
          <p:cNvSpPr txBox="1"/>
          <p:nvPr/>
        </p:nvSpPr>
        <p:spPr>
          <a:xfrm>
            <a:off x="7777892" y="2192476"/>
            <a:ext cx="9296400" cy="809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MX" sz="2000" dirty="0"/>
          </a:p>
          <a:p>
            <a:r>
              <a:rPr lang="es-MX" sz="2000" b="1" dirty="0" err="1"/>
              <a:t>Our</a:t>
            </a:r>
            <a:r>
              <a:rPr lang="es-MX" sz="2000" b="1" dirty="0"/>
              <a:t> [</a:t>
            </a:r>
            <a:r>
              <a:rPr lang="es-MX" sz="2000" b="1" dirty="0" err="1"/>
              <a:t>Products</a:t>
            </a:r>
            <a:r>
              <a:rPr lang="es-MX" sz="2000" b="1" dirty="0"/>
              <a:t> and </a:t>
            </a:r>
            <a:r>
              <a:rPr lang="es-MX" sz="2000" b="1" dirty="0" err="1"/>
              <a:t>Services</a:t>
            </a:r>
            <a:r>
              <a:rPr lang="es-MX" sz="2000" b="1" dirty="0"/>
              <a:t>]</a:t>
            </a:r>
          </a:p>
          <a:p>
            <a:r>
              <a:rPr lang="es-MX" sz="2000" dirty="0"/>
              <a:t>Aquí escribes el nombre de tu producto o servicio.</a:t>
            </a:r>
          </a:p>
          <a:p>
            <a:r>
              <a:rPr lang="es-MX" sz="2000" dirty="0"/>
              <a:t>Ejemplo: Nuestro champú natural en barra.</a:t>
            </a:r>
          </a:p>
          <a:p>
            <a:endParaRPr lang="es-MX" sz="2000" dirty="0"/>
          </a:p>
          <a:p>
            <a:r>
              <a:rPr lang="es-MX" sz="2000" b="1" dirty="0" err="1"/>
              <a:t>help</a:t>
            </a:r>
            <a:r>
              <a:rPr lang="es-MX" sz="2000" b="1" dirty="0"/>
              <a:t>(s) [</a:t>
            </a:r>
            <a:r>
              <a:rPr lang="es-MX" sz="2000" b="1" dirty="0" err="1"/>
              <a:t>Customer</a:t>
            </a:r>
            <a:r>
              <a:rPr lang="es-MX" sz="2000" b="1" dirty="0"/>
              <a:t> </a:t>
            </a:r>
            <a:r>
              <a:rPr lang="es-MX" sz="2000" b="1" dirty="0" err="1"/>
              <a:t>Segment</a:t>
            </a:r>
            <a:r>
              <a:rPr lang="es-MX" sz="2000" b="1" dirty="0"/>
              <a:t>]</a:t>
            </a:r>
          </a:p>
          <a:p>
            <a:r>
              <a:rPr lang="es-MX" sz="2000" dirty="0"/>
              <a:t>Aquí describes a tu cliente ideal o grupo de personas a las que te diriges.</a:t>
            </a:r>
          </a:p>
          <a:p>
            <a:r>
              <a:rPr lang="es-MX" sz="2000" dirty="0"/>
              <a:t>Ejemplo: ayuda a personas con cuero cabelludo sensible.</a:t>
            </a:r>
          </a:p>
          <a:p>
            <a:endParaRPr lang="es-MX" sz="2000" dirty="0"/>
          </a:p>
          <a:p>
            <a:r>
              <a:rPr lang="es-MX" sz="2000" b="1" dirty="0" err="1"/>
              <a:t>who</a:t>
            </a:r>
            <a:r>
              <a:rPr lang="es-MX" sz="2000" b="1" dirty="0"/>
              <a:t> </a:t>
            </a:r>
            <a:r>
              <a:rPr lang="es-MX" sz="2000" b="1" dirty="0" err="1"/>
              <a:t>want</a:t>
            </a:r>
            <a:r>
              <a:rPr lang="es-MX" sz="2000" b="1" dirty="0"/>
              <a:t> </a:t>
            </a:r>
            <a:r>
              <a:rPr lang="es-MX" sz="2000" b="1" dirty="0" err="1"/>
              <a:t>to</a:t>
            </a:r>
            <a:r>
              <a:rPr lang="es-MX" sz="2000" b="1" dirty="0"/>
              <a:t> [</a:t>
            </a:r>
            <a:r>
              <a:rPr lang="es-MX" sz="2000" b="1" dirty="0" err="1"/>
              <a:t>jobs</a:t>
            </a:r>
            <a:r>
              <a:rPr lang="es-MX" sz="2000" b="1" dirty="0"/>
              <a:t> </a:t>
            </a:r>
            <a:r>
              <a:rPr lang="es-MX" sz="2000" b="1" dirty="0" err="1"/>
              <a:t>to</a:t>
            </a:r>
            <a:r>
              <a:rPr lang="es-MX" sz="2000" b="1" dirty="0"/>
              <a:t> be done]</a:t>
            </a:r>
          </a:p>
          <a:p>
            <a:r>
              <a:rPr lang="es-MX" sz="2000" dirty="0"/>
              <a:t>Aquí pones la tarea o meta que tu cliente intenta lograr.</a:t>
            </a:r>
          </a:p>
          <a:p>
            <a:r>
              <a:rPr lang="es-MX" sz="2000" dirty="0"/>
              <a:t>Ejemplo: que quieren lavar su cabello sin usar químicos fuertes.</a:t>
            </a:r>
          </a:p>
          <a:p>
            <a:endParaRPr lang="es-MX" sz="2000" dirty="0"/>
          </a:p>
          <a:p>
            <a:r>
              <a:rPr lang="es-MX" sz="2000" b="1" dirty="0" err="1"/>
              <a:t>by</a:t>
            </a:r>
            <a:r>
              <a:rPr lang="es-MX" sz="2000" b="1" dirty="0"/>
              <a:t> [</a:t>
            </a:r>
            <a:r>
              <a:rPr lang="es-MX" sz="2000" b="1" dirty="0" err="1"/>
              <a:t>verb</a:t>
            </a:r>
            <a:r>
              <a:rPr lang="es-MX" sz="2000" b="1" dirty="0"/>
              <a:t> (</a:t>
            </a:r>
            <a:r>
              <a:rPr lang="es-MX" sz="2000" b="1" dirty="0" err="1"/>
              <a:t>e.g</a:t>
            </a:r>
            <a:r>
              <a:rPr lang="es-MX" sz="2000" b="1" dirty="0"/>
              <a:t>., </a:t>
            </a:r>
            <a:r>
              <a:rPr lang="es-MX" sz="2000" b="1" dirty="0" err="1"/>
              <a:t>reducing</a:t>
            </a:r>
            <a:r>
              <a:rPr lang="es-MX" sz="2000" b="1" dirty="0"/>
              <a:t>, </a:t>
            </a:r>
            <a:r>
              <a:rPr lang="es-MX" sz="2000" b="1" dirty="0" err="1"/>
              <a:t>avoiding</a:t>
            </a:r>
            <a:r>
              <a:rPr lang="es-MX" sz="2000" b="1" dirty="0"/>
              <a:t>)] [and a </a:t>
            </a:r>
            <a:r>
              <a:rPr lang="es-MX" sz="2000" b="1" dirty="0" err="1"/>
              <a:t>customer</a:t>
            </a:r>
            <a:r>
              <a:rPr lang="es-MX" sz="2000" b="1" dirty="0"/>
              <a:t> </a:t>
            </a:r>
            <a:r>
              <a:rPr lang="es-MX" sz="2000" b="1" dirty="0" err="1"/>
              <a:t>pain</a:t>
            </a:r>
            <a:r>
              <a:rPr lang="es-MX" sz="2000" b="1" dirty="0"/>
              <a:t>]</a:t>
            </a:r>
          </a:p>
          <a:p>
            <a:r>
              <a:rPr lang="es-MX" sz="2000" dirty="0"/>
              <a:t>Aquí usas un verbo de reducción (como reducir o evitar) seguido del problema o dolor que le quitas al cliente.</a:t>
            </a:r>
          </a:p>
          <a:p>
            <a:r>
              <a:rPr lang="es-MX" sz="2000" dirty="0"/>
              <a:t>Ejemplo: al evitar la picazón y la resequedad.</a:t>
            </a:r>
          </a:p>
          <a:p>
            <a:endParaRPr lang="es-MX" sz="2000" dirty="0"/>
          </a:p>
          <a:p>
            <a:r>
              <a:rPr lang="es-MX" sz="2000" b="1" dirty="0"/>
              <a:t>and [</a:t>
            </a:r>
            <a:r>
              <a:rPr lang="es-MX" sz="2000" b="1" dirty="0" err="1"/>
              <a:t>verb</a:t>
            </a:r>
            <a:r>
              <a:rPr lang="es-MX" sz="2000" b="1" dirty="0"/>
              <a:t> (</a:t>
            </a:r>
            <a:r>
              <a:rPr lang="es-MX" sz="2000" b="1" dirty="0" err="1"/>
              <a:t>e.g</a:t>
            </a:r>
            <a:r>
              <a:rPr lang="es-MX" sz="2000" b="1" dirty="0"/>
              <a:t>., </a:t>
            </a:r>
            <a:r>
              <a:rPr lang="es-MX" sz="2000" b="1" dirty="0" err="1"/>
              <a:t>increasing</a:t>
            </a:r>
            <a:r>
              <a:rPr lang="es-MX" sz="2000" b="1" dirty="0"/>
              <a:t>, </a:t>
            </a:r>
            <a:r>
              <a:rPr lang="es-MX" sz="2000" b="1" dirty="0" err="1"/>
              <a:t>enabling</a:t>
            </a:r>
            <a:r>
              <a:rPr lang="es-MX" sz="2000" b="1" dirty="0"/>
              <a:t>)] [and a </a:t>
            </a:r>
            <a:r>
              <a:rPr lang="es-MX" sz="2000" b="1" dirty="0" err="1"/>
              <a:t>customer</a:t>
            </a:r>
            <a:r>
              <a:rPr lang="es-MX" sz="2000" b="1" dirty="0"/>
              <a:t> </a:t>
            </a:r>
            <a:r>
              <a:rPr lang="es-MX" sz="2000" b="1" dirty="0" err="1"/>
              <a:t>gain</a:t>
            </a:r>
            <a:r>
              <a:rPr lang="es-MX" sz="2000" b="1" dirty="0"/>
              <a:t>]</a:t>
            </a:r>
          </a:p>
          <a:p>
            <a:r>
              <a:rPr lang="es-MX" sz="2000" dirty="0"/>
              <a:t>Aquí usas un verbo de aumento (como mejorar o permitir) seguido del beneficio o alegría que le das al cliente.</a:t>
            </a:r>
          </a:p>
          <a:p>
            <a:r>
              <a:rPr lang="es-MX" sz="2000" dirty="0"/>
              <a:t>Ejemplo: y mejorar el brillo natural de su cabello.</a:t>
            </a:r>
          </a:p>
          <a:p>
            <a:endParaRPr lang="es-MX" sz="2000" dirty="0"/>
          </a:p>
          <a:p>
            <a:r>
              <a:rPr lang="es-MX" sz="2000" b="1" dirty="0"/>
              <a:t>(</a:t>
            </a:r>
            <a:r>
              <a:rPr lang="es-MX" sz="2000" b="1" dirty="0" err="1"/>
              <a:t>unlike</a:t>
            </a:r>
            <a:r>
              <a:rPr lang="es-MX" sz="2000" b="1" dirty="0"/>
              <a:t> [</a:t>
            </a:r>
            <a:r>
              <a:rPr lang="es-MX" sz="2000" b="1" dirty="0" err="1"/>
              <a:t>competing</a:t>
            </a:r>
            <a:r>
              <a:rPr lang="es-MX" sz="2000" b="1" dirty="0"/>
              <a:t> </a:t>
            </a:r>
            <a:r>
              <a:rPr lang="es-MX" sz="2000" b="1" dirty="0" err="1"/>
              <a:t>value</a:t>
            </a:r>
            <a:r>
              <a:rPr lang="es-MX" sz="2000" b="1" dirty="0"/>
              <a:t> </a:t>
            </a:r>
            <a:r>
              <a:rPr lang="es-MX" sz="2000" b="1" dirty="0" err="1"/>
              <a:t>proposition</a:t>
            </a:r>
            <a:r>
              <a:rPr lang="es-MX" sz="2000" b="1" dirty="0"/>
              <a:t>])</a:t>
            </a:r>
          </a:p>
          <a:p>
            <a:r>
              <a:rPr lang="es-MX" sz="2000" dirty="0"/>
              <a:t>Aquí escribes lo que hace tu competencia y por qué tú eres diferente o mejor.</a:t>
            </a:r>
          </a:p>
          <a:p>
            <a:r>
              <a:rPr lang="es-MX" sz="2000" dirty="0"/>
              <a:t>Ejemplo: a diferencia de los champús comerciales que usan sulfatos agresivos.</a:t>
            </a:r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val="9453912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8288000" cy="778510"/>
            </a:xfrm>
            <a:custGeom>
              <a:avLst/>
              <a:gdLst/>
              <a:ahLst/>
              <a:cxnLst/>
              <a:rect l="l" t="t" r="r" b="b"/>
              <a:pathLst>
                <a:path w="18288000" h="778510">
                  <a:moveTo>
                    <a:pt x="18288000" y="777885"/>
                  </a:moveTo>
                  <a:lnTo>
                    <a:pt x="0" y="777885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777885"/>
                  </a:lnTo>
                  <a:close/>
                </a:path>
              </a:pathLst>
            </a:custGeom>
            <a:solidFill>
              <a:srgbClr val="4E6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053220" y="247166"/>
              <a:ext cx="1206500" cy="297180"/>
            </a:xfrm>
            <a:custGeom>
              <a:avLst/>
              <a:gdLst/>
              <a:ahLst/>
              <a:cxnLst/>
              <a:rect l="l" t="t" r="r" b="b"/>
              <a:pathLst>
                <a:path w="1206500" h="297180">
                  <a:moveTo>
                    <a:pt x="297053" y="148526"/>
                  </a:moveTo>
                  <a:lnTo>
                    <a:pt x="289471" y="101574"/>
                  </a:lnTo>
                  <a:lnTo>
                    <a:pt x="268389" y="60807"/>
                  </a:lnTo>
                  <a:lnTo>
                    <a:pt x="236245" y="28651"/>
                  </a:lnTo>
                  <a:lnTo>
                    <a:pt x="195465" y="7569"/>
                  </a:lnTo>
                  <a:lnTo>
                    <a:pt x="148526" y="0"/>
                  </a:lnTo>
                  <a:lnTo>
                    <a:pt x="101587" y="7569"/>
                  </a:lnTo>
                  <a:lnTo>
                    <a:pt x="60807" y="28651"/>
                  </a:lnTo>
                  <a:lnTo>
                    <a:pt x="28663" y="60807"/>
                  </a:lnTo>
                  <a:lnTo>
                    <a:pt x="7569" y="101574"/>
                  </a:lnTo>
                  <a:lnTo>
                    <a:pt x="0" y="148526"/>
                  </a:lnTo>
                  <a:lnTo>
                    <a:pt x="7569" y="195465"/>
                  </a:lnTo>
                  <a:lnTo>
                    <a:pt x="28663" y="236232"/>
                  </a:lnTo>
                  <a:lnTo>
                    <a:pt x="60807" y="268389"/>
                  </a:lnTo>
                  <a:lnTo>
                    <a:pt x="101587" y="289471"/>
                  </a:lnTo>
                  <a:lnTo>
                    <a:pt x="148526" y="297040"/>
                  </a:lnTo>
                  <a:lnTo>
                    <a:pt x="195465" y="289471"/>
                  </a:lnTo>
                  <a:lnTo>
                    <a:pt x="236245" y="268389"/>
                  </a:lnTo>
                  <a:lnTo>
                    <a:pt x="268389" y="236232"/>
                  </a:lnTo>
                  <a:lnTo>
                    <a:pt x="289471" y="195465"/>
                  </a:lnTo>
                  <a:lnTo>
                    <a:pt x="297053" y="148526"/>
                  </a:lnTo>
                  <a:close/>
                </a:path>
                <a:path w="1206500" h="297180">
                  <a:moveTo>
                    <a:pt x="751560" y="148526"/>
                  </a:moveTo>
                  <a:lnTo>
                    <a:pt x="743991" y="101574"/>
                  </a:lnTo>
                  <a:lnTo>
                    <a:pt x="722909" y="60807"/>
                  </a:lnTo>
                  <a:lnTo>
                    <a:pt x="690753" y="28651"/>
                  </a:lnTo>
                  <a:lnTo>
                    <a:pt x="649986" y="7569"/>
                  </a:lnTo>
                  <a:lnTo>
                    <a:pt x="603034" y="0"/>
                  </a:lnTo>
                  <a:lnTo>
                    <a:pt x="556094" y="7569"/>
                  </a:lnTo>
                  <a:lnTo>
                    <a:pt x="515327" y="28651"/>
                  </a:lnTo>
                  <a:lnTo>
                    <a:pt x="483171" y="60807"/>
                  </a:lnTo>
                  <a:lnTo>
                    <a:pt x="462089" y="101574"/>
                  </a:lnTo>
                  <a:lnTo>
                    <a:pt x="454520" y="148526"/>
                  </a:lnTo>
                  <a:lnTo>
                    <a:pt x="462089" y="195465"/>
                  </a:lnTo>
                  <a:lnTo>
                    <a:pt x="483171" y="236232"/>
                  </a:lnTo>
                  <a:lnTo>
                    <a:pt x="515327" y="268389"/>
                  </a:lnTo>
                  <a:lnTo>
                    <a:pt x="556094" y="289471"/>
                  </a:lnTo>
                  <a:lnTo>
                    <a:pt x="603034" y="297040"/>
                  </a:lnTo>
                  <a:lnTo>
                    <a:pt x="649986" y="289471"/>
                  </a:lnTo>
                  <a:lnTo>
                    <a:pt x="690753" y="268389"/>
                  </a:lnTo>
                  <a:lnTo>
                    <a:pt x="722909" y="236232"/>
                  </a:lnTo>
                  <a:lnTo>
                    <a:pt x="743991" y="195465"/>
                  </a:lnTo>
                  <a:lnTo>
                    <a:pt x="751560" y="148526"/>
                  </a:lnTo>
                  <a:close/>
                </a:path>
                <a:path w="1206500" h="297180">
                  <a:moveTo>
                    <a:pt x="1206068" y="148526"/>
                  </a:moveTo>
                  <a:lnTo>
                    <a:pt x="1198499" y="101574"/>
                  </a:lnTo>
                  <a:lnTo>
                    <a:pt x="1177417" y="60807"/>
                  </a:lnTo>
                  <a:lnTo>
                    <a:pt x="1145273" y="28651"/>
                  </a:lnTo>
                  <a:lnTo>
                    <a:pt x="1104493" y="7569"/>
                  </a:lnTo>
                  <a:lnTo>
                    <a:pt x="1057554" y="0"/>
                  </a:lnTo>
                  <a:lnTo>
                    <a:pt x="1010602" y="7569"/>
                  </a:lnTo>
                  <a:lnTo>
                    <a:pt x="969835" y="28651"/>
                  </a:lnTo>
                  <a:lnTo>
                    <a:pt x="937691" y="60807"/>
                  </a:lnTo>
                  <a:lnTo>
                    <a:pt x="916597" y="101574"/>
                  </a:lnTo>
                  <a:lnTo>
                    <a:pt x="909027" y="148526"/>
                  </a:lnTo>
                  <a:lnTo>
                    <a:pt x="916597" y="195465"/>
                  </a:lnTo>
                  <a:lnTo>
                    <a:pt x="937691" y="236232"/>
                  </a:lnTo>
                  <a:lnTo>
                    <a:pt x="969835" y="268389"/>
                  </a:lnTo>
                  <a:lnTo>
                    <a:pt x="1010602" y="289471"/>
                  </a:lnTo>
                  <a:lnTo>
                    <a:pt x="1057554" y="297040"/>
                  </a:lnTo>
                  <a:lnTo>
                    <a:pt x="1104493" y="289471"/>
                  </a:lnTo>
                  <a:lnTo>
                    <a:pt x="1145273" y="268389"/>
                  </a:lnTo>
                  <a:lnTo>
                    <a:pt x="1177417" y="236232"/>
                  </a:lnTo>
                  <a:lnTo>
                    <a:pt x="1198499" y="195465"/>
                  </a:lnTo>
                  <a:lnTo>
                    <a:pt x="1206068" y="1485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2582876" y="5165169"/>
            <a:ext cx="4893945" cy="1558925"/>
          </a:xfrm>
          <a:prstGeom prst="rect">
            <a:avLst/>
          </a:prstGeom>
        </p:spPr>
        <p:txBody>
          <a:bodyPr vert="horz" wrap="square" lIns="0" tIns="307975" rIns="0" bIns="0" rtlCol="0">
            <a:spAutoFit/>
          </a:bodyPr>
          <a:lstStyle/>
          <a:p>
            <a:pPr marL="12700" marR="5080">
              <a:lnSpc>
                <a:spcPct val="67700"/>
              </a:lnSpc>
              <a:spcBef>
                <a:spcPts val="2425"/>
              </a:spcBef>
            </a:pPr>
            <a:r>
              <a:rPr spc="600" dirty="0"/>
              <a:t>ANÁLISI</a:t>
            </a:r>
            <a:r>
              <a:rPr spc="340" dirty="0"/>
              <a:t> </a:t>
            </a:r>
            <a:r>
              <a:rPr spc="285" dirty="0"/>
              <a:t>DE </a:t>
            </a:r>
            <a:r>
              <a:rPr spc="470" dirty="0"/>
              <a:t>CLIENTES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5943845" y="1349664"/>
            <a:ext cx="2037080" cy="2560320"/>
            <a:chOff x="15943845" y="1349664"/>
            <a:chExt cx="2037080" cy="2560320"/>
          </a:xfrm>
        </p:grpSpPr>
        <p:sp>
          <p:nvSpPr>
            <p:cNvPr id="8" name="object 8"/>
            <p:cNvSpPr/>
            <p:nvPr/>
          </p:nvSpPr>
          <p:spPr>
            <a:xfrm>
              <a:off x="16487707" y="2875641"/>
              <a:ext cx="1034415" cy="1034415"/>
            </a:xfrm>
            <a:custGeom>
              <a:avLst/>
              <a:gdLst/>
              <a:ahLst/>
              <a:cxnLst/>
              <a:rect l="l" t="t" r="r" b="b"/>
              <a:pathLst>
                <a:path w="1034415" h="1034414">
                  <a:moveTo>
                    <a:pt x="516927" y="1033856"/>
                  </a:moveTo>
                  <a:lnTo>
                    <a:pt x="469876" y="1031744"/>
                  </a:lnTo>
                  <a:lnTo>
                    <a:pt x="424009" y="1025528"/>
                  </a:lnTo>
                  <a:lnTo>
                    <a:pt x="379507" y="1015391"/>
                  </a:lnTo>
                  <a:lnTo>
                    <a:pt x="336555" y="1001516"/>
                  </a:lnTo>
                  <a:lnTo>
                    <a:pt x="295333" y="984085"/>
                  </a:lnTo>
                  <a:lnTo>
                    <a:pt x="256024" y="963281"/>
                  </a:lnTo>
                  <a:lnTo>
                    <a:pt x="218811" y="939285"/>
                  </a:lnTo>
                  <a:lnTo>
                    <a:pt x="183877" y="912281"/>
                  </a:lnTo>
                  <a:lnTo>
                    <a:pt x="151404" y="882452"/>
                  </a:lnTo>
                  <a:lnTo>
                    <a:pt x="121575" y="849978"/>
                  </a:lnTo>
                  <a:lnTo>
                    <a:pt x="94571" y="815044"/>
                  </a:lnTo>
                  <a:lnTo>
                    <a:pt x="70575" y="777832"/>
                  </a:lnTo>
                  <a:lnTo>
                    <a:pt x="49771" y="738523"/>
                  </a:lnTo>
                  <a:lnTo>
                    <a:pt x="32340" y="697301"/>
                  </a:lnTo>
                  <a:lnTo>
                    <a:pt x="18465" y="654348"/>
                  </a:lnTo>
                  <a:lnTo>
                    <a:pt x="8328" y="609846"/>
                  </a:lnTo>
                  <a:lnTo>
                    <a:pt x="2112" y="563979"/>
                  </a:lnTo>
                  <a:lnTo>
                    <a:pt x="0" y="516928"/>
                  </a:lnTo>
                  <a:lnTo>
                    <a:pt x="2112" y="469877"/>
                  </a:lnTo>
                  <a:lnTo>
                    <a:pt x="8328" y="424009"/>
                  </a:lnTo>
                  <a:lnTo>
                    <a:pt x="18465" y="379508"/>
                  </a:lnTo>
                  <a:lnTo>
                    <a:pt x="32340" y="336555"/>
                  </a:lnTo>
                  <a:lnTo>
                    <a:pt x="49771" y="295333"/>
                  </a:lnTo>
                  <a:lnTo>
                    <a:pt x="70575" y="256024"/>
                  </a:lnTo>
                  <a:lnTo>
                    <a:pt x="94571" y="218812"/>
                  </a:lnTo>
                  <a:lnTo>
                    <a:pt x="121575" y="183877"/>
                  </a:lnTo>
                  <a:lnTo>
                    <a:pt x="151404" y="151404"/>
                  </a:lnTo>
                  <a:lnTo>
                    <a:pt x="183877" y="121575"/>
                  </a:lnTo>
                  <a:lnTo>
                    <a:pt x="218811" y="94571"/>
                  </a:lnTo>
                  <a:lnTo>
                    <a:pt x="256024" y="70575"/>
                  </a:lnTo>
                  <a:lnTo>
                    <a:pt x="295333" y="49771"/>
                  </a:lnTo>
                  <a:lnTo>
                    <a:pt x="336555" y="32340"/>
                  </a:lnTo>
                  <a:lnTo>
                    <a:pt x="379507" y="18465"/>
                  </a:lnTo>
                  <a:lnTo>
                    <a:pt x="424009" y="8328"/>
                  </a:lnTo>
                  <a:lnTo>
                    <a:pt x="469876" y="2112"/>
                  </a:lnTo>
                  <a:lnTo>
                    <a:pt x="516927" y="0"/>
                  </a:lnTo>
                  <a:lnTo>
                    <a:pt x="563978" y="2112"/>
                  </a:lnTo>
                  <a:lnTo>
                    <a:pt x="609846" y="8328"/>
                  </a:lnTo>
                  <a:lnTo>
                    <a:pt x="654348" y="18465"/>
                  </a:lnTo>
                  <a:lnTo>
                    <a:pt x="697301" y="32340"/>
                  </a:lnTo>
                  <a:lnTo>
                    <a:pt x="738523" y="49771"/>
                  </a:lnTo>
                  <a:lnTo>
                    <a:pt x="777832" y="70575"/>
                  </a:lnTo>
                  <a:lnTo>
                    <a:pt x="815044" y="94571"/>
                  </a:lnTo>
                  <a:lnTo>
                    <a:pt x="849978" y="121575"/>
                  </a:lnTo>
                  <a:lnTo>
                    <a:pt x="882452" y="151404"/>
                  </a:lnTo>
                  <a:lnTo>
                    <a:pt x="912281" y="183877"/>
                  </a:lnTo>
                  <a:lnTo>
                    <a:pt x="939285" y="218812"/>
                  </a:lnTo>
                  <a:lnTo>
                    <a:pt x="963281" y="256024"/>
                  </a:lnTo>
                  <a:lnTo>
                    <a:pt x="984085" y="295333"/>
                  </a:lnTo>
                  <a:lnTo>
                    <a:pt x="1001516" y="336555"/>
                  </a:lnTo>
                  <a:lnTo>
                    <a:pt x="1015391" y="379508"/>
                  </a:lnTo>
                  <a:lnTo>
                    <a:pt x="1025528" y="424009"/>
                  </a:lnTo>
                  <a:lnTo>
                    <a:pt x="1031744" y="469877"/>
                  </a:lnTo>
                  <a:lnTo>
                    <a:pt x="1033856" y="516928"/>
                  </a:lnTo>
                  <a:lnTo>
                    <a:pt x="1031744" y="563979"/>
                  </a:lnTo>
                  <a:lnTo>
                    <a:pt x="1025528" y="609846"/>
                  </a:lnTo>
                  <a:lnTo>
                    <a:pt x="1015391" y="654348"/>
                  </a:lnTo>
                  <a:lnTo>
                    <a:pt x="1001516" y="697301"/>
                  </a:lnTo>
                  <a:lnTo>
                    <a:pt x="984085" y="738523"/>
                  </a:lnTo>
                  <a:lnTo>
                    <a:pt x="963281" y="777832"/>
                  </a:lnTo>
                  <a:lnTo>
                    <a:pt x="939285" y="815044"/>
                  </a:lnTo>
                  <a:lnTo>
                    <a:pt x="912281" y="849978"/>
                  </a:lnTo>
                  <a:lnTo>
                    <a:pt x="882452" y="882452"/>
                  </a:lnTo>
                  <a:lnTo>
                    <a:pt x="849978" y="912281"/>
                  </a:lnTo>
                  <a:lnTo>
                    <a:pt x="815044" y="939285"/>
                  </a:lnTo>
                  <a:lnTo>
                    <a:pt x="777832" y="963281"/>
                  </a:lnTo>
                  <a:lnTo>
                    <a:pt x="738523" y="984085"/>
                  </a:lnTo>
                  <a:lnTo>
                    <a:pt x="697301" y="1001516"/>
                  </a:lnTo>
                  <a:lnTo>
                    <a:pt x="654348" y="1015391"/>
                  </a:lnTo>
                  <a:lnTo>
                    <a:pt x="609846" y="1025528"/>
                  </a:lnTo>
                  <a:lnTo>
                    <a:pt x="563978" y="1031744"/>
                  </a:lnTo>
                  <a:lnTo>
                    <a:pt x="516927" y="1033856"/>
                  </a:lnTo>
                  <a:close/>
                </a:path>
              </a:pathLst>
            </a:custGeom>
            <a:solidFill>
              <a:srgbClr val="00C8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521562" y="1349664"/>
              <a:ext cx="459105" cy="459105"/>
            </a:xfrm>
            <a:custGeom>
              <a:avLst/>
              <a:gdLst/>
              <a:ahLst/>
              <a:cxnLst/>
              <a:rect l="l" t="t" r="r" b="b"/>
              <a:pathLst>
                <a:path w="459105" h="459105">
                  <a:moveTo>
                    <a:pt x="229549" y="459099"/>
                  </a:moveTo>
                  <a:lnTo>
                    <a:pt x="183287" y="454435"/>
                  </a:lnTo>
                  <a:lnTo>
                    <a:pt x="140198" y="441060"/>
                  </a:lnTo>
                  <a:lnTo>
                    <a:pt x="101206" y="419896"/>
                  </a:lnTo>
                  <a:lnTo>
                    <a:pt x="67233" y="391865"/>
                  </a:lnTo>
                  <a:lnTo>
                    <a:pt x="39203" y="357893"/>
                  </a:lnTo>
                  <a:lnTo>
                    <a:pt x="18039" y="318900"/>
                  </a:lnTo>
                  <a:lnTo>
                    <a:pt x="4663" y="275812"/>
                  </a:lnTo>
                  <a:lnTo>
                    <a:pt x="0" y="229549"/>
                  </a:lnTo>
                  <a:lnTo>
                    <a:pt x="4663" y="183287"/>
                  </a:lnTo>
                  <a:lnTo>
                    <a:pt x="18039" y="140198"/>
                  </a:lnTo>
                  <a:lnTo>
                    <a:pt x="39203" y="101206"/>
                  </a:lnTo>
                  <a:lnTo>
                    <a:pt x="67233" y="67233"/>
                  </a:lnTo>
                  <a:lnTo>
                    <a:pt x="101206" y="39203"/>
                  </a:lnTo>
                  <a:lnTo>
                    <a:pt x="140198" y="18039"/>
                  </a:lnTo>
                  <a:lnTo>
                    <a:pt x="183287" y="4663"/>
                  </a:lnTo>
                  <a:lnTo>
                    <a:pt x="229549" y="0"/>
                  </a:lnTo>
                  <a:lnTo>
                    <a:pt x="275812" y="4663"/>
                  </a:lnTo>
                  <a:lnTo>
                    <a:pt x="318901" y="18039"/>
                  </a:lnTo>
                  <a:lnTo>
                    <a:pt x="357893" y="39203"/>
                  </a:lnTo>
                  <a:lnTo>
                    <a:pt x="391866" y="67233"/>
                  </a:lnTo>
                  <a:lnTo>
                    <a:pt x="419895" y="101206"/>
                  </a:lnTo>
                  <a:lnTo>
                    <a:pt x="441060" y="140198"/>
                  </a:lnTo>
                  <a:lnTo>
                    <a:pt x="454435" y="183287"/>
                  </a:lnTo>
                  <a:lnTo>
                    <a:pt x="459099" y="229549"/>
                  </a:lnTo>
                  <a:lnTo>
                    <a:pt x="454435" y="275812"/>
                  </a:lnTo>
                  <a:lnTo>
                    <a:pt x="441060" y="318900"/>
                  </a:lnTo>
                  <a:lnTo>
                    <a:pt x="419895" y="357893"/>
                  </a:lnTo>
                  <a:lnTo>
                    <a:pt x="391866" y="391865"/>
                  </a:lnTo>
                  <a:lnTo>
                    <a:pt x="357893" y="419896"/>
                  </a:lnTo>
                  <a:lnTo>
                    <a:pt x="318901" y="441060"/>
                  </a:lnTo>
                  <a:lnTo>
                    <a:pt x="275812" y="454435"/>
                  </a:lnTo>
                  <a:lnTo>
                    <a:pt x="229549" y="459099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43845" y="2000213"/>
              <a:ext cx="684530" cy="684530"/>
            </a:xfrm>
            <a:custGeom>
              <a:avLst/>
              <a:gdLst/>
              <a:ahLst/>
              <a:cxnLst/>
              <a:rect l="l" t="t" r="r" b="b"/>
              <a:pathLst>
                <a:path w="684530" h="684530">
                  <a:moveTo>
                    <a:pt x="342031" y="684062"/>
                  </a:moveTo>
                  <a:lnTo>
                    <a:pt x="295619" y="680939"/>
                  </a:lnTo>
                  <a:lnTo>
                    <a:pt x="251105" y="671844"/>
                  </a:lnTo>
                  <a:lnTo>
                    <a:pt x="208896" y="657183"/>
                  </a:lnTo>
                  <a:lnTo>
                    <a:pt x="169401" y="637365"/>
                  </a:lnTo>
                  <a:lnTo>
                    <a:pt x="133025" y="612795"/>
                  </a:lnTo>
                  <a:lnTo>
                    <a:pt x="100178" y="583883"/>
                  </a:lnTo>
                  <a:lnTo>
                    <a:pt x="71266" y="551036"/>
                  </a:lnTo>
                  <a:lnTo>
                    <a:pt x="46697" y="514660"/>
                  </a:lnTo>
                  <a:lnTo>
                    <a:pt x="26878" y="475165"/>
                  </a:lnTo>
                  <a:lnTo>
                    <a:pt x="12217" y="432956"/>
                  </a:lnTo>
                  <a:lnTo>
                    <a:pt x="3122" y="388442"/>
                  </a:lnTo>
                  <a:lnTo>
                    <a:pt x="0" y="342031"/>
                  </a:lnTo>
                  <a:lnTo>
                    <a:pt x="3122" y="295619"/>
                  </a:lnTo>
                  <a:lnTo>
                    <a:pt x="12217" y="251105"/>
                  </a:lnTo>
                  <a:lnTo>
                    <a:pt x="26878" y="208897"/>
                  </a:lnTo>
                  <a:lnTo>
                    <a:pt x="46697" y="169401"/>
                  </a:lnTo>
                  <a:lnTo>
                    <a:pt x="71266" y="133026"/>
                  </a:lnTo>
                  <a:lnTo>
                    <a:pt x="100178" y="100178"/>
                  </a:lnTo>
                  <a:lnTo>
                    <a:pt x="133025" y="71266"/>
                  </a:lnTo>
                  <a:lnTo>
                    <a:pt x="169401" y="46697"/>
                  </a:lnTo>
                  <a:lnTo>
                    <a:pt x="208896" y="26878"/>
                  </a:lnTo>
                  <a:lnTo>
                    <a:pt x="251105" y="12217"/>
                  </a:lnTo>
                  <a:lnTo>
                    <a:pt x="295619" y="3122"/>
                  </a:lnTo>
                  <a:lnTo>
                    <a:pt x="342031" y="0"/>
                  </a:lnTo>
                  <a:lnTo>
                    <a:pt x="388442" y="3122"/>
                  </a:lnTo>
                  <a:lnTo>
                    <a:pt x="432956" y="12217"/>
                  </a:lnTo>
                  <a:lnTo>
                    <a:pt x="475164" y="26878"/>
                  </a:lnTo>
                  <a:lnTo>
                    <a:pt x="514660" y="46697"/>
                  </a:lnTo>
                  <a:lnTo>
                    <a:pt x="551035" y="71266"/>
                  </a:lnTo>
                  <a:lnTo>
                    <a:pt x="583883" y="100178"/>
                  </a:lnTo>
                  <a:lnTo>
                    <a:pt x="612795" y="133026"/>
                  </a:lnTo>
                  <a:lnTo>
                    <a:pt x="637364" y="169401"/>
                  </a:lnTo>
                  <a:lnTo>
                    <a:pt x="657183" y="208897"/>
                  </a:lnTo>
                  <a:lnTo>
                    <a:pt x="671844" y="251105"/>
                  </a:lnTo>
                  <a:lnTo>
                    <a:pt x="680939" y="295619"/>
                  </a:lnTo>
                  <a:lnTo>
                    <a:pt x="684061" y="342031"/>
                  </a:lnTo>
                  <a:lnTo>
                    <a:pt x="680939" y="388442"/>
                  </a:lnTo>
                  <a:lnTo>
                    <a:pt x="671844" y="432956"/>
                  </a:lnTo>
                  <a:lnTo>
                    <a:pt x="657183" y="475165"/>
                  </a:lnTo>
                  <a:lnTo>
                    <a:pt x="637364" y="514660"/>
                  </a:lnTo>
                  <a:lnTo>
                    <a:pt x="612795" y="551036"/>
                  </a:lnTo>
                  <a:lnTo>
                    <a:pt x="583883" y="583883"/>
                  </a:lnTo>
                  <a:lnTo>
                    <a:pt x="551035" y="612795"/>
                  </a:lnTo>
                  <a:lnTo>
                    <a:pt x="514660" y="637365"/>
                  </a:lnTo>
                  <a:lnTo>
                    <a:pt x="475164" y="657183"/>
                  </a:lnTo>
                  <a:lnTo>
                    <a:pt x="432956" y="671844"/>
                  </a:lnTo>
                  <a:lnTo>
                    <a:pt x="388442" y="680939"/>
                  </a:lnTo>
                  <a:lnTo>
                    <a:pt x="342031" y="684062"/>
                  </a:lnTo>
                  <a:close/>
                </a:path>
              </a:pathLst>
            </a:custGeom>
            <a:solidFill>
              <a:srgbClr val="FF4D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4640048"/>
            <a:ext cx="8229600" cy="461354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6000" y="3291276"/>
            <a:ext cx="12118340" cy="976630"/>
          </a:xfrm>
          <a:prstGeom prst="rect">
            <a:avLst/>
          </a:prstGeom>
        </p:spPr>
        <p:txBody>
          <a:bodyPr vert="horz" wrap="square" lIns="0" tIns="215900" rIns="0" bIns="0" rtlCol="0">
            <a:spAutoFit/>
          </a:bodyPr>
          <a:lstStyle/>
          <a:p>
            <a:pPr marL="12700" marR="5080">
              <a:lnSpc>
                <a:spcPct val="66600"/>
              </a:lnSpc>
              <a:spcBef>
                <a:spcPts val="1700"/>
              </a:spcBef>
            </a:pPr>
            <a:r>
              <a:rPr sz="3900" spc="-85" dirty="0">
                <a:solidFill>
                  <a:srgbClr val="00C89E"/>
                </a:solidFill>
                <a:latin typeface="SimSun-ExtB"/>
                <a:cs typeface="SimSun-ExtB"/>
              </a:rPr>
              <a:t>🚀</a:t>
            </a:r>
            <a:r>
              <a:rPr sz="3900" spc="-1125" dirty="0">
                <a:solidFill>
                  <a:srgbClr val="00C89E"/>
                </a:solidFill>
                <a:latin typeface="SimSun-ExtB"/>
                <a:cs typeface="SimSun-ExtB"/>
              </a:rPr>
              <a:t> </a:t>
            </a:r>
            <a:r>
              <a:rPr sz="3500" spc="250" dirty="0">
                <a:solidFill>
                  <a:srgbClr val="00C89E"/>
                </a:solidFill>
                <a:latin typeface="Arial MT"/>
                <a:cs typeface="Arial MT"/>
              </a:rPr>
              <a:t>ENTENDER</a:t>
            </a:r>
            <a:r>
              <a:rPr sz="3500" spc="200" dirty="0">
                <a:solidFill>
                  <a:srgbClr val="00C89E"/>
                </a:solidFill>
                <a:latin typeface="Arial MT"/>
                <a:cs typeface="Arial MT"/>
              </a:rPr>
              <a:t> </a:t>
            </a:r>
            <a:r>
              <a:rPr sz="3500" spc="365" dirty="0">
                <a:solidFill>
                  <a:srgbClr val="00C89E"/>
                </a:solidFill>
                <a:latin typeface="Arial MT"/>
                <a:cs typeface="Arial MT"/>
              </a:rPr>
              <a:t>AL</a:t>
            </a:r>
            <a:r>
              <a:rPr sz="3500" spc="204" dirty="0">
                <a:solidFill>
                  <a:srgbClr val="00C89E"/>
                </a:solidFill>
                <a:latin typeface="Arial MT"/>
                <a:cs typeface="Arial MT"/>
              </a:rPr>
              <a:t> </a:t>
            </a:r>
            <a:r>
              <a:rPr sz="3500" spc="290" dirty="0">
                <a:solidFill>
                  <a:srgbClr val="00C89E"/>
                </a:solidFill>
                <a:latin typeface="Arial MT"/>
                <a:cs typeface="Arial MT"/>
              </a:rPr>
              <a:t>CLIENTE</a:t>
            </a:r>
            <a:r>
              <a:rPr sz="3500" spc="200" dirty="0">
                <a:solidFill>
                  <a:srgbClr val="00C89E"/>
                </a:solidFill>
                <a:latin typeface="Arial MT"/>
                <a:cs typeface="Arial MT"/>
              </a:rPr>
              <a:t> </a:t>
            </a:r>
            <a:r>
              <a:rPr sz="3500" spc="245" dirty="0">
                <a:solidFill>
                  <a:srgbClr val="00C89E"/>
                </a:solidFill>
                <a:latin typeface="Arial MT"/>
                <a:cs typeface="Arial MT"/>
              </a:rPr>
              <a:t>=</a:t>
            </a:r>
            <a:r>
              <a:rPr sz="3500" spc="200" dirty="0">
                <a:solidFill>
                  <a:srgbClr val="00C89E"/>
                </a:solidFill>
                <a:latin typeface="Arial MT"/>
                <a:cs typeface="Arial MT"/>
              </a:rPr>
              <a:t> </a:t>
            </a:r>
            <a:r>
              <a:rPr sz="3500" spc="285" dirty="0">
                <a:solidFill>
                  <a:srgbClr val="00C89E"/>
                </a:solidFill>
                <a:latin typeface="Arial MT"/>
                <a:cs typeface="Arial MT"/>
              </a:rPr>
              <a:t>MAYOR</a:t>
            </a:r>
            <a:r>
              <a:rPr sz="3500" spc="200" dirty="0">
                <a:solidFill>
                  <a:srgbClr val="00C89E"/>
                </a:solidFill>
                <a:latin typeface="Arial MT"/>
                <a:cs typeface="Arial MT"/>
              </a:rPr>
              <a:t> </a:t>
            </a:r>
            <a:r>
              <a:rPr sz="3500" spc="290" dirty="0">
                <a:solidFill>
                  <a:srgbClr val="00C89E"/>
                </a:solidFill>
                <a:latin typeface="Arial MT"/>
                <a:cs typeface="Arial MT"/>
              </a:rPr>
              <a:t>ÉXITO</a:t>
            </a:r>
            <a:r>
              <a:rPr sz="3500" spc="204" dirty="0">
                <a:solidFill>
                  <a:srgbClr val="00C89E"/>
                </a:solidFill>
                <a:latin typeface="Arial MT"/>
                <a:cs typeface="Arial MT"/>
              </a:rPr>
              <a:t> </a:t>
            </a:r>
            <a:r>
              <a:rPr sz="3500" spc="280" dirty="0">
                <a:solidFill>
                  <a:srgbClr val="00C89E"/>
                </a:solidFill>
                <a:latin typeface="Arial MT"/>
                <a:cs typeface="Arial MT"/>
              </a:rPr>
              <a:t>EN</a:t>
            </a:r>
            <a:r>
              <a:rPr sz="3500" spc="200" dirty="0">
                <a:solidFill>
                  <a:srgbClr val="00C89E"/>
                </a:solidFill>
                <a:latin typeface="Arial MT"/>
                <a:cs typeface="Arial MT"/>
              </a:rPr>
              <a:t> </a:t>
            </a:r>
            <a:r>
              <a:rPr sz="3500" spc="250" dirty="0">
                <a:solidFill>
                  <a:srgbClr val="00C89E"/>
                </a:solidFill>
                <a:latin typeface="Arial MT"/>
                <a:cs typeface="Arial MT"/>
              </a:rPr>
              <a:t>EL </a:t>
            </a:r>
            <a:r>
              <a:rPr sz="3500" spc="215" dirty="0">
                <a:solidFill>
                  <a:srgbClr val="00C89E"/>
                </a:solidFill>
                <a:latin typeface="Arial MT"/>
                <a:cs typeface="Arial MT"/>
              </a:rPr>
              <a:t>MERCADO</a:t>
            </a:r>
            <a:endParaRPr sz="3500">
              <a:latin typeface="Arial MT"/>
              <a:cs typeface="Arial MT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16000" y="960755"/>
            <a:ext cx="8787130" cy="2178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040"/>
              </a:lnSpc>
              <a:spcBef>
                <a:spcPts val="100"/>
              </a:spcBef>
            </a:pPr>
            <a:r>
              <a:rPr spc="235" dirty="0"/>
              <a:t>¿POR</a:t>
            </a:r>
            <a:r>
              <a:rPr spc="335" dirty="0"/>
              <a:t> </a:t>
            </a:r>
            <a:r>
              <a:rPr spc="430" dirty="0"/>
              <a:t>QUÉ</a:t>
            </a:r>
            <a:r>
              <a:rPr spc="335" dirty="0"/>
              <a:t> </a:t>
            </a:r>
            <a:r>
              <a:rPr spc="320" dirty="0"/>
              <a:t>ES</a:t>
            </a:r>
            <a:r>
              <a:rPr spc="335" dirty="0"/>
              <a:t> </a:t>
            </a:r>
            <a:r>
              <a:rPr spc="495" dirty="0"/>
              <a:t>CLAVE</a:t>
            </a:r>
          </a:p>
          <a:p>
            <a:pPr marL="12700" marR="3050540">
              <a:lnSpc>
                <a:spcPct val="67700"/>
              </a:lnSpc>
              <a:spcBef>
                <a:spcPts val="1160"/>
              </a:spcBef>
            </a:pPr>
            <a:r>
              <a:rPr spc="600" dirty="0"/>
              <a:t>ANALIZAR</a:t>
            </a:r>
            <a:r>
              <a:rPr spc="360" dirty="0"/>
              <a:t> </a:t>
            </a:r>
            <a:r>
              <a:rPr spc="610" dirty="0"/>
              <a:t>AL </a:t>
            </a:r>
            <a:r>
              <a:rPr spc="470" dirty="0"/>
              <a:t>CLIENTE?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75549" y="4839679"/>
            <a:ext cx="5983605" cy="3692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3000" dirty="0">
                <a:solidFill>
                  <a:srgbClr val="FFFFFF"/>
                </a:solidFill>
                <a:latin typeface="Lucida Sans Unicode"/>
                <a:cs typeface="Lucida Sans Unicode"/>
              </a:rPr>
              <a:t>Un</a:t>
            </a:r>
            <a:r>
              <a:rPr sz="30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0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emprendimiento</a:t>
            </a:r>
            <a:r>
              <a:rPr sz="30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0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no </a:t>
            </a:r>
            <a:r>
              <a:rPr sz="30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sobrevive</a:t>
            </a:r>
            <a:r>
              <a:rPr sz="30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00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30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000" dirty="0">
                <a:solidFill>
                  <a:srgbClr val="FFFFFF"/>
                </a:solidFill>
                <a:latin typeface="Lucida Sans Unicode"/>
                <a:cs typeface="Lucida Sans Unicode"/>
              </a:rPr>
              <a:t>su</a:t>
            </a:r>
            <a:r>
              <a:rPr sz="30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000" dirty="0">
                <a:solidFill>
                  <a:srgbClr val="FFFFFF"/>
                </a:solidFill>
                <a:latin typeface="Lucida Sans Unicode"/>
                <a:cs typeface="Lucida Sans Unicode"/>
              </a:rPr>
              <a:t>idea,</a:t>
            </a:r>
            <a:r>
              <a:rPr sz="30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000" dirty="0">
                <a:solidFill>
                  <a:srgbClr val="FFFFFF"/>
                </a:solidFill>
                <a:latin typeface="Lucida Sans Unicode"/>
                <a:cs typeface="Lucida Sans Unicode"/>
              </a:rPr>
              <a:t>sino</a:t>
            </a:r>
            <a:r>
              <a:rPr sz="30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por </a:t>
            </a:r>
            <a:r>
              <a:rPr sz="3000" dirty="0">
                <a:solidFill>
                  <a:srgbClr val="FFFFFF"/>
                </a:solidFill>
                <a:latin typeface="Lucida Sans Unicode"/>
                <a:cs typeface="Lucida Sans Unicode"/>
              </a:rPr>
              <a:t>su</a:t>
            </a:r>
            <a:r>
              <a:rPr sz="30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000" spc="200" dirty="0">
                <a:solidFill>
                  <a:srgbClr val="FFFFFF"/>
                </a:solidFill>
                <a:latin typeface="Lucida Sans Unicode"/>
                <a:cs typeface="Lucida Sans Unicode"/>
              </a:rPr>
              <a:t>capacidad</a:t>
            </a:r>
            <a:r>
              <a:rPr sz="30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000" spc="1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30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000" dirty="0">
                <a:solidFill>
                  <a:srgbClr val="FFFFFF"/>
                </a:solidFill>
                <a:latin typeface="Lucida Sans Unicode"/>
                <a:cs typeface="Lucida Sans Unicode"/>
              </a:rPr>
              <a:t>resolver</a:t>
            </a:r>
            <a:r>
              <a:rPr sz="30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0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un </a:t>
            </a:r>
            <a:r>
              <a:rPr sz="30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problema</a:t>
            </a:r>
            <a:r>
              <a:rPr sz="30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000" dirty="0">
                <a:solidFill>
                  <a:srgbClr val="FFFFFF"/>
                </a:solidFill>
                <a:latin typeface="Lucida Sans Unicode"/>
                <a:cs typeface="Lucida Sans Unicode"/>
              </a:rPr>
              <a:t>real.</a:t>
            </a:r>
            <a:r>
              <a:rPr sz="3000" spc="-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000" spc="155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3000" spc="-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lograrlo,</a:t>
            </a:r>
            <a:r>
              <a:rPr sz="3000" spc="-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0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es </a:t>
            </a:r>
            <a:r>
              <a:rPr sz="30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esencial</a:t>
            </a:r>
            <a:r>
              <a:rPr sz="30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0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conocer</a:t>
            </a:r>
            <a:r>
              <a:rPr sz="30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0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qué</a:t>
            </a:r>
            <a:r>
              <a:rPr sz="30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motiva, </a:t>
            </a:r>
            <a:r>
              <a:rPr sz="30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qué</a:t>
            </a:r>
            <a:r>
              <a:rPr sz="30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000" spc="130" dirty="0">
                <a:solidFill>
                  <a:srgbClr val="FFFFFF"/>
                </a:solidFill>
                <a:latin typeface="Lucida Sans Unicode"/>
                <a:cs typeface="Lucida Sans Unicode"/>
              </a:rPr>
              <a:t>preocupa</a:t>
            </a:r>
            <a:r>
              <a:rPr sz="30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000" spc="125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30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0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qué</a:t>
            </a:r>
            <a:r>
              <a:rPr sz="30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0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necesita </a:t>
            </a:r>
            <a:r>
              <a:rPr sz="3000" dirty="0">
                <a:solidFill>
                  <a:srgbClr val="FFFFFF"/>
                </a:solidFill>
                <a:latin typeface="Lucida Sans Unicode"/>
                <a:cs typeface="Lucida Sans Unicode"/>
              </a:rPr>
              <a:t>el</a:t>
            </a:r>
            <a:r>
              <a:rPr sz="30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0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cliente</a:t>
            </a:r>
            <a:r>
              <a:rPr sz="300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objetivo.</a:t>
            </a:r>
            <a:endParaRPr sz="3000" dirty="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70408" y="5349027"/>
            <a:ext cx="593026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1" spc="165" dirty="0">
                <a:latin typeface="Trebuchet MS"/>
                <a:cs typeface="Trebuchet MS"/>
              </a:rPr>
              <a:t>Preguntas</a:t>
            </a:r>
            <a:r>
              <a:rPr sz="2250" b="1" spc="-195" dirty="0">
                <a:latin typeface="Trebuchet MS"/>
                <a:cs typeface="Trebuchet MS"/>
              </a:rPr>
              <a:t> </a:t>
            </a:r>
            <a:r>
              <a:rPr sz="2250" b="1" spc="160" dirty="0">
                <a:latin typeface="Trebuchet MS"/>
                <a:cs typeface="Trebuchet MS"/>
              </a:rPr>
              <a:t>clave</a:t>
            </a:r>
            <a:r>
              <a:rPr sz="2250" b="1" spc="-190" dirty="0">
                <a:latin typeface="Trebuchet MS"/>
                <a:cs typeface="Trebuchet MS"/>
              </a:rPr>
              <a:t> </a:t>
            </a:r>
            <a:r>
              <a:rPr sz="2250" b="1" spc="210" dirty="0">
                <a:latin typeface="Trebuchet MS"/>
                <a:cs typeface="Trebuchet MS"/>
              </a:rPr>
              <a:t>para</a:t>
            </a:r>
            <a:r>
              <a:rPr sz="2250" b="1" spc="-195" dirty="0">
                <a:latin typeface="Trebuchet MS"/>
                <a:cs typeface="Trebuchet MS"/>
              </a:rPr>
              <a:t> </a:t>
            </a:r>
            <a:r>
              <a:rPr sz="2250" b="1" spc="125" dirty="0">
                <a:latin typeface="Trebuchet MS"/>
                <a:cs typeface="Trebuchet MS"/>
              </a:rPr>
              <a:t>analizar</a:t>
            </a:r>
            <a:r>
              <a:rPr sz="2250" b="1" spc="-190" dirty="0">
                <a:latin typeface="Trebuchet MS"/>
                <a:cs typeface="Trebuchet MS"/>
              </a:rPr>
              <a:t> </a:t>
            </a:r>
            <a:r>
              <a:rPr sz="2250" b="1" spc="155" dirty="0">
                <a:latin typeface="Trebuchet MS"/>
                <a:cs typeface="Trebuchet MS"/>
              </a:rPr>
              <a:t>al</a:t>
            </a:r>
            <a:r>
              <a:rPr sz="2250" b="1" spc="-195" dirty="0">
                <a:latin typeface="Trebuchet MS"/>
                <a:cs typeface="Trebuchet MS"/>
              </a:rPr>
              <a:t> </a:t>
            </a:r>
            <a:r>
              <a:rPr sz="2250" b="1" spc="-10" dirty="0">
                <a:latin typeface="Trebuchet MS"/>
                <a:cs typeface="Trebuchet MS"/>
              </a:rPr>
              <a:t>cliente:</a:t>
            </a:r>
            <a:endParaRPr sz="22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0408" y="6094371"/>
            <a:ext cx="7545070" cy="2357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500" spc="-50" dirty="0">
                <a:latin typeface="SimSun-ExtB"/>
                <a:cs typeface="SimSun-ExtB"/>
              </a:rPr>
              <a:t>✅</a:t>
            </a:r>
            <a:r>
              <a:rPr sz="2500" spc="-815" dirty="0">
                <a:latin typeface="SimSun-ExtB"/>
                <a:cs typeface="SimSun-ExtB"/>
              </a:rPr>
              <a:t> </a:t>
            </a:r>
            <a:r>
              <a:rPr sz="2250" dirty="0">
                <a:latin typeface="Lucida Sans Unicode"/>
                <a:cs typeface="Lucida Sans Unicode"/>
              </a:rPr>
              <a:t>¿Quién</a:t>
            </a:r>
            <a:r>
              <a:rPr sz="2250" spc="-10" dirty="0">
                <a:latin typeface="Lucida Sans Unicode"/>
                <a:cs typeface="Lucida Sans Unicode"/>
              </a:rPr>
              <a:t> </a:t>
            </a:r>
            <a:r>
              <a:rPr sz="2250" spc="75" dirty="0">
                <a:latin typeface="Lucida Sans Unicode"/>
                <a:cs typeface="Lucida Sans Unicode"/>
              </a:rPr>
              <a:t>es</a:t>
            </a:r>
            <a:r>
              <a:rPr sz="2250" spc="-15" dirty="0">
                <a:latin typeface="Lucida Sans Unicode"/>
                <a:cs typeface="Lucida Sans Unicode"/>
              </a:rPr>
              <a:t> </a:t>
            </a:r>
            <a:r>
              <a:rPr sz="2250" spc="50" dirty="0">
                <a:latin typeface="Lucida Sans Unicode"/>
                <a:cs typeface="Lucida Sans Unicode"/>
              </a:rPr>
              <a:t>mi</a:t>
            </a:r>
            <a:r>
              <a:rPr sz="2250" spc="-10" dirty="0">
                <a:latin typeface="Lucida Sans Unicode"/>
                <a:cs typeface="Lucida Sans Unicode"/>
              </a:rPr>
              <a:t> </a:t>
            </a:r>
            <a:r>
              <a:rPr sz="2250" dirty="0">
                <a:latin typeface="Lucida Sans Unicode"/>
                <a:cs typeface="Lucida Sans Unicode"/>
              </a:rPr>
              <a:t>cliente</a:t>
            </a:r>
            <a:r>
              <a:rPr sz="2250" spc="-15" dirty="0">
                <a:latin typeface="Lucida Sans Unicode"/>
                <a:cs typeface="Lucida Sans Unicode"/>
              </a:rPr>
              <a:t> </a:t>
            </a:r>
            <a:r>
              <a:rPr sz="2250" spc="85" dirty="0">
                <a:latin typeface="Lucida Sans Unicode"/>
                <a:cs typeface="Lucida Sans Unicode"/>
              </a:rPr>
              <a:t>ideal?</a:t>
            </a:r>
            <a:r>
              <a:rPr sz="2250" spc="-10" dirty="0">
                <a:latin typeface="Lucida Sans Unicode"/>
                <a:cs typeface="Lucida Sans Unicode"/>
              </a:rPr>
              <a:t> </a:t>
            </a:r>
            <a:r>
              <a:rPr sz="2250" spc="105" dirty="0">
                <a:latin typeface="Lucida Sans Unicode"/>
                <a:cs typeface="Lucida Sans Unicode"/>
              </a:rPr>
              <a:t>(Segmentación)</a:t>
            </a:r>
            <a:endParaRPr sz="22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500" spc="-50" dirty="0">
                <a:latin typeface="SimSun-ExtB"/>
                <a:cs typeface="SimSun-ExtB"/>
              </a:rPr>
              <a:t>✅</a:t>
            </a:r>
            <a:r>
              <a:rPr sz="2500" spc="-869" dirty="0">
                <a:latin typeface="SimSun-ExtB"/>
                <a:cs typeface="SimSun-ExtB"/>
              </a:rPr>
              <a:t> </a:t>
            </a:r>
            <a:r>
              <a:rPr sz="2250" spc="90" dirty="0">
                <a:latin typeface="Lucida Sans Unicode"/>
                <a:cs typeface="Lucida Sans Unicode"/>
              </a:rPr>
              <a:t>¿Qué</a:t>
            </a:r>
            <a:r>
              <a:rPr sz="2250" spc="-100" dirty="0">
                <a:latin typeface="Lucida Sans Unicode"/>
                <a:cs typeface="Lucida Sans Unicode"/>
              </a:rPr>
              <a:t> </a:t>
            </a:r>
            <a:r>
              <a:rPr sz="2250" spc="70" dirty="0">
                <a:latin typeface="Lucida Sans Unicode"/>
                <a:cs typeface="Lucida Sans Unicode"/>
              </a:rPr>
              <a:t>problemas</a:t>
            </a:r>
            <a:r>
              <a:rPr sz="2250" spc="-105" dirty="0">
                <a:latin typeface="Lucida Sans Unicode"/>
                <a:cs typeface="Lucida Sans Unicode"/>
              </a:rPr>
              <a:t> </a:t>
            </a:r>
            <a:r>
              <a:rPr sz="2250" spc="45" dirty="0">
                <a:latin typeface="Lucida Sans Unicode"/>
                <a:cs typeface="Lucida Sans Unicode"/>
              </a:rPr>
              <a:t>enfrenta</a:t>
            </a:r>
            <a:r>
              <a:rPr sz="2250" spc="-100" dirty="0">
                <a:latin typeface="Lucida Sans Unicode"/>
                <a:cs typeface="Lucida Sans Unicode"/>
              </a:rPr>
              <a:t> </a:t>
            </a:r>
            <a:r>
              <a:rPr sz="2250" spc="80" dirty="0">
                <a:latin typeface="Lucida Sans Unicode"/>
                <a:cs typeface="Lucida Sans Unicode"/>
              </a:rPr>
              <a:t>en</a:t>
            </a:r>
            <a:r>
              <a:rPr sz="2250" spc="-105" dirty="0">
                <a:latin typeface="Lucida Sans Unicode"/>
                <a:cs typeface="Lucida Sans Unicode"/>
              </a:rPr>
              <a:t> </a:t>
            </a:r>
            <a:r>
              <a:rPr sz="2250" dirty="0">
                <a:latin typeface="Lucida Sans Unicode"/>
                <a:cs typeface="Lucida Sans Unicode"/>
              </a:rPr>
              <a:t>su</a:t>
            </a:r>
            <a:r>
              <a:rPr sz="2250" spc="-100" dirty="0">
                <a:latin typeface="Lucida Sans Unicode"/>
                <a:cs typeface="Lucida Sans Unicode"/>
              </a:rPr>
              <a:t> </a:t>
            </a:r>
            <a:r>
              <a:rPr sz="2250" spc="85" dirty="0">
                <a:latin typeface="Lucida Sans Unicode"/>
                <a:cs typeface="Lucida Sans Unicode"/>
              </a:rPr>
              <a:t>día</a:t>
            </a:r>
            <a:r>
              <a:rPr sz="2250" spc="-105" dirty="0">
                <a:latin typeface="Lucida Sans Unicode"/>
                <a:cs typeface="Lucida Sans Unicode"/>
              </a:rPr>
              <a:t> </a:t>
            </a:r>
            <a:r>
              <a:rPr sz="2250" spc="270" dirty="0">
                <a:latin typeface="Lucida Sans Unicode"/>
                <a:cs typeface="Lucida Sans Unicode"/>
              </a:rPr>
              <a:t>a</a:t>
            </a:r>
            <a:r>
              <a:rPr sz="2250" spc="-100" dirty="0">
                <a:latin typeface="Lucida Sans Unicode"/>
                <a:cs typeface="Lucida Sans Unicode"/>
              </a:rPr>
              <a:t> </a:t>
            </a:r>
            <a:r>
              <a:rPr sz="2250" spc="100" dirty="0">
                <a:latin typeface="Lucida Sans Unicode"/>
                <a:cs typeface="Lucida Sans Unicode"/>
              </a:rPr>
              <a:t>día?</a:t>
            </a:r>
            <a:endParaRPr sz="22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500" spc="-50" dirty="0">
                <a:latin typeface="SimSun-ExtB"/>
                <a:cs typeface="SimSun-ExtB"/>
              </a:rPr>
              <a:t>✅</a:t>
            </a:r>
            <a:r>
              <a:rPr sz="2500" spc="-875" dirty="0">
                <a:latin typeface="SimSun-ExtB"/>
                <a:cs typeface="SimSun-ExtB"/>
              </a:rPr>
              <a:t> </a:t>
            </a:r>
            <a:r>
              <a:rPr sz="2250" spc="130" dirty="0">
                <a:latin typeface="Lucida Sans Unicode"/>
                <a:cs typeface="Lucida Sans Unicode"/>
              </a:rPr>
              <a:t>¿Cómo</a:t>
            </a:r>
            <a:r>
              <a:rPr sz="2250" spc="-110" dirty="0">
                <a:latin typeface="Lucida Sans Unicode"/>
                <a:cs typeface="Lucida Sans Unicode"/>
              </a:rPr>
              <a:t> </a:t>
            </a:r>
            <a:r>
              <a:rPr sz="2250" spc="120" dirty="0">
                <a:latin typeface="Lucida Sans Unicode"/>
                <a:cs typeface="Lucida Sans Unicode"/>
              </a:rPr>
              <a:t>toma</a:t>
            </a:r>
            <a:r>
              <a:rPr sz="2250" spc="-114" dirty="0">
                <a:latin typeface="Lucida Sans Unicode"/>
                <a:cs typeface="Lucida Sans Unicode"/>
              </a:rPr>
              <a:t> </a:t>
            </a:r>
            <a:r>
              <a:rPr sz="2250" spc="45" dirty="0">
                <a:latin typeface="Lucida Sans Unicode"/>
                <a:cs typeface="Lucida Sans Unicode"/>
              </a:rPr>
              <a:t>decisiones</a:t>
            </a:r>
            <a:r>
              <a:rPr sz="2250" spc="-110" dirty="0">
                <a:latin typeface="Lucida Sans Unicode"/>
                <a:cs typeface="Lucida Sans Unicode"/>
              </a:rPr>
              <a:t> </a:t>
            </a:r>
            <a:r>
              <a:rPr sz="2250" spc="114" dirty="0">
                <a:latin typeface="Lucida Sans Unicode"/>
                <a:cs typeface="Lucida Sans Unicode"/>
              </a:rPr>
              <a:t>de</a:t>
            </a:r>
            <a:r>
              <a:rPr sz="2250" spc="-110" dirty="0">
                <a:latin typeface="Lucida Sans Unicode"/>
                <a:cs typeface="Lucida Sans Unicode"/>
              </a:rPr>
              <a:t> </a:t>
            </a:r>
            <a:r>
              <a:rPr sz="2250" spc="120" dirty="0">
                <a:latin typeface="Lucida Sans Unicode"/>
                <a:cs typeface="Lucida Sans Unicode"/>
              </a:rPr>
              <a:t>compra?</a:t>
            </a:r>
            <a:endParaRPr sz="22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500" spc="-50" dirty="0">
                <a:latin typeface="SimSun-ExtB"/>
                <a:cs typeface="SimSun-ExtB"/>
              </a:rPr>
              <a:t>✅</a:t>
            </a:r>
            <a:r>
              <a:rPr sz="2500" spc="-855" dirty="0">
                <a:latin typeface="SimSun-ExtB"/>
                <a:cs typeface="SimSun-ExtB"/>
              </a:rPr>
              <a:t> </a:t>
            </a:r>
            <a:r>
              <a:rPr sz="2250" spc="90" dirty="0">
                <a:latin typeface="Lucida Sans Unicode"/>
                <a:cs typeface="Lucida Sans Unicode"/>
              </a:rPr>
              <a:t>¿Qué</a:t>
            </a:r>
            <a:r>
              <a:rPr sz="2250" spc="-75" dirty="0">
                <a:latin typeface="Lucida Sans Unicode"/>
                <a:cs typeface="Lucida Sans Unicode"/>
              </a:rPr>
              <a:t> </a:t>
            </a:r>
            <a:r>
              <a:rPr sz="2250" dirty="0">
                <a:latin typeface="Lucida Sans Unicode"/>
                <a:cs typeface="Lucida Sans Unicode"/>
              </a:rPr>
              <a:t>lo</a:t>
            </a:r>
            <a:r>
              <a:rPr sz="2250" spc="-80" dirty="0">
                <a:latin typeface="Lucida Sans Unicode"/>
                <a:cs typeface="Lucida Sans Unicode"/>
              </a:rPr>
              <a:t> </a:t>
            </a:r>
            <a:r>
              <a:rPr sz="2250" dirty="0">
                <a:latin typeface="Lucida Sans Unicode"/>
                <a:cs typeface="Lucida Sans Unicode"/>
              </a:rPr>
              <a:t>frustra</a:t>
            </a:r>
            <a:r>
              <a:rPr sz="2250" spc="-75" dirty="0">
                <a:latin typeface="Lucida Sans Unicode"/>
                <a:cs typeface="Lucida Sans Unicode"/>
              </a:rPr>
              <a:t> </a:t>
            </a:r>
            <a:r>
              <a:rPr sz="2250" spc="114" dirty="0">
                <a:latin typeface="Lucida Sans Unicode"/>
                <a:cs typeface="Lucida Sans Unicode"/>
              </a:rPr>
              <a:t>de</a:t>
            </a:r>
            <a:r>
              <a:rPr sz="2250" spc="-80" dirty="0">
                <a:latin typeface="Lucida Sans Unicode"/>
                <a:cs typeface="Lucida Sans Unicode"/>
              </a:rPr>
              <a:t> </a:t>
            </a:r>
            <a:r>
              <a:rPr sz="2250" spc="60" dirty="0">
                <a:latin typeface="Lucida Sans Unicode"/>
                <a:cs typeface="Lucida Sans Unicode"/>
              </a:rPr>
              <a:t>las</a:t>
            </a:r>
            <a:r>
              <a:rPr sz="2250" spc="-75" dirty="0">
                <a:latin typeface="Lucida Sans Unicode"/>
                <a:cs typeface="Lucida Sans Unicode"/>
              </a:rPr>
              <a:t> </a:t>
            </a:r>
            <a:r>
              <a:rPr sz="2250" dirty="0">
                <a:latin typeface="Lucida Sans Unicode"/>
                <a:cs typeface="Lucida Sans Unicode"/>
              </a:rPr>
              <a:t>soluciones</a:t>
            </a:r>
            <a:r>
              <a:rPr sz="2250" spc="-80" dirty="0">
                <a:latin typeface="Lucida Sans Unicode"/>
                <a:cs typeface="Lucida Sans Unicode"/>
              </a:rPr>
              <a:t> </a:t>
            </a:r>
            <a:r>
              <a:rPr sz="2250" spc="100" dirty="0">
                <a:latin typeface="Lucida Sans Unicode"/>
                <a:cs typeface="Lucida Sans Unicode"/>
              </a:rPr>
              <a:t>actuales?</a:t>
            </a:r>
            <a:endParaRPr sz="2250">
              <a:latin typeface="Lucida Sans Unicode"/>
              <a:cs typeface="Lucida Sans Unicode"/>
            </a:endParaRPr>
          </a:p>
          <a:p>
            <a:pPr marL="12700" marR="5080">
              <a:lnSpc>
                <a:spcPts val="3080"/>
              </a:lnSpc>
              <a:spcBef>
                <a:spcPts val="40"/>
              </a:spcBef>
            </a:pPr>
            <a:r>
              <a:rPr sz="2500" spc="-50" dirty="0">
                <a:latin typeface="SimSun-ExtB"/>
                <a:cs typeface="SimSun-ExtB"/>
              </a:rPr>
              <a:t>✅</a:t>
            </a:r>
            <a:r>
              <a:rPr sz="2500" spc="-835" dirty="0">
                <a:latin typeface="SimSun-ExtB"/>
                <a:cs typeface="SimSun-ExtB"/>
              </a:rPr>
              <a:t> </a:t>
            </a:r>
            <a:r>
              <a:rPr sz="2250" spc="95" dirty="0">
                <a:latin typeface="Lucida Sans Unicode"/>
                <a:cs typeface="Lucida Sans Unicode"/>
              </a:rPr>
              <a:t>¿Cuánto</a:t>
            </a:r>
            <a:r>
              <a:rPr sz="2250" spc="-50" dirty="0">
                <a:latin typeface="Lucida Sans Unicode"/>
                <a:cs typeface="Lucida Sans Unicode"/>
              </a:rPr>
              <a:t> </a:t>
            </a:r>
            <a:r>
              <a:rPr sz="2250" spc="65" dirty="0">
                <a:latin typeface="Lucida Sans Unicode"/>
                <a:cs typeface="Lucida Sans Unicode"/>
              </a:rPr>
              <a:t>estaría</a:t>
            </a:r>
            <a:r>
              <a:rPr sz="2250" spc="-50" dirty="0">
                <a:latin typeface="Lucida Sans Unicode"/>
                <a:cs typeface="Lucida Sans Unicode"/>
              </a:rPr>
              <a:t> </a:t>
            </a:r>
            <a:r>
              <a:rPr sz="2250" dirty="0">
                <a:latin typeface="Lucida Sans Unicode"/>
                <a:cs typeface="Lucida Sans Unicode"/>
              </a:rPr>
              <a:t>dispuesto</a:t>
            </a:r>
            <a:r>
              <a:rPr sz="2250" spc="-50" dirty="0">
                <a:latin typeface="Lucida Sans Unicode"/>
                <a:cs typeface="Lucida Sans Unicode"/>
              </a:rPr>
              <a:t> </a:t>
            </a:r>
            <a:r>
              <a:rPr sz="2250" spc="270" dirty="0">
                <a:latin typeface="Lucida Sans Unicode"/>
                <a:cs typeface="Lucida Sans Unicode"/>
              </a:rPr>
              <a:t>a</a:t>
            </a:r>
            <a:r>
              <a:rPr sz="2250" spc="-50" dirty="0">
                <a:latin typeface="Lucida Sans Unicode"/>
                <a:cs typeface="Lucida Sans Unicode"/>
              </a:rPr>
              <a:t> </a:t>
            </a:r>
            <a:r>
              <a:rPr sz="2250" spc="125" dirty="0">
                <a:latin typeface="Lucida Sans Unicode"/>
                <a:cs typeface="Lucida Sans Unicode"/>
              </a:rPr>
              <a:t>pagar</a:t>
            </a:r>
            <a:r>
              <a:rPr sz="2250" spc="-50" dirty="0">
                <a:latin typeface="Lucida Sans Unicode"/>
                <a:cs typeface="Lucida Sans Unicode"/>
              </a:rPr>
              <a:t> </a:t>
            </a:r>
            <a:r>
              <a:rPr sz="2250" dirty="0">
                <a:latin typeface="Lucida Sans Unicode"/>
                <a:cs typeface="Lucida Sans Unicode"/>
              </a:rPr>
              <a:t>por</a:t>
            </a:r>
            <a:r>
              <a:rPr sz="2250" spc="-50" dirty="0">
                <a:latin typeface="Lucida Sans Unicode"/>
                <a:cs typeface="Lucida Sans Unicode"/>
              </a:rPr>
              <a:t> </a:t>
            </a:r>
            <a:r>
              <a:rPr sz="2250" dirty="0">
                <a:latin typeface="Lucida Sans Unicode"/>
                <a:cs typeface="Lucida Sans Unicode"/>
              </a:rPr>
              <a:t>resolver</a:t>
            </a:r>
            <a:r>
              <a:rPr sz="2250" spc="-50" dirty="0">
                <a:latin typeface="Lucida Sans Unicode"/>
                <a:cs typeface="Lucida Sans Unicode"/>
              </a:rPr>
              <a:t> </a:t>
            </a:r>
            <a:r>
              <a:rPr sz="2250" spc="-25" dirty="0">
                <a:latin typeface="Lucida Sans Unicode"/>
                <a:cs typeface="Lucida Sans Unicode"/>
              </a:rPr>
              <a:t>su </a:t>
            </a:r>
            <a:r>
              <a:rPr sz="2250" spc="85" dirty="0">
                <a:latin typeface="Lucida Sans Unicode"/>
                <a:cs typeface="Lucida Sans Unicode"/>
              </a:rPr>
              <a:t>problema?</a:t>
            </a:r>
            <a:endParaRPr sz="2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40056" y="1534662"/>
            <a:ext cx="12162144" cy="7876038"/>
            <a:chOff x="5440056" y="1534662"/>
            <a:chExt cx="12038330" cy="7675880"/>
          </a:xfrm>
        </p:grpSpPr>
        <p:sp>
          <p:nvSpPr>
            <p:cNvPr id="3" name="object 3"/>
            <p:cNvSpPr/>
            <p:nvPr/>
          </p:nvSpPr>
          <p:spPr>
            <a:xfrm>
              <a:off x="5637954" y="1732613"/>
              <a:ext cx="3780790" cy="7095490"/>
            </a:xfrm>
            <a:custGeom>
              <a:avLst/>
              <a:gdLst/>
              <a:ahLst/>
              <a:cxnLst/>
              <a:rect l="l" t="t" r="r" b="b"/>
              <a:pathLst>
                <a:path w="3780790" h="7095490">
                  <a:moveTo>
                    <a:pt x="0" y="0"/>
                  </a:moveTo>
                  <a:lnTo>
                    <a:pt x="3780531" y="0"/>
                  </a:lnTo>
                  <a:lnTo>
                    <a:pt x="3780531" y="7095423"/>
                  </a:lnTo>
                  <a:lnTo>
                    <a:pt x="0" y="7095423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FFA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502174" y="1732613"/>
              <a:ext cx="3780790" cy="7095490"/>
            </a:xfrm>
            <a:custGeom>
              <a:avLst/>
              <a:gdLst/>
              <a:ahLst/>
              <a:cxnLst/>
              <a:rect l="l" t="t" r="r" b="b"/>
              <a:pathLst>
                <a:path w="3780790" h="7095490">
                  <a:moveTo>
                    <a:pt x="0" y="0"/>
                  </a:moveTo>
                  <a:lnTo>
                    <a:pt x="3780531" y="0"/>
                  </a:lnTo>
                  <a:lnTo>
                    <a:pt x="3780531" y="7095423"/>
                  </a:lnTo>
                  <a:lnTo>
                    <a:pt x="0" y="7095423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4E6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395063" y="1732613"/>
              <a:ext cx="3780790" cy="7095490"/>
            </a:xfrm>
            <a:custGeom>
              <a:avLst/>
              <a:gdLst/>
              <a:ahLst/>
              <a:cxnLst/>
              <a:rect l="l" t="t" r="r" b="b"/>
              <a:pathLst>
                <a:path w="3780790" h="7095490">
                  <a:moveTo>
                    <a:pt x="0" y="0"/>
                  </a:moveTo>
                  <a:lnTo>
                    <a:pt x="3780531" y="0"/>
                  </a:lnTo>
                  <a:lnTo>
                    <a:pt x="3780531" y="7095423"/>
                  </a:lnTo>
                  <a:lnTo>
                    <a:pt x="0" y="7095423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FF4D6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41167" y="2057674"/>
              <a:ext cx="1774825" cy="1774825"/>
            </a:xfrm>
            <a:custGeom>
              <a:avLst/>
              <a:gdLst/>
              <a:ahLst/>
              <a:cxnLst/>
              <a:rect l="l" t="t" r="r" b="b"/>
              <a:pathLst>
                <a:path w="1774825" h="1774825">
                  <a:moveTo>
                    <a:pt x="887105" y="1774211"/>
                  </a:moveTo>
                  <a:lnTo>
                    <a:pt x="838432" y="1772898"/>
                  </a:lnTo>
                  <a:lnTo>
                    <a:pt x="790445" y="1769005"/>
                  </a:lnTo>
                  <a:lnTo>
                    <a:pt x="743212" y="1762600"/>
                  </a:lnTo>
                  <a:lnTo>
                    <a:pt x="696800" y="1753750"/>
                  </a:lnTo>
                  <a:lnTo>
                    <a:pt x="651278" y="1742522"/>
                  </a:lnTo>
                  <a:lnTo>
                    <a:pt x="606711" y="1728985"/>
                  </a:lnTo>
                  <a:lnTo>
                    <a:pt x="563169" y="1713207"/>
                  </a:lnTo>
                  <a:lnTo>
                    <a:pt x="520720" y="1695253"/>
                  </a:lnTo>
                  <a:lnTo>
                    <a:pt x="479429" y="1675194"/>
                  </a:lnTo>
                  <a:lnTo>
                    <a:pt x="439366" y="1653095"/>
                  </a:lnTo>
                  <a:lnTo>
                    <a:pt x="400598" y="1629025"/>
                  </a:lnTo>
                  <a:lnTo>
                    <a:pt x="363192" y="1603051"/>
                  </a:lnTo>
                  <a:lnTo>
                    <a:pt x="327217" y="1575241"/>
                  </a:lnTo>
                  <a:lnTo>
                    <a:pt x="292739" y="1545663"/>
                  </a:lnTo>
                  <a:lnTo>
                    <a:pt x="259827" y="1514384"/>
                  </a:lnTo>
                  <a:lnTo>
                    <a:pt x="228548" y="1481471"/>
                  </a:lnTo>
                  <a:lnTo>
                    <a:pt x="198969" y="1446994"/>
                  </a:lnTo>
                  <a:lnTo>
                    <a:pt x="171160" y="1411018"/>
                  </a:lnTo>
                  <a:lnTo>
                    <a:pt x="145186" y="1373613"/>
                  </a:lnTo>
                  <a:lnTo>
                    <a:pt x="121116" y="1334844"/>
                  </a:lnTo>
                  <a:lnTo>
                    <a:pt x="99017" y="1294781"/>
                  </a:lnTo>
                  <a:lnTo>
                    <a:pt x="78957" y="1253491"/>
                  </a:lnTo>
                  <a:lnTo>
                    <a:pt x="61004" y="1211041"/>
                  </a:lnTo>
                  <a:lnTo>
                    <a:pt x="45225" y="1167499"/>
                  </a:lnTo>
                  <a:lnTo>
                    <a:pt x="31688" y="1122933"/>
                  </a:lnTo>
                  <a:lnTo>
                    <a:pt x="20460" y="1077410"/>
                  </a:lnTo>
                  <a:lnTo>
                    <a:pt x="11610" y="1030998"/>
                  </a:lnTo>
                  <a:lnTo>
                    <a:pt x="5205" y="983765"/>
                  </a:lnTo>
                  <a:lnTo>
                    <a:pt x="1312" y="935778"/>
                  </a:lnTo>
                  <a:lnTo>
                    <a:pt x="0" y="887105"/>
                  </a:lnTo>
                  <a:lnTo>
                    <a:pt x="1312" y="838432"/>
                  </a:lnTo>
                  <a:lnTo>
                    <a:pt x="5205" y="790445"/>
                  </a:lnTo>
                  <a:lnTo>
                    <a:pt x="11610" y="743212"/>
                  </a:lnTo>
                  <a:lnTo>
                    <a:pt x="20460" y="696800"/>
                  </a:lnTo>
                  <a:lnTo>
                    <a:pt x="31688" y="651277"/>
                  </a:lnTo>
                  <a:lnTo>
                    <a:pt x="45225" y="606711"/>
                  </a:lnTo>
                  <a:lnTo>
                    <a:pt x="61004" y="563169"/>
                  </a:lnTo>
                  <a:lnTo>
                    <a:pt x="78957" y="520719"/>
                  </a:lnTo>
                  <a:lnTo>
                    <a:pt x="99017" y="479429"/>
                  </a:lnTo>
                  <a:lnTo>
                    <a:pt x="121116" y="439366"/>
                  </a:lnTo>
                  <a:lnTo>
                    <a:pt x="145186" y="400598"/>
                  </a:lnTo>
                  <a:lnTo>
                    <a:pt x="171160" y="363192"/>
                  </a:lnTo>
                  <a:lnTo>
                    <a:pt x="198969" y="327217"/>
                  </a:lnTo>
                  <a:lnTo>
                    <a:pt x="228548" y="292739"/>
                  </a:lnTo>
                  <a:lnTo>
                    <a:pt x="259827" y="259827"/>
                  </a:lnTo>
                  <a:lnTo>
                    <a:pt x="292739" y="228548"/>
                  </a:lnTo>
                  <a:lnTo>
                    <a:pt x="327217" y="198969"/>
                  </a:lnTo>
                  <a:lnTo>
                    <a:pt x="363192" y="171159"/>
                  </a:lnTo>
                  <a:lnTo>
                    <a:pt x="400598" y="145186"/>
                  </a:lnTo>
                  <a:lnTo>
                    <a:pt x="439366" y="121115"/>
                  </a:lnTo>
                  <a:lnTo>
                    <a:pt x="479429" y="99017"/>
                  </a:lnTo>
                  <a:lnTo>
                    <a:pt x="520720" y="78957"/>
                  </a:lnTo>
                  <a:lnTo>
                    <a:pt x="563169" y="61004"/>
                  </a:lnTo>
                  <a:lnTo>
                    <a:pt x="606711" y="45225"/>
                  </a:lnTo>
                  <a:lnTo>
                    <a:pt x="651278" y="31688"/>
                  </a:lnTo>
                  <a:lnTo>
                    <a:pt x="696800" y="20460"/>
                  </a:lnTo>
                  <a:lnTo>
                    <a:pt x="743212" y="11610"/>
                  </a:lnTo>
                  <a:lnTo>
                    <a:pt x="790445" y="5205"/>
                  </a:lnTo>
                  <a:lnTo>
                    <a:pt x="838432" y="1312"/>
                  </a:lnTo>
                  <a:lnTo>
                    <a:pt x="887105" y="0"/>
                  </a:lnTo>
                  <a:lnTo>
                    <a:pt x="935778" y="1312"/>
                  </a:lnTo>
                  <a:lnTo>
                    <a:pt x="983765" y="5205"/>
                  </a:lnTo>
                  <a:lnTo>
                    <a:pt x="1030998" y="11610"/>
                  </a:lnTo>
                  <a:lnTo>
                    <a:pt x="1077410" y="20460"/>
                  </a:lnTo>
                  <a:lnTo>
                    <a:pt x="1122933" y="31688"/>
                  </a:lnTo>
                  <a:lnTo>
                    <a:pt x="1167499" y="45225"/>
                  </a:lnTo>
                  <a:lnTo>
                    <a:pt x="1211041" y="61004"/>
                  </a:lnTo>
                  <a:lnTo>
                    <a:pt x="1253491" y="78957"/>
                  </a:lnTo>
                  <a:lnTo>
                    <a:pt x="1294781" y="99017"/>
                  </a:lnTo>
                  <a:lnTo>
                    <a:pt x="1334844" y="121115"/>
                  </a:lnTo>
                  <a:lnTo>
                    <a:pt x="1373613" y="145186"/>
                  </a:lnTo>
                  <a:lnTo>
                    <a:pt x="1411018" y="171159"/>
                  </a:lnTo>
                  <a:lnTo>
                    <a:pt x="1446994" y="198969"/>
                  </a:lnTo>
                  <a:lnTo>
                    <a:pt x="1481471" y="228548"/>
                  </a:lnTo>
                  <a:lnTo>
                    <a:pt x="1514384" y="259827"/>
                  </a:lnTo>
                  <a:lnTo>
                    <a:pt x="1545663" y="292739"/>
                  </a:lnTo>
                  <a:lnTo>
                    <a:pt x="1575241" y="327217"/>
                  </a:lnTo>
                  <a:lnTo>
                    <a:pt x="1603051" y="363192"/>
                  </a:lnTo>
                  <a:lnTo>
                    <a:pt x="1629025" y="400598"/>
                  </a:lnTo>
                  <a:lnTo>
                    <a:pt x="1653095" y="439366"/>
                  </a:lnTo>
                  <a:lnTo>
                    <a:pt x="1675194" y="479429"/>
                  </a:lnTo>
                  <a:lnTo>
                    <a:pt x="1695254" y="520719"/>
                  </a:lnTo>
                  <a:lnTo>
                    <a:pt x="1713207" y="563169"/>
                  </a:lnTo>
                  <a:lnTo>
                    <a:pt x="1728986" y="606711"/>
                  </a:lnTo>
                  <a:lnTo>
                    <a:pt x="1742523" y="651277"/>
                  </a:lnTo>
                  <a:lnTo>
                    <a:pt x="1753750" y="696800"/>
                  </a:lnTo>
                  <a:lnTo>
                    <a:pt x="1762600" y="743212"/>
                  </a:lnTo>
                  <a:lnTo>
                    <a:pt x="1769005" y="790445"/>
                  </a:lnTo>
                  <a:lnTo>
                    <a:pt x="1772898" y="838432"/>
                  </a:lnTo>
                  <a:lnTo>
                    <a:pt x="1774211" y="887105"/>
                  </a:lnTo>
                  <a:lnTo>
                    <a:pt x="1772898" y="935778"/>
                  </a:lnTo>
                  <a:lnTo>
                    <a:pt x="1769005" y="983765"/>
                  </a:lnTo>
                  <a:lnTo>
                    <a:pt x="1762600" y="1030998"/>
                  </a:lnTo>
                  <a:lnTo>
                    <a:pt x="1753750" y="1077410"/>
                  </a:lnTo>
                  <a:lnTo>
                    <a:pt x="1742523" y="1122933"/>
                  </a:lnTo>
                  <a:lnTo>
                    <a:pt x="1728986" y="1167499"/>
                  </a:lnTo>
                  <a:lnTo>
                    <a:pt x="1713207" y="1211041"/>
                  </a:lnTo>
                  <a:lnTo>
                    <a:pt x="1695254" y="1253491"/>
                  </a:lnTo>
                  <a:lnTo>
                    <a:pt x="1675194" y="1294781"/>
                  </a:lnTo>
                  <a:lnTo>
                    <a:pt x="1653095" y="1334844"/>
                  </a:lnTo>
                  <a:lnTo>
                    <a:pt x="1629025" y="1373613"/>
                  </a:lnTo>
                  <a:lnTo>
                    <a:pt x="1603051" y="1411018"/>
                  </a:lnTo>
                  <a:lnTo>
                    <a:pt x="1575241" y="1446994"/>
                  </a:lnTo>
                  <a:lnTo>
                    <a:pt x="1545663" y="1481471"/>
                  </a:lnTo>
                  <a:lnTo>
                    <a:pt x="1514384" y="1514384"/>
                  </a:lnTo>
                  <a:lnTo>
                    <a:pt x="1481471" y="1545663"/>
                  </a:lnTo>
                  <a:lnTo>
                    <a:pt x="1446994" y="1575241"/>
                  </a:lnTo>
                  <a:lnTo>
                    <a:pt x="1411018" y="1603051"/>
                  </a:lnTo>
                  <a:lnTo>
                    <a:pt x="1373613" y="1629025"/>
                  </a:lnTo>
                  <a:lnTo>
                    <a:pt x="1334844" y="1653095"/>
                  </a:lnTo>
                  <a:lnTo>
                    <a:pt x="1294781" y="1675194"/>
                  </a:lnTo>
                  <a:lnTo>
                    <a:pt x="1253491" y="1695253"/>
                  </a:lnTo>
                  <a:lnTo>
                    <a:pt x="1211041" y="1713207"/>
                  </a:lnTo>
                  <a:lnTo>
                    <a:pt x="1167499" y="1728985"/>
                  </a:lnTo>
                  <a:lnTo>
                    <a:pt x="1122933" y="1742522"/>
                  </a:lnTo>
                  <a:lnTo>
                    <a:pt x="1077410" y="1753750"/>
                  </a:lnTo>
                  <a:lnTo>
                    <a:pt x="1030998" y="1762600"/>
                  </a:lnTo>
                  <a:lnTo>
                    <a:pt x="983765" y="1769005"/>
                  </a:lnTo>
                  <a:lnTo>
                    <a:pt x="935778" y="1772898"/>
                  </a:lnTo>
                  <a:lnTo>
                    <a:pt x="887105" y="1774211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505388" y="2057674"/>
              <a:ext cx="1774825" cy="1774825"/>
            </a:xfrm>
            <a:custGeom>
              <a:avLst/>
              <a:gdLst/>
              <a:ahLst/>
              <a:cxnLst/>
              <a:rect l="l" t="t" r="r" b="b"/>
              <a:pathLst>
                <a:path w="1774825" h="1774825">
                  <a:moveTo>
                    <a:pt x="887105" y="1774211"/>
                  </a:moveTo>
                  <a:lnTo>
                    <a:pt x="838432" y="1772898"/>
                  </a:lnTo>
                  <a:lnTo>
                    <a:pt x="790445" y="1769005"/>
                  </a:lnTo>
                  <a:lnTo>
                    <a:pt x="743212" y="1762600"/>
                  </a:lnTo>
                  <a:lnTo>
                    <a:pt x="696800" y="1753750"/>
                  </a:lnTo>
                  <a:lnTo>
                    <a:pt x="651277" y="1742522"/>
                  </a:lnTo>
                  <a:lnTo>
                    <a:pt x="606711" y="1728985"/>
                  </a:lnTo>
                  <a:lnTo>
                    <a:pt x="563169" y="1713207"/>
                  </a:lnTo>
                  <a:lnTo>
                    <a:pt x="520719" y="1695253"/>
                  </a:lnTo>
                  <a:lnTo>
                    <a:pt x="479429" y="1675194"/>
                  </a:lnTo>
                  <a:lnTo>
                    <a:pt x="439366" y="1653095"/>
                  </a:lnTo>
                  <a:lnTo>
                    <a:pt x="400598" y="1629025"/>
                  </a:lnTo>
                  <a:lnTo>
                    <a:pt x="363192" y="1603051"/>
                  </a:lnTo>
                  <a:lnTo>
                    <a:pt x="327217" y="1575241"/>
                  </a:lnTo>
                  <a:lnTo>
                    <a:pt x="292739" y="1545663"/>
                  </a:lnTo>
                  <a:lnTo>
                    <a:pt x="259827" y="1514384"/>
                  </a:lnTo>
                  <a:lnTo>
                    <a:pt x="228548" y="1481471"/>
                  </a:lnTo>
                  <a:lnTo>
                    <a:pt x="198969" y="1446994"/>
                  </a:lnTo>
                  <a:lnTo>
                    <a:pt x="171159" y="1411018"/>
                  </a:lnTo>
                  <a:lnTo>
                    <a:pt x="145186" y="1373613"/>
                  </a:lnTo>
                  <a:lnTo>
                    <a:pt x="121115" y="1334844"/>
                  </a:lnTo>
                  <a:lnTo>
                    <a:pt x="99017" y="1294781"/>
                  </a:lnTo>
                  <a:lnTo>
                    <a:pt x="78957" y="1253491"/>
                  </a:lnTo>
                  <a:lnTo>
                    <a:pt x="61004" y="1211041"/>
                  </a:lnTo>
                  <a:lnTo>
                    <a:pt x="45225" y="1167499"/>
                  </a:lnTo>
                  <a:lnTo>
                    <a:pt x="31688" y="1122933"/>
                  </a:lnTo>
                  <a:lnTo>
                    <a:pt x="20460" y="1077410"/>
                  </a:lnTo>
                  <a:lnTo>
                    <a:pt x="11610" y="1030998"/>
                  </a:lnTo>
                  <a:lnTo>
                    <a:pt x="5205" y="983765"/>
                  </a:lnTo>
                  <a:lnTo>
                    <a:pt x="1312" y="935778"/>
                  </a:lnTo>
                  <a:lnTo>
                    <a:pt x="0" y="887105"/>
                  </a:lnTo>
                  <a:lnTo>
                    <a:pt x="1312" y="838432"/>
                  </a:lnTo>
                  <a:lnTo>
                    <a:pt x="5205" y="790445"/>
                  </a:lnTo>
                  <a:lnTo>
                    <a:pt x="11610" y="743212"/>
                  </a:lnTo>
                  <a:lnTo>
                    <a:pt x="20460" y="696800"/>
                  </a:lnTo>
                  <a:lnTo>
                    <a:pt x="31688" y="651277"/>
                  </a:lnTo>
                  <a:lnTo>
                    <a:pt x="45225" y="606711"/>
                  </a:lnTo>
                  <a:lnTo>
                    <a:pt x="61004" y="563169"/>
                  </a:lnTo>
                  <a:lnTo>
                    <a:pt x="78957" y="520719"/>
                  </a:lnTo>
                  <a:lnTo>
                    <a:pt x="99017" y="479429"/>
                  </a:lnTo>
                  <a:lnTo>
                    <a:pt x="121115" y="439366"/>
                  </a:lnTo>
                  <a:lnTo>
                    <a:pt x="145186" y="400598"/>
                  </a:lnTo>
                  <a:lnTo>
                    <a:pt x="171159" y="363192"/>
                  </a:lnTo>
                  <a:lnTo>
                    <a:pt x="198969" y="327217"/>
                  </a:lnTo>
                  <a:lnTo>
                    <a:pt x="228548" y="292739"/>
                  </a:lnTo>
                  <a:lnTo>
                    <a:pt x="259827" y="259827"/>
                  </a:lnTo>
                  <a:lnTo>
                    <a:pt x="292739" y="228548"/>
                  </a:lnTo>
                  <a:lnTo>
                    <a:pt x="327217" y="198969"/>
                  </a:lnTo>
                  <a:lnTo>
                    <a:pt x="363192" y="171159"/>
                  </a:lnTo>
                  <a:lnTo>
                    <a:pt x="400598" y="145186"/>
                  </a:lnTo>
                  <a:lnTo>
                    <a:pt x="439366" y="121115"/>
                  </a:lnTo>
                  <a:lnTo>
                    <a:pt x="479429" y="99017"/>
                  </a:lnTo>
                  <a:lnTo>
                    <a:pt x="520719" y="78957"/>
                  </a:lnTo>
                  <a:lnTo>
                    <a:pt x="563169" y="61004"/>
                  </a:lnTo>
                  <a:lnTo>
                    <a:pt x="606711" y="45225"/>
                  </a:lnTo>
                  <a:lnTo>
                    <a:pt x="651277" y="31688"/>
                  </a:lnTo>
                  <a:lnTo>
                    <a:pt x="696800" y="20460"/>
                  </a:lnTo>
                  <a:lnTo>
                    <a:pt x="743212" y="11610"/>
                  </a:lnTo>
                  <a:lnTo>
                    <a:pt x="790445" y="5205"/>
                  </a:lnTo>
                  <a:lnTo>
                    <a:pt x="838432" y="1312"/>
                  </a:lnTo>
                  <a:lnTo>
                    <a:pt x="887105" y="0"/>
                  </a:lnTo>
                  <a:lnTo>
                    <a:pt x="935778" y="1312"/>
                  </a:lnTo>
                  <a:lnTo>
                    <a:pt x="983765" y="5205"/>
                  </a:lnTo>
                  <a:lnTo>
                    <a:pt x="1030998" y="11610"/>
                  </a:lnTo>
                  <a:lnTo>
                    <a:pt x="1077410" y="20460"/>
                  </a:lnTo>
                  <a:lnTo>
                    <a:pt x="1122933" y="31688"/>
                  </a:lnTo>
                  <a:lnTo>
                    <a:pt x="1167499" y="45225"/>
                  </a:lnTo>
                  <a:lnTo>
                    <a:pt x="1211041" y="61004"/>
                  </a:lnTo>
                  <a:lnTo>
                    <a:pt x="1253491" y="78957"/>
                  </a:lnTo>
                  <a:lnTo>
                    <a:pt x="1294781" y="99017"/>
                  </a:lnTo>
                  <a:lnTo>
                    <a:pt x="1334844" y="121115"/>
                  </a:lnTo>
                  <a:lnTo>
                    <a:pt x="1373612" y="145186"/>
                  </a:lnTo>
                  <a:lnTo>
                    <a:pt x="1411018" y="171159"/>
                  </a:lnTo>
                  <a:lnTo>
                    <a:pt x="1446994" y="198969"/>
                  </a:lnTo>
                  <a:lnTo>
                    <a:pt x="1481471" y="228548"/>
                  </a:lnTo>
                  <a:lnTo>
                    <a:pt x="1514383" y="259827"/>
                  </a:lnTo>
                  <a:lnTo>
                    <a:pt x="1545662" y="292739"/>
                  </a:lnTo>
                  <a:lnTo>
                    <a:pt x="1575241" y="327217"/>
                  </a:lnTo>
                  <a:lnTo>
                    <a:pt x="1603051" y="363192"/>
                  </a:lnTo>
                  <a:lnTo>
                    <a:pt x="1629025" y="400598"/>
                  </a:lnTo>
                  <a:lnTo>
                    <a:pt x="1653095" y="439366"/>
                  </a:lnTo>
                  <a:lnTo>
                    <a:pt x="1675193" y="479429"/>
                  </a:lnTo>
                  <a:lnTo>
                    <a:pt x="1695253" y="520719"/>
                  </a:lnTo>
                  <a:lnTo>
                    <a:pt x="1713206" y="563169"/>
                  </a:lnTo>
                  <a:lnTo>
                    <a:pt x="1728985" y="606711"/>
                  </a:lnTo>
                  <a:lnTo>
                    <a:pt x="1742522" y="651277"/>
                  </a:lnTo>
                  <a:lnTo>
                    <a:pt x="1753750" y="696800"/>
                  </a:lnTo>
                  <a:lnTo>
                    <a:pt x="1762600" y="743212"/>
                  </a:lnTo>
                  <a:lnTo>
                    <a:pt x="1769005" y="790445"/>
                  </a:lnTo>
                  <a:lnTo>
                    <a:pt x="1772898" y="838432"/>
                  </a:lnTo>
                  <a:lnTo>
                    <a:pt x="1774211" y="887105"/>
                  </a:lnTo>
                  <a:lnTo>
                    <a:pt x="1772898" y="935778"/>
                  </a:lnTo>
                  <a:lnTo>
                    <a:pt x="1769005" y="983765"/>
                  </a:lnTo>
                  <a:lnTo>
                    <a:pt x="1762600" y="1030998"/>
                  </a:lnTo>
                  <a:lnTo>
                    <a:pt x="1753750" y="1077410"/>
                  </a:lnTo>
                  <a:lnTo>
                    <a:pt x="1742522" y="1122933"/>
                  </a:lnTo>
                  <a:lnTo>
                    <a:pt x="1728985" y="1167499"/>
                  </a:lnTo>
                  <a:lnTo>
                    <a:pt x="1713206" y="1211041"/>
                  </a:lnTo>
                  <a:lnTo>
                    <a:pt x="1695253" y="1253491"/>
                  </a:lnTo>
                  <a:lnTo>
                    <a:pt x="1675193" y="1294781"/>
                  </a:lnTo>
                  <a:lnTo>
                    <a:pt x="1653095" y="1334844"/>
                  </a:lnTo>
                  <a:lnTo>
                    <a:pt x="1629025" y="1373613"/>
                  </a:lnTo>
                  <a:lnTo>
                    <a:pt x="1603051" y="1411018"/>
                  </a:lnTo>
                  <a:lnTo>
                    <a:pt x="1575241" y="1446994"/>
                  </a:lnTo>
                  <a:lnTo>
                    <a:pt x="1545662" y="1481471"/>
                  </a:lnTo>
                  <a:lnTo>
                    <a:pt x="1514383" y="1514384"/>
                  </a:lnTo>
                  <a:lnTo>
                    <a:pt x="1481471" y="1545663"/>
                  </a:lnTo>
                  <a:lnTo>
                    <a:pt x="1446994" y="1575241"/>
                  </a:lnTo>
                  <a:lnTo>
                    <a:pt x="1411018" y="1603051"/>
                  </a:lnTo>
                  <a:lnTo>
                    <a:pt x="1373612" y="1629025"/>
                  </a:lnTo>
                  <a:lnTo>
                    <a:pt x="1334844" y="1653095"/>
                  </a:lnTo>
                  <a:lnTo>
                    <a:pt x="1294781" y="1675194"/>
                  </a:lnTo>
                  <a:lnTo>
                    <a:pt x="1253491" y="1695253"/>
                  </a:lnTo>
                  <a:lnTo>
                    <a:pt x="1211041" y="1713207"/>
                  </a:lnTo>
                  <a:lnTo>
                    <a:pt x="1167499" y="1728985"/>
                  </a:lnTo>
                  <a:lnTo>
                    <a:pt x="1122933" y="1742522"/>
                  </a:lnTo>
                  <a:lnTo>
                    <a:pt x="1077410" y="1753750"/>
                  </a:lnTo>
                  <a:lnTo>
                    <a:pt x="1030998" y="1762600"/>
                  </a:lnTo>
                  <a:lnTo>
                    <a:pt x="983765" y="1769005"/>
                  </a:lnTo>
                  <a:lnTo>
                    <a:pt x="935778" y="1772898"/>
                  </a:lnTo>
                  <a:lnTo>
                    <a:pt x="887105" y="1774211"/>
                  </a:lnTo>
                  <a:close/>
                </a:path>
              </a:pathLst>
            </a:custGeom>
            <a:solidFill>
              <a:srgbClr val="4E6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398276" y="2057674"/>
              <a:ext cx="1774825" cy="1774825"/>
            </a:xfrm>
            <a:custGeom>
              <a:avLst/>
              <a:gdLst/>
              <a:ahLst/>
              <a:cxnLst/>
              <a:rect l="l" t="t" r="r" b="b"/>
              <a:pathLst>
                <a:path w="1774825" h="1774825">
                  <a:moveTo>
                    <a:pt x="887106" y="1774211"/>
                  </a:moveTo>
                  <a:lnTo>
                    <a:pt x="838433" y="1772898"/>
                  </a:lnTo>
                  <a:lnTo>
                    <a:pt x="790446" y="1769005"/>
                  </a:lnTo>
                  <a:lnTo>
                    <a:pt x="743212" y="1762600"/>
                  </a:lnTo>
                  <a:lnTo>
                    <a:pt x="696800" y="1753750"/>
                  </a:lnTo>
                  <a:lnTo>
                    <a:pt x="651278" y="1742522"/>
                  </a:lnTo>
                  <a:lnTo>
                    <a:pt x="606711" y="1728985"/>
                  </a:lnTo>
                  <a:lnTo>
                    <a:pt x="563169" y="1713207"/>
                  </a:lnTo>
                  <a:lnTo>
                    <a:pt x="520719" y="1695253"/>
                  </a:lnTo>
                  <a:lnTo>
                    <a:pt x="479429" y="1675194"/>
                  </a:lnTo>
                  <a:lnTo>
                    <a:pt x="439366" y="1653095"/>
                  </a:lnTo>
                  <a:lnTo>
                    <a:pt x="400598" y="1629025"/>
                  </a:lnTo>
                  <a:lnTo>
                    <a:pt x="363192" y="1603051"/>
                  </a:lnTo>
                  <a:lnTo>
                    <a:pt x="327216" y="1575241"/>
                  </a:lnTo>
                  <a:lnTo>
                    <a:pt x="292739" y="1545663"/>
                  </a:lnTo>
                  <a:lnTo>
                    <a:pt x="259827" y="1514384"/>
                  </a:lnTo>
                  <a:lnTo>
                    <a:pt x="228548" y="1481471"/>
                  </a:lnTo>
                  <a:lnTo>
                    <a:pt x="198969" y="1446994"/>
                  </a:lnTo>
                  <a:lnTo>
                    <a:pt x="171159" y="1411018"/>
                  </a:lnTo>
                  <a:lnTo>
                    <a:pt x="145185" y="1373613"/>
                  </a:lnTo>
                  <a:lnTo>
                    <a:pt x="121115" y="1334844"/>
                  </a:lnTo>
                  <a:lnTo>
                    <a:pt x="99017" y="1294781"/>
                  </a:lnTo>
                  <a:lnTo>
                    <a:pt x="78957" y="1253491"/>
                  </a:lnTo>
                  <a:lnTo>
                    <a:pt x="61004" y="1211041"/>
                  </a:lnTo>
                  <a:lnTo>
                    <a:pt x="45225" y="1167499"/>
                  </a:lnTo>
                  <a:lnTo>
                    <a:pt x="31688" y="1122933"/>
                  </a:lnTo>
                  <a:lnTo>
                    <a:pt x="20460" y="1077410"/>
                  </a:lnTo>
                  <a:lnTo>
                    <a:pt x="11610" y="1030998"/>
                  </a:lnTo>
                  <a:lnTo>
                    <a:pt x="5205" y="983765"/>
                  </a:lnTo>
                  <a:lnTo>
                    <a:pt x="1312" y="935778"/>
                  </a:lnTo>
                  <a:lnTo>
                    <a:pt x="0" y="887105"/>
                  </a:lnTo>
                  <a:lnTo>
                    <a:pt x="1312" y="838432"/>
                  </a:lnTo>
                  <a:lnTo>
                    <a:pt x="5205" y="790445"/>
                  </a:lnTo>
                  <a:lnTo>
                    <a:pt x="11610" y="743212"/>
                  </a:lnTo>
                  <a:lnTo>
                    <a:pt x="20460" y="696800"/>
                  </a:lnTo>
                  <a:lnTo>
                    <a:pt x="31688" y="651277"/>
                  </a:lnTo>
                  <a:lnTo>
                    <a:pt x="45225" y="606711"/>
                  </a:lnTo>
                  <a:lnTo>
                    <a:pt x="61004" y="563169"/>
                  </a:lnTo>
                  <a:lnTo>
                    <a:pt x="78957" y="520719"/>
                  </a:lnTo>
                  <a:lnTo>
                    <a:pt x="99017" y="479429"/>
                  </a:lnTo>
                  <a:lnTo>
                    <a:pt x="121115" y="439366"/>
                  </a:lnTo>
                  <a:lnTo>
                    <a:pt x="145185" y="400598"/>
                  </a:lnTo>
                  <a:lnTo>
                    <a:pt x="171159" y="363192"/>
                  </a:lnTo>
                  <a:lnTo>
                    <a:pt x="198969" y="327217"/>
                  </a:lnTo>
                  <a:lnTo>
                    <a:pt x="228548" y="292739"/>
                  </a:lnTo>
                  <a:lnTo>
                    <a:pt x="259827" y="259827"/>
                  </a:lnTo>
                  <a:lnTo>
                    <a:pt x="292739" y="228548"/>
                  </a:lnTo>
                  <a:lnTo>
                    <a:pt x="327216" y="198969"/>
                  </a:lnTo>
                  <a:lnTo>
                    <a:pt x="363192" y="171159"/>
                  </a:lnTo>
                  <a:lnTo>
                    <a:pt x="400598" y="145186"/>
                  </a:lnTo>
                  <a:lnTo>
                    <a:pt x="439366" y="121115"/>
                  </a:lnTo>
                  <a:lnTo>
                    <a:pt x="479429" y="99017"/>
                  </a:lnTo>
                  <a:lnTo>
                    <a:pt x="520719" y="78957"/>
                  </a:lnTo>
                  <a:lnTo>
                    <a:pt x="563169" y="61004"/>
                  </a:lnTo>
                  <a:lnTo>
                    <a:pt x="606711" y="45225"/>
                  </a:lnTo>
                  <a:lnTo>
                    <a:pt x="651278" y="31688"/>
                  </a:lnTo>
                  <a:lnTo>
                    <a:pt x="696800" y="20460"/>
                  </a:lnTo>
                  <a:lnTo>
                    <a:pt x="743212" y="11610"/>
                  </a:lnTo>
                  <a:lnTo>
                    <a:pt x="790446" y="5205"/>
                  </a:lnTo>
                  <a:lnTo>
                    <a:pt x="838433" y="1312"/>
                  </a:lnTo>
                  <a:lnTo>
                    <a:pt x="887106" y="0"/>
                  </a:lnTo>
                  <a:lnTo>
                    <a:pt x="935779" y="1312"/>
                  </a:lnTo>
                  <a:lnTo>
                    <a:pt x="983766" y="5205"/>
                  </a:lnTo>
                  <a:lnTo>
                    <a:pt x="1030999" y="11610"/>
                  </a:lnTo>
                  <a:lnTo>
                    <a:pt x="1077411" y="20460"/>
                  </a:lnTo>
                  <a:lnTo>
                    <a:pt x="1122934" y="31688"/>
                  </a:lnTo>
                  <a:lnTo>
                    <a:pt x="1167500" y="45225"/>
                  </a:lnTo>
                  <a:lnTo>
                    <a:pt x="1211042" y="61004"/>
                  </a:lnTo>
                  <a:lnTo>
                    <a:pt x="1253491" y="78957"/>
                  </a:lnTo>
                  <a:lnTo>
                    <a:pt x="1294782" y="99017"/>
                  </a:lnTo>
                  <a:lnTo>
                    <a:pt x="1334845" y="121115"/>
                  </a:lnTo>
                  <a:lnTo>
                    <a:pt x="1373613" y="145186"/>
                  </a:lnTo>
                  <a:lnTo>
                    <a:pt x="1411019" y="171159"/>
                  </a:lnTo>
                  <a:lnTo>
                    <a:pt x="1446994" y="198969"/>
                  </a:lnTo>
                  <a:lnTo>
                    <a:pt x="1481472" y="228548"/>
                  </a:lnTo>
                  <a:lnTo>
                    <a:pt x="1514384" y="259827"/>
                  </a:lnTo>
                  <a:lnTo>
                    <a:pt x="1545663" y="292739"/>
                  </a:lnTo>
                  <a:lnTo>
                    <a:pt x="1575241" y="327217"/>
                  </a:lnTo>
                  <a:lnTo>
                    <a:pt x="1603051" y="363192"/>
                  </a:lnTo>
                  <a:lnTo>
                    <a:pt x="1629025" y="400598"/>
                  </a:lnTo>
                  <a:lnTo>
                    <a:pt x="1653095" y="439366"/>
                  </a:lnTo>
                  <a:lnTo>
                    <a:pt x="1675194" y="479429"/>
                  </a:lnTo>
                  <a:lnTo>
                    <a:pt x="1695254" y="520719"/>
                  </a:lnTo>
                  <a:lnTo>
                    <a:pt x="1713207" y="563169"/>
                  </a:lnTo>
                  <a:lnTo>
                    <a:pt x="1728986" y="606711"/>
                  </a:lnTo>
                  <a:lnTo>
                    <a:pt x="1742523" y="651277"/>
                  </a:lnTo>
                  <a:lnTo>
                    <a:pt x="1753750" y="696800"/>
                  </a:lnTo>
                  <a:lnTo>
                    <a:pt x="1762600" y="743212"/>
                  </a:lnTo>
                  <a:lnTo>
                    <a:pt x="1769005" y="790445"/>
                  </a:lnTo>
                  <a:lnTo>
                    <a:pt x="1772898" y="838432"/>
                  </a:lnTo>
                  <a:lnTo>
                    <a:pt x="1774211" y="887105"/>
                  </a:lnTo>
                  <a:lnTo>
                    <a:pt x="1772898" y="935778"/>
                  </a:lnTo>
                  <a:lnTo>
                    <a:pt x="1769005" y="983765"/>
                  </a:lnTo>
                  <a:lnTo>
                    <a:pt x="1762600" y="1030998"/>
                  </a:lnTo>
                  <a:lnTo>
                    <a:pt x="1753750" y="1077410"/>
                  </a:lnTo>
                  <a:lnTo>
                    <a:pt x="1742523" y="1122933"/>
                  </a:lnTo>
                  <a:lnTo>
                    <a:pt x="1728986" y="1167499"/>
                  </a:lnTo>
                  <a:lnTo>
                    <a:pt x="1713207" y="1211041"/>
                  </a:lnTo>
                  <a:lnTo>
                    <a:pt x="1695254" y="1253491"/>
                  </a:lnTo>
                  <a:lnTo>
                    <a:pt x="1675194" y="1294781"/>
                  </a:lnTo>
                  <a:lnTo>
                    <a:pt x="1653095" y="1334844"/>
                  </a:lnTo>
                  <a:lnTo>
                    <a:pt x="1629025" y="1373613"/>
                  </a:lnTo>
                  <a:lnTo>
                    <a:pt x="1603051" y="1411018"/>
                  </a:lnTo>
                  <a:lnTo>
                    <a:pt x="1575241" y="1446994"/>
                  </a:lnTo>
                  <a:lnTo>
                    <a:pt x="1545663" y="1481471"/>
                  </a:lnTo>
                  <a:lnTo>
                    <a:pt x="1514384" y="1514384"/>
                  </a:lnTo>
                  <a:lnTo>
                    <a:pt x="1481472" y="1545663"/>
                  </a:lnTo>
                  <a:lnTo>
                    <a:pt x="1446994" y="1575241"/>
                  </a:lnTo>
                  <a:lnTo>
                    <a:pt x="1411019" y="1603051"/>
                  </a:lnTo>
                  <a:lnTo>
                    <a:pt x="1373613" y="1629025"/>
                  </a:lnTo>
                  <a:lnTo>
                    <a:pt x="1334845" y="1653095"/>
                  </a:lnTo>
                  <a:lnTo>
                    <a:pt x="1294782" y="1675194"/>
                  </a:lnTo>
                  <a:lnTo>
                    <a:pt x="1253491" y="1695253"/>
                  </a:lnTo>
                  <a:lnTo>
                    <a:pt x="1211042" y="1713207"/>
                  </a:lnTo>
                  <a:lnTo>
                    <a:pt x="1167500" y="1728985"/>
                  </a:lnTo>
                  <a:lnTo>
                    <a:pt x="1122934" y="1742522"/>
                  </a:lnTo>
                  <a:lnTo>
                    <a:pt x="1077411" y="1753750"/>
                  </a:lnTo>
                  <a:lnTo>
                    <a:pt x="1030999" y="1762600"/>
                  </a:lnTo>
                  <a:lnTo>
                    <a:pt x="983766" y="1769005"/>
                  </a:lnTo>
                  <a:lnTo>
                    <a:pt x="935779" y="1772898"/>
                  </a:lnTo>
                  <a:lnTo>
                    <a:pt x="887106" y="1774211"/>
                  </a:lnTo>
                  <a:close/>
                </a:path>
              </a:pathLst>
            </a:custGeom>
            <a:solidFill>
              <a:srgbClr val="FF4D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988255" y="1534662"/>
              <a:ext cx="396240" cy="396240"/>
            </a:xfrm>
            <a:custGeom>
              <a:avLst/>
              <a:gdLst/>
              <a:ahLst/>
              <a:cxnLst/>
              <a:rect l="l" t="t" r="r" b="b"/>
              <a:pathLst>
                <a:path w="396240" h="396239">
                  <a:moveTo>
                    <a:pt x="197898" y="395795"/>
                  </a:moveTo>
                  <a:lnTo>
                    <a:pt x="152522" y="390569"/>
                  </a:lnTo>
                  <a:lnTo>
                    <a:pt x="110867" y="375681"/>
                  </a:lnTo>
                  <a:lnTo>
                    <a:pt x="74122" y="352319"/>
                  </a:lnTo>
                  <a:lnTo>
                    <a:pt x="43476" y="321673"/>
                  </a:lnTo>
                  <a:lnTo>
                    <a:pt x="20114" y="284928"/>
                  </a:lnTo>
                  <a:lnTo>
                    <a:pt x="5226" y="243274"/>
                  </a:lnTo>
                  <a:lnTo>
                    <a:pt x="0" y="197897"/>
                  </a:lnTo>
                  <a:lnTo>
                    <a:pt x="5226" y="152521"/>
                  </a:lnTo>
                  <a:lnTo>
                    <a:pt x="20114" y="110867"/>
                  </a:lnTo>
                  <a:lnTo>
                    <a:pt x="43476" y="74122"/>
                  </a:lnTo>
                  <a:lnTo>
                    <a:pt x="74122" y="43475"/>
                  </a:lnTo>
                  <a:lnTo>
                    <a:pt x="110867" y="20114"/>
                  </a:lnTo>
                  <a:lnTo>
                    <a:pt x="152522" y="5226"/>
                  </a:lnTo>
                  <a:lnTo>
                    <a:pt x="197898" y="0"/>
                  </a:lnTo>
                  <a:lnTo>
                    <a:pt x="243274" y="5226"/>
                  </a:lnTo>
                  <a:lnTo>
                    <a:pt x="284929" y="20114"/>
                  </a:lnTo>
                  <a:lnTo>
                    <a:pt x="321673" y="43475"/>
                  </a:lnTo>
                  <a:lnTo>
                    <a:pt x="352320" y="74122"/>
                  </a:lnTo>
                  <a:lnTo>
                    <a:pt x="375681" y="110867"/>
                  </a:lnTo>
                  <a:lnTo>
                    <a:pt x="390569" y="152521"/>
                  </a:lnTo>
                  <a:lnTo>
                    <a:pt x="395796" y="197897"/>
                  </a:lnTo>
                  <a:lnTo>
                    <a:pt x="390569" y="243274"/>
                  </a:lnTo>
                  <a:lnTo>
                    <a:pt x="375681" y="284928"/>
                  </a:lnTo>
                  <a:lnTo>
                    <a:pt x="352320" y="321673"/>
                  </a:lnTo>
                  <a:lnTo>
                    <a:pt x="321673" y="352319"/>
                  </a:lnTo>
                  <a:lnTo>
                    <a:pt x="284929" y="375681"/>
                  </a:lnTo>
                  <a:lnTo>
                    <a:pt x="243274" y="390569"/>
                  </a:lnTo>
                  <a:lnTo>
                    <a:pt x="197898" y="395795"/>
                  </a:lnTo>
                  <a:close/>
                </a:path>
              </a:pathLst>
            </a:custGeom>
            <a:solidFill>
              <a:srgbClr val="00C8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873187" y="8605140"/>
              <a:ext cx="605155" cy="605155"/>
            </a:xfrm>
            <a:custGeom>
              <a:avLst/>
              <a:gdLst/>
              <a:ahLst/>
              <a:cxnLst/>
              <a:rect l="l" t="t" r="r" b="b"/>
              <a:pathLst>
                <a:path w="605155" h="605154">
                  <a:moveTo>
                    <a:pt x="302513" y="605029"/>
                  </a:moveTo>
                  <a:lnTo>
                    <a:pt x="253444" y="601070"/>
                  </a:lnTo>
                  <a:lnTo>
                    <a:pt x="206896" y="589607"/>
                  </a:lnTo>
                  <a:lnTo>
                    <a:pt x="163491" y="571263"/>
                  </a:lnTo>
                  <a:lnTo>
                    <a:pt x="123853" y="546661"/>
                  </a:lnTo>
                  <a:lnTo>
                    <a:pt x="88604" y="516425"/>
                  </a:lnTo>
                  <a:lnTo>
                    <a:pt x="58367" y="481176"/>
                  </a:lnTo>
                  <a:lnTo>
                    <a:pt x="33766" y="441537"/>
                  </a:lnTo>
                  <a:lnTo>
                    <a:pt x="15422" y="398132"/>
                  </a:lnTo>
                  <a:lnTo>
                    <a:pt x="3959" y="351584"/>
                  </a:lnTo>
                  <a:lnTo>
                    <a:pt x="0" y="302514"/>
                  </a:lnTo>
                  <a:lnTo>
                    <a:pt x="3959" y="253445"/>
                  </a:lnTo>
                  <a:lnTo>
                    <a:pt x="15422" y="206896"/>
                  </a:lnTo>
                  <a:lnTo>
                    <a:pt x="33766" y="163491"/>
                  </a:lnTo>
                  <a:lnTo>
                    <a:pt x="58367" y="123853"/>
                  </a:lnTo>
                  <a:lnTo>
                    <a:pt x="88604" y="88604"/>
                  </a:lnTo>
                  <a:lnTo>
                    <a:pt x="123853" y="58367"/>
                  </a:lnTo>
                  <a:lnTo>
                    <a:pt x="163491" y="33766"/>
                  </a:lnTo>
                  <a:lnTo>
                    <a:pt x="206896" y="15422"/>
                  </a:lnTo>
                  <a:lnTo>
                    <a:pt x="253444" y="3959"/>
                  </a:lnTo>
                  <a:lnTo>
                    <a:pt x="302513" y="0"/>
                  </a:lnTo>
                  <a:lnTo>
                    <a:pt x="351583" y="3959"/>
                  </a:lnTo>
                  <a:lnTo>
                    <a:pt x="398132" y="15422"/>
                  </a:lnTo>
                  <a:lnTo>
                    <a:pt x="441537" y="33766"/>
                  </a:lnTo>
                  <a:lnTo>
                    <a:pt x="481175" y="58367"/>
                  </a:lnTo>
                  <a:lnTo>
                    <a:pt x="516424" y="88604"/>
                  </a:lnTo>
                  <a:lnTo>
                    <a:pt x="546661" y="123853"/>
                  </a:lnTo>
                  <a:lnTo>
                    <a:pt x="571262" y="163491"/>
                  </a:lnTo>
                  <a:lnTo>
                    <a:pt x="589606" y="206896"/>
                  </a:lnTo>
                  <a:lnTo>
                    <a:pt x="601069" y="253445"/>
                  </a:lnTo>
                  <a:lnTo>
                    <a:pt x="605029" y="302514"/>
                  </a:lnTo>
                  <a:lnTo>
                    <a:pt x="601069" y="351584"/>
                  </a:lnTo>
                  <a:lnTo>
                    <a:pt x="589606" y="398132"/>
                  </a:lnTo>
                  <a:lnTo>
                    <a:pt x="571262" y="441537"/>
                  </a:lnTo>
                  <a:lnTo>
                    <a:pt x="546661" y="481176"/>
                  </a:lnTo>
                  <a:lnTo>
                    <a:pt x="516424" y="516425"/>
                  </a:lnTo>
                  <a:lnTo>
                    <a:pt x="481175" y="546661"/>
                  </a:lnTo>
                  <a:lnTo>
                    <a:pt x="441537" y="571263"/>
                  </a:lnTo>
                  <a:lnTo>
                    <a:pt x="398132" y="589607"/>
                  </a:lnTo>
                  <a:lnTo>
                    <a:pt x="351583" y="601070"/>
                  </a:lnTo>
                  <a:lnTo>
                    <a:pt x="302513" y="605029"/>
                  </a:lnTo>
                  <a:close/>
                </a:path>
              </a:pathLst>
            </a:custGeom>
            <a:solidFill>
              <a:srgbClr val="FF4D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304277" y="1534662"/>
              <a:ext cx="396240" cy="396240"/>
            </a:xfrm>
            <a:custGeom>
              <a:avLst/>
              <a:gdLst/>
              <a:ahLst/>
              <a:cxnLst/>
              <a:rect l="l" t="t" r="r" b="b"/>
              <a:pathLst>
                <a:path w="396240" h="396239">
                  <a:moveTo>
                    <a:pt x="197898" y="395795"/>
                  </a:moveTo>
                  <a:lnTo>
                    <a:pt x="152521" y="390569"/>
                  </a:lnTo>
                  <a:lnTo>
                    <a:pt x="110867" y="375681"/>
                  </a:lnTo>
                  <a:lnTo>
                    <a:pt x="74122" y="352319"/>
                  </a:lnTo>
                  <a:lnTo>
                    <a:pt x="43475" y="321673"/>
                  </a:lnTo>
                  <a:lnTo>
                    <a:pt x="20114" y="284928"/>
                  </a:lnTo>
                  <a:lnTo>
                    <a:pt x="5226" y="243274"/>
                  </a:lnTo>
                  <a:lnTo>
                    <a:pt x="0" y="197897"/>
                  </a:lnTo>
                  <a:lnTo>
                    <a:pt x="5226" y="152521"/>
                  </a:lnTo>
                  <a:lnTo>
                    <a:pt x="20114" y="110867"/>
                  </a:lnTo>
                  <a:lnTo>
                    <a:pt x="43475" y="74122"/>
                  </a:lnTo>
                  <a:lnTo>
                    <a:pt x="74122" y="43475"/>
                  </a:lnTo>
                  <a:lnTo>
                    <a:pt x="110867" y="20114"/>
                  </a:lnTo>
                  <a:lnTo>
                    <a:pt x="152521" y="5226"/>
                  </a:lnTo>
                  <a:lnTo>
                    <a:pt x="197898" y="0"/>
                  </a:lnTo>
                  <a:lnTo>
                    <a:pt x="243274" y="5226"/>
                  </a:lnTo>
                  <a:lnTo>
                    <a:pt x="284928" y="20114"/>
                  </a:lnTo>
                  <a:lnTo>
                    <a:pt x="321672" y="43475"/>
                  </a:lnTo>
                  <a:lnTo>
                    <a:pt x="352319" y="74122"/>
                  </a:lnTo>
                  <a:lnTo>
                    <a:pt x="375681" y="110867"/>
                  </a:lnTo>
                  <a:lnTo>
                    <a:pt x="390568" y="152521"/>
                  </a:lnTo>
                  <a:lnTo>
                    <a:pt x="395795" y="197897"/>
                  </a:lnTo>
                  <a:lnTo>
                    <a:pt x="390568" y="243274"/>
                  </a:lnTo>
                  <a:lnTo>
                    <a:pt x="375681" y="284928"/>
                  </a:lnTo>
                  <a:lnTo>
                    <a:pt x="352319" y="321673"/>
                  </a:lnTo>
                  <a:lnTo>
                    <a:pt x="321672" y="352319"/>
                  </a:lnTo>
                  <a:lnTo>
                    <a:pt x="284928" y="375681"/>
                  </a:lnTo>
                  <a:lnTo>
                    <a:pt x="243274" y="390569"/>
                  </a:lnTo>
                  <a:lnTo>
                    <a:pt x="197898" y="395795"/>
                  </a:lnTo>
                  <a:close/>
                </a:path>
              </a:pathLst>
            </a:custGeom>
            <a:solidFill>
              <a:srgbClr val="4E6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40056" y="8605140"/>
              <a:ext cx="396240" cy="396240"/>
            </a:xfrm>
            <a:custGeom>
              <a:avLst/>
              <a:gdLst/>
              <a:ahLst/>
              <a:cxnLst/>
              <a:rect l="l" t="t" r="r" b="b"/>
              <a:pathLst>
                <a:path w="396239" h="396240">
                  <a:moveTo>
                    <a:pt x="197897" y="395795"/>
                  </a:moveTo>
                  <a:lnTo>
                    <a:pt x="152521" y="390568"/>
                  </a:lnTo>
                  <a:lnTo>
                    <a:pt x="110867" y="375681"/>
                  </a:lnTo>
                  <a:lnTo>
                    <a:pt x="74122" y="352319"/>
                  </a:lnTo>
                  <a:lnTo>
                    <a:pt x="43475" y="321672"/>
                  </a:lnTo>
                  <a:lnTo>
                    <a:pt x="20114" y="284928"/>
                  </a:lnTo>
                  <a:lnTo>
                    <a:pt x="5226" y="243274"/>
                  </a:lnTo>
                  <a:lnTo>
                    <a:pt x="0" y="197898"/>
                  </a:lnTo>
                  <a:lnTo>
                    <a:pt x="5226" y="152521"/>
                  </a:lnTo>
                  <a:lnTo>
                    <a:pt x="20114" y="110867"/>
                  </a:lnTo>
                  <a:lnTo>
                    <a:pt x="43475" y="74122"/>
                  </a:lnTo>
                  <a:lnTo>
                    <a:pt x="74122" y="43475"/>
                  </a:lnTo>
                  <a:lnTo>
                    <a:pt x="110867" y="20114"/>
                  </a:lnTo>
                  <a:lnTo>
                    <a:pt x="152521" y="5226"/>
                  </a:lnTo>
                  <a:lnTo>
                    <a:pt x="197897" y="0"/>
                  </a:lnTo>
                  <a:lnTo>
                    <a:pt x="243274" y="5226"/>
                  </a:lnTo>
                  <a:lnTo>
                    <a:pt x="284928" y="20114"/>
                  </a:lnTo>
                  <a:lnTo>
                    <a:pt x="321672" y="43475"/>
                  </a:lnTo>
                  <a:lnTo>
                    <a:pt x="352319" y="74122"/>
                  </a:lnTo>
                  <a:lnTo>
                    <a:pt x="375681" y="110867"/>
                  </a:lnTo>
                  <a:lnTo>
                    <a:pt x="390569" y="152521"/>
                  </a:lnTo>
                  <a:lnTo>
                    <a:pt x="395795" y="197898"/>
                  </a:lnTo>
                  <a:lnTo>
                    <a:pt x="390569" y="243274"/>
                  </a:lnTo>
                  <a:lnTo>
                    <a:pt x="375681" y="284928"/>
                  </a:lnTo>
                  <a:lnTo>
                    <a:pt x="352319" y="321672"/>
                  </a:lnTo>
                  <a:lnTo>
                    <a:pt x="321672" y="352319"/>
                  </a:lnTo>
                  <a:lnTo>
                    <a:pt x="284928" y="375681"/>
                  </a:lnTo>
                  <a:lnTo>
                    <a:pt x="243274" y="390568"/>
                  </a:lnTo>
                  <a:lnTo>
                    <a:pt x="197897" y="395795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1016000" y="1537202"/>
            <a:ext cx="21767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310" dirty="0"/>
              <a:t>CÓMO</a:t>
            </a:r>
            <a:endParaRPr sz="5000" dirty="0"/>
          </a:p>
        </p:txBody>
      </p:sp>
      <p:sp>
        <p:nvSpPr>
          <p:cNvPr id="14" name="object 14"/>
          <p:cNvSpPr txBox="1"/>
          <p:nvPr/>
        </p:nvSpPr>
        <p:spPr>
          <a:xfrm>
            <a:off x="1016000" y="2272983"/>
            <a:ext cx="4292600" cy="60967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25"/>
              </a:lnSpc>
              <a:spcBef>
                <a:spcPts val="100"/>
              </a:spcBef>
            </a:pPr>
            <a:r>
              <a:rPr sz="5000" spc="365" dirty="0">
                <a:solidFill>
                  <a:srgbClr val="4E6AFF"/>
                </a:solidFill>
                <a:latin typeface="Arial MT"/>
                <a:cs typeface="Arial MT"/>
              </a:rPr>
              <a:t>PERFILAR</a:t>
            </a:r>
            <a:r>
              <a:rPr sz="5000" spc="275" dirty="0">
                <a:solidFill>
                  <a:srgbClr val="4E6AFF"/>
                </a:solidFill>
                <a:latin typeface="Arial MT"/>
                <a:cs typeface="Arial MT"/>
              </a:rPr>
              <a:t> </a:t>
            </a:r>
            <a:r>
              <a:rPr sz="5000" spc="480" dirty="0">
                <a:solidFill>
                  <a:srgbClr val="4E6AFF"/>
                </a:solidFill>
                <a:latin typeface="Arial MT"/>
                <a:cs typeface="Arial MT"/>
              </a:rPr>
              <a:t>A</a:t>
            </a:r>
            <a:endParaRPr sz="5000" dirty="0">
              <a:latin typeface="Arial MT"/>
              <a:cs typeface="Arial MT"/>
            </a:endParaRPr>
          </a:p>
          <a:p>
            <a:pPr marL="12700" marR="5080">
              <a:lnSpc>
                <a:spcPct val="67500"/>
              </a:lnSpc>
              <a:spcBef>
                <a:spcPts val="975"/>
              </a:spcBef>
            </a:pPr>
            <a:r>
              <a:rPr sz="5000" spc="540" dirty="0">
                <a:solidFill>
                  <a:srgbClr val="4E6AFF"/>
                </a:solidFill>
                <a:latin typeface="Arial MT"/>
                <a:cs typeface="Arial MT"/>
              </a:rPr>
              <a:t>TU</a:t>
            </a:r>
            <a:r>
              <a:rPr sz="5000" spc="280" dirty="0">
                <a:solidFill>
                  <a:srgbClr val="4E6AFF"/>
                </a:solidFill>
                <a:latin typeface="Arial MT"/>
                <a:cs typeface="Arial MT"/>
              </a:rPr>
              <a:t> </a:t>
            </a:r>
            <a:r>
              <a:rPr sz="5000" spc="409" dirty="0">
                <a:solidFill>
                  <a:srgbClr val="4E6AFF"/>
                </a:solidFill>
                <a:latin typeface="Arial MT"/>
                <a:cs typeface="Arial MT"/>
              </a:rPr>
              <a:t>CLIENTE </a:t>
            </a:r>
            <a:r>
              <a:rPr sz="5000" spc="390" dirty="0">
                <a:solidFill>
                  <a:srgbClr val="4E6AFF"/>
                </a:solidFill>
                <a:latin typeface="Arial MT"/>
                <a:cs typeface="Arial MT"/>
              </a:rPr>
              <a:t>IDEAL:</a:t>
            </a:r>
            <a:endParaRPr sz="5000" dirty="0">
              <a:latin typeface="Arial MT"/>
              <a:cs typeface="Arial MT"/>
            </a:endParaRPr>
          </a:p>
          <a:p>
            <a:pPr marL="64769" marR="589280">
              <a:lnSpc>
                <a:spcPct val="116700"/>
              </a:lnSpc>
              <a:spcBef>
                <a:spcPts val="3634"/>
              </a:spcBef>
            </a:pPr>
            <a:r>
              <a:rPr sz="3000" i="1" spc="190" dirty="0">
                <a:latin typeface="Trebuchet MS"/>
                <a:cs typeface="Trebuchet MS"/>
              </a:rPr>
              <a:t>Para</a:t>
            </a:r>
            <a:r>
              <a:rPr sz="3000" i="1" spc="-50" dirty="0">
                <a:latin typeface="Trebuchet MS"/>
                <a:cs typeface="Trebuchet MS"/>
              </a:rPr>
              <a:t> </a:t>
            </a:r>
            <a:r>
              <a:rPr sz="3000" i="1" dirty="0">
                <a:latin typeface="Trebuchet MS"/>
                <a:cs typeface="Trebuchet MS"/>
              </a:rPr>
              <a:t>definir</a:t>
            </a:r>
            <a:r>
              <a:rPr sz="3000" i="1" spc="-50" dirty="0">
                <a:latin typeface="Trebuchet MS"/>
                <a:cs typeface="Trebuchet MS"/>
              </a:rPr>
              <a:t> </a:t>
            </a:r>
            <a:r>
              <a:rPr sz="3000" i="1" dirty="0">
                <a:latin typeface="Trebuchet MS"/>
                <a:cs typeface="Trebuchet MS"/>
              </a:rPr>
              <a:t>el</a:t>
            </a:r>
            <a:r>
              <a:rPr sz="3000" i="1" spc="-50" dirty="0">
                <a:latin typeface="Trebuchet MS"/>
                <a:cs typeface="Trebuchet MS"/>
              </a:rPr>
              <a:t> </a:t>
            </a:r>
            <a:r>
              <a:rPr sz="3000" i="1" spc="-45" dirty="0">
                <a:latin typeface="Trebuchet MS"/>
                <a:cs typeface="Trebuchet MS"/>
              </a:rPr>
              <a:t>perfil </a:t>
            </a:r>
            <a:r>
              <a:rPr sz="3000" i="1" spc="95" dirty="0">
                <a:latin typeface="Trebuchet MS"/>
                <a:cs typeface="Trebuchet MS"/>
              </a:rPr>
              <a:t>del</a:t>
            </a:r>
            <a:r>
              <a:rPr sz="3000" i="1" spc="-15" dirty="0">
                <a:latin typeface="Trebuchet MS"/>
                <a:cs typeface="Trebuchet MS"/>
              </a:rPr>
              <a:t> </a:t>
            </a:r>
            <a:r>
              <a:rPr sz="3000" i="1" spc="65" dirty="0">
                <a:latin typeface="Trebuchet MS"/>
                <a:cs typeface="Trebuchet MS"/>
              </a:rPr>
              <a:t>cliente</a:t>
            </a:r>
            <a:r>
              <a:rPr sz="3000" i="1" spc="-10" dirty="0">
                <a:latin typeface="Trebuchet MS"/>
                <a:cs typeface="Trebuchet MS"/>
              </a:rPr>
              <a:t> </a:t>
            </a:r>
            <a:r>
              <a:rPr sz="3000" i="1" spc="75" dirty="0">
                <a:latin typeface="Trebuchet MS"/>
                <a:cs typeface="Trebuchet MS"/>
              </a:rPr>
              <a:t>ideal </a:t>
            </a:r>
            <a:r>
              <a:rPr sz="3000" b="1" i="1" spc="150" dirty="0">
                <a:latin typeface="Trebuchet MS"/>
                <a:cs typeface="Trebuchet MS"/>
              </a:rPr>
              <a:t>(buyer</a:t>
            </a:r>
            <a:r>
              <a:rPr sz="3000" b="1" i="1" dirty="0">
                <a:latin typeface="Trebuchet MS"/>
                <a:cs typeface="Trebuchet MS"/>
              </a:rPr>
              <a:t> </a:t>
            </a:r>
            <a:r>
              <a:rPr sz="3000" b="1" i="1" spc="130" dirty="0">
                <a:latin typeface="Trebuchet MS"/>
                <a:cs typeface="Trebuchet MS"/>
              </a:rPr>
              <a:t>persona)</a:t>
            </a:r>
            <a:r>
              <a:rPr lang="es-MX" sz="3000" b="1" i="1" spc="130" dirty="0">
                <a:latin typeface="Trebuchet MS"/>
                <a:cs typeface="Trebuchet MS"/>
              </a:rPr>
              <a:t>o </a:t>
            </a:r>
            <a:r>
              <a:rPr lang="es-AR" sz="3200" b="1" i="0" dirty="0">
                <a:solidFill>
                  <a:srgbClr val="16171A"/>
                </a:solidFill>
                <a:effectLst/>
                <a:latin typeface="Google Sans"/>
              </a:rPr>
              <a:t>(perfil de comprador) </a:t>
            </a:r>
            <a:r>
              <a:rPr sz="3000" i="1" spc="130" dirty="0">
                <a:latin typeface="Trebuchet MS"/>
                <a:cs typeface="Trebuchet MS"/>
              </a:rPr>
              <a:t>, </a:t>
            </a:r>
            <a:r>
              <a:rPr sz="3000" i="1" spc="210" dirty="0">
                <a:latin typeface="Trebuchet MS"/>
                <a:cs typeface="Trebuchet MS"/>
              </a:rPr>
              <a:t>analizamos</a:t>
            </a:r>
            <a:r>
              <a:rPr sz="3000" i="1" spc="5" dirty="0">
                <a:latin typeface="Trebuchet MS"/>
                <a:cs typeface="Trebuchet MS"/>
              </a:rPr>
              <a:t> </a:t>
            </a:r>
            <a:r>
              <a:rPr sz="3000" i="1" spc="-20" dirty="0">
                <a:latin typeface="Trebuchet MS"/>
                <a:cs typeface="Trebuchet MS"/>
              </a:rPr>
              <a:t>tres </a:t>
            </a:r>
            <a:r>
              <a:rPr sz="3000" i="1" spc="135" dirty="0">
                <a:latin typeface="Trebuchet MS"/>
                <a:cs typeface="Trebuchet MS"/>
              </a:rPr>
              <a:t>dimensiones:</a:t>
            </a:r>
            <a:endParaRPr sz="3000" dirty="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00689" y="2417729"/>
            <a:ext cx="104203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605" dirty="0">
                <a:solidFill>
                  <a:srgbClr val="FFFFFF"/>
                </a:solidFill>
                <a:latin typeface="Arial MT"/>
                <a:cs typeface="Arial MT"/>
              </a:rPr>
              <a:t>01</a:t>
            </a:r>
            <a:endParaRPr sz="60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871360" y="2417729"/>
            <a:ext cx="104203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605" dirty="0">
                <a:solidFill>
                  <a:srgbClr val="FFFFFF"/>
                </a:solidFill>
                <a:latin typeface="Arial MT"/>
                <a:cs typeface="Arial MT"/>
              </a:rPr>
              <a:t>02</a:t>
            </a:r>
            <a:endParaRPr sz="60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764250" y="2417729"/>
            <a:ext cx="104203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605" dirty="0">
                <a:solidFill>
                  <a:srgbClr val="FFFFFF"/>
                </a:solidFill>
                <a:latin typeface="Arial MT"/>
                <a:cs typeface="Arial MT"/>
              </a:rPr>
              <a:t>03</a:t>
            </a:r>
            <a:endParaRPr sz="60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96932" y="4967185"/>
            <a:ext cx="2932430" cy="2924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14100"/>
              </a:lnSpc>
              <a:spcBef>
                <a:spcPts val="125"/>
              </a:spcBef>
            </a:pPr>
            <a:r>
              <a:rPr sz="3000" spc="-930" dirty="0">
                <a:latin typeface="SimSun-ExtB"/>
                <a:cs typeface="SimSun-ExtB"/>
              </a:rPr>
              <a:t>📍</a:t>
            </a:r>
            <a:r>
              <a:rPr sz="3000" spc="-70" dirty="0">
                <a:latin typeface="SimSun-ExtB"/>
                <a:cs typeface="SimSun-ExtB"/>
              </a:rPr>
              <a:t> </a:t>
            </a:r>
            <a:r>
              <a:rPr sz="2700" i="1" spc="80" dirty="0">
                <a:latin typeface="Trebuchet MS"/>
                <a:cs typeface="Trebuchet MS"/>
              </a:rPr>
              <a:t>Edad,</a:t>
            </a:r>
            <a:r>
              <a:rPr sz="2700" i="1" spc="-15" dirty="0">
                <a:latin typeface="Trebuchet MS"/>
                <a:cs typeface="Trebuchet MS"/>
              </a:rPr>
              <a:t> </a:t>
            </a:r>
            <a:r>
              <a:rPr sz="2700" i="1" spc="90" dirty="0">
                <a:latin typeface="Trebuchet MS"/>
                <a:cs typeface="Trebuchet MS"/>
              </a:rPr>
              <a:t>género, </a:t>
            </a:r>
            <a:r>
              <a:rPr sz="2700" i="1" spc="125" dirty="0">
                <a:latin typeface="Trebuchet MS"/>
                <a:cs typeface="Trebuchet MS"/>
              </a:rPr>
              <a:t>ubicación,</a:t>
            </a:r>
            <a:r>
              <a:rPr sz="2700" i="1" spc="10" dirty="0">
                <a:latin typeface="Trebuchet MS"/>
                <a:cs typeface="Trebuchet MS"/>
              </a:rPr>
              <a:t> </a:t>
            </a:r>
            <a:r>
              <a:rPr sz="2700" i="1" spc="-20" dirty="0">
                <a:latin typeface="Trebuchet MS"/>
                <a:cs typeface="Trebuchet MS"/>
              </a:rPr>
              <a:t>nivel </a:t>
            </a:r>
            <a:r>
              <a:rPr sz="2700" i="1" spc="180" dirty="0">
                <a:latin typeface="Trebuchet MS"/>
                <a:cs typeface="Trebuchet MS"/>
              </a:rPr>
              <a:t>socioeconómico.</a:t>
            </a:r>
            <a:endParaRPr sz="2700" dirty="0">
              <a:latin typeface="Trebuchet MS"/>
              <a:cs typeface="Trebuchet MS"/>
            </a:endParaRPr>
          </a:p>
          <a:p>
            <a:pPr marL="12700" marR="532765">
              <a:lnSpc>
                <a:spcPts val="3750"/>
              </a:lnSpc>
              <a:spcBef>
                <a:spcPts val="100"/>
              </a:spcBef>
            </a:pPr>
            <a:r>
              <a:rPr sz="2800" spc="165" dirty="0">
                <a:latin typeface="SimSun-ExtB"/>
                <a:cs typeface="SimSun-ExtB"/>
              </a:rPr>
              <a:t>🏢</a:t>
            </a:r>
            <a:r>
              <a:rPr sz="2800" spc="-875" dirty="0">
                <a:latin typeface="SimSun-ExtB"/>
                <a:cs typeface="SimSun-ExtB"/>
              </a:rPr>
              <a:t> </a:t>
            </a:r>
            <a:r>
              <a:rPr sz="2700" i="1" spc="50" dirty="0">
                <a:latin typeface="Trebuchet MS"/>
                <a:cs typeface="Trebuchet MS"/>
              </a:rPr>
              <a:t>Tipo</a:t>
            </a:r>
            <a:r>
              <a:rPr sz="2700" i="1" spc="-15" dirty="0">
                <a:latin typeface="Trebuchet MS"/>
                <a:cs typeface="Trebuchet MS"/>
              </a:rPr>
              <a:t> </a:t>
            </a:r>
            <a:r>
              <a:rPr sz="2700" i="1" spc="240" dirty="0">
                <a:latin typeface="Trebuchet MS"/>
                <a:cs typeface="Trebuchet MS"/>
              </a:rPr>
              <a:t>de </a:t>
            </a:r>
            <a:r>
              <a:rPr sz="2700" i="1" spc="235" dirty="0">
                <a:latin typeface="Trebuchet MS"/>
                <a:cs typeface="Trebuchet MS"/>
              </a:rPr>
              <a:t>negocio</a:t>
            </a:r>
            <a:r>
              <a:rPr sz="2700" i="1" spc="-10" dirty="0">
                <a:latin typeface="Trebuchet MS"/>
                <a:cs typeface="Trebuchet MS"/>
              </a:rPr>
              <a:t> </a:t>
            </a:r>
            <a:r>
              <a:rPr sz="2700" i="1" spc="65" dirty="0">
                <a:latin typeface="Trebuchet MS"/>
                <a:cs typeface="Trebuchet MS"/>
              </a:rPr>
              <a:t>(si</a:t>
            </a:r>
            <a:r>
              <a:rPr sz="2700" i="1" spc="-10" dirty="0">
                <a:latin typeface="Trebuchet MS"/>
                <a:cs typeface="Trebuchet MS"/>
              </a:rPr>
              <a:t> </a:t>
            </a:r>
            <a:r>
              <a:rPr sz="2700" i="1" spc="225" dirty="0">
                <a:latin typeface="Trebuchet MS"/>
                <a:cs typeface="Trebuchet MS"/>
              </a:rPr>
              <a:t>es </a:t>
            </a:r>
            <a:r>
              <a:rPr sz="2700" i="1" spc="-10" dirty="0">
                <a:latin typeface="Trebuchet MS"/>
                <a:cs typeface="Trebuchet MS"/>
              </a:rPr>
              <a:t>B2B).</a:t>
            </a:r>
            <a:endParaRPr sz="2700" dirty="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779749" y="4773152"/>
            <a:ext cx="2968625" cy="3822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3825">
              <a:lnSpc>
                <a:spcPct val="113399"/>
              </a:lnSpc>
              <a:spcBef>
                <a:spcPts val="95"/>
              </a:spcBef>
            </a:pPr>
            <a:r>
              <a:rPr sz="2600" spc="-110" dirty="0">
                <a:latin typeface="SimSun-ExtB"/>
                <a:cs typeface="SimSun-ExtB"/>
              </a:rPr>
              <a:t>❌</a:t>
            </a:r>
            <a:r>
              <a:rPr sz="2600" spc="-710" dirty="0">
                <a:latin typeface="SimSun-ExtB"/>
                <a:cs typeface="SimSun-ExtB"/>
              </a:rPr>
              <a:t> </a:t>
            </a:r>
            <a:r>
              <a:rPr sz="2400" i="1" spc="204" dirty="0">
                <a:latin typeface="Trebuchet MS"/>
                <a:cs typeface="Trebuchet MS"/>
              </a:rPr>
              <a:t>¿Cuáles</a:t>
            </a:r>
            <a:r>
              <a:rPr sz="2400" i="1" spc="-5" dirty="0">
                <a:latin typeface="Trebuchet MS"/>
                <a:cs typeface="Trebuchet MS"/>
              </a:rPr>
              <a:t> </a:t>
            </a:r>
            <a:r>
              <a:rPr sz="2400" i="1" spc="225" dirty="0">
                <a:latin typeface="Trebuchet MS"/>
                <a:cs typeface="Trebuchet MS"/>
              </a:rPr>
              <a:t>son</a:t>
            </a:r>
            <a:r>
              <a:rPr sz="2400" i="1" spc="-5" dirty="0">
                <a:latin typeface="Trebuchet MS"/>
                <a:cs typeface="Trebuchet MS"/>
              </a:rPr>
              <a:t> </a:t>
            </a:r>
            <a:r>
              <a:rPr sz="2400" i="1" spc="195" dirty="0">
                <a:latin typeface="Trebuchet MS"/>
                <a:cs typeface="Trebuchet MS"/>
              </a:rPr>
              <a:t>sus </a:t>
            </a:r>
            <a:r>
              <a:rPr sz="2400" i="1" spc="200" dirty="0">
                <a:latin typeface="Trebuchet MS"/>
                <a:cs typeface="Trebuchet MS"/>
              </a:rPr>
              <a:t>mayores </a:t>
            </a:r>
            <a:r>
              <a:rPr sz="2400" i="1" spc="95" dirty="0">
                <a:latin typeface="Trebuchet MS"/>
                <a:cs typeface="Trebuchet MS"/>
              </a:rPr>
              <a:t>frustraciones?</a:t>
            </a:r>
            <a:endParaRPr sz="2400" dirty="0">
              <a:latin typeface="Trebuchet MS"/>
              <a:cs typeface="Trebuchet MS"/>
            </a:endParaRPr>
          </a:p>
          <a:p>
            <a:pPr marL="12700" marR="20320">
              <a:lnSpc>
                <a:spcPts val="3300"/>
              </a:lnSpc>
              <a:spcBef>
                <a:spcPts val="180"/>
              </a:spcBef>
            </a:pPr>
            <a:r>
              <a:rPr sz="2700" spc="-90" dirty="0">
                <a:latin typeface="SimSun-ExtB"/>
                <a:cs typeface="SimSun-ExtB"/>
              </a:rPr>
              <a:t>🎯</a:t>
            </a:r>
            <a:r>
              <a:rPr sz="2700" spc="-880" dirty="0">
                <a:latin typeface="SimSun-ExtB"/>
                <a:cs typeface="SimSun-ExtB"/>
              </a:rPr>
              <a:t> </a:t>
            </a:r>
            <a:r>
              <a:rPr sz="2400" i="1" spc="235" dirty="0">
                <a:latin typeface="Trebuchet MS"/>
                <a:cs typeface="Trebuchet MS"/>
              </a:rPr>
              <a:t>¿Qué</a:t>
            </a:r>
            <a:r>
              <a:rPr sz="2400" i="1" dirty="0">
                <a:latin typeface="Trebuchet MS"/>
                <a:cs typeface="Trebuchet MS"/>
              </a:rPr>
              <a:t> </a:t>
            </a:r>
            <a:r>
              <a:rPr sz="2400" i="1" spc="185" dirty="0">
                <a:latin typeface="Trebuchet MS"/>
                <a:cs typeface="Trebuchet MS"/>
              </a:rPr>
              <a:t>espera</a:t>
            </a:r>
            <a:r>
              <a:rPr sz="2400" i="1" dirty="0">
                <a:latin typeface="Trebuchet MS"/>
                <a:cs typeface="Trebuchet MS"/>
              </a:rPr>
              <a:t> </a:t>
            </a:r>
            <a:r>
              <a:rPr sz="2400" i="1" spc="210" dirty="0">
                <a:latin typeface="Trebuchet MS"/>
                <a:cs typeface="Trebuchet MS"/>
              </a:rPr>
              <a:t>de </a:t>
            </a:r>
            <a:r>
              <a:rPr sz="2400" i="1" spc="240" dirty="0">
                <a:latin typeface="Trebuchet MS"/>
                <a:cs typeface="Trebuchet MS"/>
              </a:rPr>
              <a:t>una</a:t>
            </a:r>
            <a:r>
              <a:rPr sz="2400" i="1" spc="-15" dirty="0">
                <a:latin typeface="Trebuchet MS"/>
                <a:cs typeface="Trebuchet MS"/>
              </a:rPr>
              <a:t> </a:t>
            </a:r>
            <a:r>
              <a:rPr sz="2400" i="1" spc="130" dirty="0">
                <a:latin typeface="Trebuchet MS"/>
                <a:cs typeface="Trebuchet MS"/>
              </a:rPr>
              <a:t>solución</a:t>
            </a:r>
            <a:r>
              <a:rPr sz="2400" i="1" spc="-10" dirty="0">
                <a:latin typeface="Trebuchet MS"/>
                <a:cs typeface="Trebuchet MS"/>
              </a:rPr>
              <a:t> </a:t>
            </a:r>
            <a:r>
              <a:rPr sz="2400" i="1" spc="110" dirty="0">
                <a:latin typeface="Trebuchet MS"/>
                <a:cs typeface="Trebuchet MS"/>
              </a:rPr>
              <a:t>ideal?</a:t>
            </a:r>
            <a:endParaRPr sz="2400" dirty="0">
              <a:latin typeface="Trebuchet MS"/>
              <a:cs typeface="Trebuchet MS"/>
            </a:endParaRPr>
          </a:p>
          <a:p>
            <a:pPr marL="12700" marR="5080">
              <a:lnSpc>
                <a:spcPts val="3300"/>
              </a:lnSpc>
            </a:pPr>
            <a:r>
              <a:rPr sz="2200" spc="395" dirty="0">
                <a:latin typeface="SimSun-ExtB"/>
                <a:cs typeface="SimSun-ExtB"/>
              </a:rPr>
              <a:t>🤝</a:t>
            </a:r>
            <a:r>
              <a:rPr sz="2200" spc="-590" dirty="0">
                <a:latin typeface="SimSun-ExtB"/>
                <a:cs typeface="SimSun-ExtB"/>
              </a:rPr>
              <a:t> </a:t>
            </a:r>
            <a:r>
              <a:rPr sz="2400" i="1" spc="235" dirty="0">
                <a:latin typeface="Trebuchet MS"/>
                <a:cs typeface="Trebuchet MS"/>
              </a:rPr>
              <a:t>¿Qué</a:t>
            </a:r>
            <a:r>
              <a:rPr sz="2400" i="1" spc="-5" dirty="0">
                <a:latin typeface="Trebuchet MS"/>
                <a:cs typeface="Trebuchet MS"/>
              </a:rPr>
              <a:t> </a:t>
            </a:r>
            <a:r>
              <a:rPr sz="2400" i="1" spc="125" dirty="0">
                <a:latin typeface="Trebuchet MS"/>
                <a:cs typeface="Trebuchet MS"/>
              </a:rPr>
              <a:t>tan</a:t>
            </a:r>
            <a:r>
              <a:rPr sz="2400" i="1" spc="-5" dirty="0">
                <a:latin typeface="Trebuchet MS"/>
                <a:cs typeface="Trebuchet MS"/>
              </a:rPr>
              <a:t> </a:t>
            </a:r>
            <a:r>
              <a:rPr sz="2400" i="1" spc="70" dirty="0">
                <a:latin typeface="Trebuchet MS"/>
                <a:cs typeface="Trebuchet MS"/>
              </a:rPr>
              <a:t>abierto </a:t>
            </a:r>
            <a:r>
              <a:rPr sz="2400" i="1" spc="155" dirty="0">
                <a:latin typeface="Trebuchet MS"/>
                <a:cs typeface="Trebuchet MS"/>
              </a:rPr>
              <a:t>está</a:t>
            </a:r>
            <a:r>
              <a:rPr sz="2400" i="1" spc="-10" dirty="0">
                <a:latin typeface="Trebuchet MS"/>
                <a:cs typeface="Trebuchet MS"/>
              </a:rPr>
              <a:t> </a:t>
            </a:r>
            <a:r>
              <a:rPr sz="2400" i="1" spc="350" dirty="0">
                <a:latin typeface="Trebuchet MS"/>
                <a:cs typeface="Trebuchet MS"/>
              </a:rPr>
              <a:t>a</a:t>
            </a:r>
            <a:r>
              <a:rPr sz="2400" i="1" spc="-10" dirty="0">
                <a:latin typeface="Trebuchet MS"/>
                <a:cs typeface="Trebuchet MS"/>
              </a:rPr>
              <a:t> </a:t>
            </a:r>
            <a:r>
              <a:rPr sz="2400" i="1" spc="210" dirty="0">
                <a:latin typeface="Trebuchet MS"/>
                <a:cs typeface="Trebuchet MS"/>
              </a:rPr>
              <a:t>cambiar</a:t>
            </a:r>
            <a:r>
              <a:rPr sz="2400" i="1" spc="-10" dirty="0">
                <a:latin typeface="Trebuchet MS"/>
                <a:cs typeface="Trebuchet MS"/>
              </a:rPr>
              <a:t> </a:t>
            </a:r>
            <a:r>
              <a:rPr sz="2400" i="1" spc="180" dirty="0">
                <a:latin typeface="Trebuchet MS"/>
                <a:cs typeface="Trebuchet MS"/>
              </a:rPr>
              <a:t>su </a:t>
            </a:r>
            <a:r>
              <a:rPr sz="2400" i="1" spc="145" dirty="0">
                <a:latin typeface="Trebuchet MS"/>
                <a:cs typeface="Trebuchet MS"/>
              </a:rPr>
              <a:t>forma</a:t>
            </a:r>
            <a:r>
              <a:rPr sz="2400" i="1" spc="-5" dirty="0">
                <a:latin typeface="Trebuchet MS"/>
                <a:cs typeface="Trebuchet MS"/>
              </a:rPr>
              <a:t> </a:t>
            </a:r>
            <a:r>
              <a:rPr sz="2400" i="1" spc="235" dirty="0">
                <a:latin typeface="Trebuchet MS"/>
                <a:cs typeface="Trebuchet MS"/>
              </a:rPr>
              <a:t>de</a:t>
            </a:r>
            <a:r>
              <a:rPr sz="2400" i="1" spc="-10" dirty="0">
                <a:latin typeface="Trebuchet MS"/>
                <a:cs typeface="Trebuchet MS"/>
              </a:rPr>
              <a:t> </a:t>
            </a:r>
            <a:r>
              <a:rPr sz="2400" i="1" spc="185" dirty="0">
                <a:latin typeface="Trebuchet MS"/>
                <a:cs typeface="Trebuchet MS"/>
              </a:rPr>
              <a:t>hacer</a:t>
            </a:r>
            <a:r>
              <a:rPr sz="2400" i="1" spc="-5" dirty="0">
                <a:latin typeface="Trebuchet MS"/>
                <a:cs typeface="Trebuchet MS"/>
              </a:rPr>
              <a:t> </a:t>
            </a:r>
            <a:r>
              <a:rPr sz="2400" i="1" spc="95" dirty="0">
                <a:latin typeface="Trebuchet MS"/>
                <a:cs typeface="Trebuchet MS"/>
              </a:rPr>
              <a:t>las </a:t>
            </a:r>
            <a:r>
              <a:rPr sz="2400" i="1" spc="285" dirty="0">
                <a:latin typeface="Trebuchet MS"/>
                <a:cs typeface="Trebuchet MS"/>
              </a:rPr>
              <a:t>cosas?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42570" y="4152438"/>
            <a:ext cx="295846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180" dirty="0">
                <a:latin typeface="Trebuchet MS"/>
                <a:cs typeface="Trebuchet MS"/>
              </a:rPr>
              <a:t>Datos</a:t>
            </a:r>
            <a:r>
              <a:rPr sz="2200" b="1" spc="-180" dirty="0">
                <a:latin typeface="Trebuchet MS"/>
                <a:cs typeface="Trebuchet MS"/>
              </a:rPr>
              <a:t> </a:t>
            </a:r>
            <a:r>
              <a:rPr sz="2200" b="1" spc="160" dirty="0">
                <a:latin typeface="Trebuchet MS"/>
                <a:cs typeface="Trebuchet MS"/>
              </a:rPr>
              <a:t>Demográficos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876409" y="4028054"/>
            <a:ext cx="3126740" cy="4316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1245" marR="118745" indent="-815340">
              <a:lnSpc>
                <a:spcPct val="116500"/>
              </a:lnSpc>
              <a:spcBef>
                <a:spcPts val="100"/>
              </a:spcBef>
            </a:pPr>
            <a:r>
              <a:rPr sz="2200" b="1" spc="170" dirty="0">
                <a:latin typeface="Trebuchet MS"/>
                <a:cs typeface="Trebuchet MS"/>
              </a:rPr>
              <a:t>Comportamiento</a:t>
            </a:r>
            <a:r>
              <a:rPr sz="2200" b="1" spc="-190" dirty="0">
                <a:latin typeface="Trebuchet MS"/>
                <a:cs typeface="Trebuchet MS"/>
              </a:rPr>
              <a:t> </a:t>
            </a:r>
            <a:r>
              <a:rPr sz="2200" b="1" spc="160" dirty="0">
                <a:latin typeface="Trebuchet MS"/>
                <a:cs typeface="Trebuchet MS"/>
              </a:rPr>
              <a:t>y </a:t>
            </a:r>
            <a:r>
              <a:rPr sz="2200" b="1" spc="135" dirty="0">
                <a:latin typeface="Trebuchet MS"/>
                <a:cs typeface="Trebuchet MS"/>
              </a:rPr>
              <a:t>Hábitos</a:t>
            </a:r>
            <a:endParaRPr sz="2200">
              <a:latin typeface="Trebuchet MS"/>
              <a:cs typeface="Trebuchet MS"/>
            </a:endParaRPr>
          </a:p>
          <a:p>
            <a:pPr marL="12700" marR="583565">
              <a:lnSpc>
                <a:spcPct val="111100"/>
              </a:lnSpc>
              <a:spcBef>
                <a:spcPts val="990"/>
              </a:spcBef>
            </a:pPr>
            <a:r>
              <a:rPr sz="2700" spc="-170" dirty="0">
                <a:latin typeface="SimSun-ExtB"/>
                <a:cs typeface="SimSun-ExtB"/>
              </a:rPr>
              <a:t>📊</a:t>
            </a:r>
            <a:r>
              <a:rPr sz="2700" spc="-800" dirty="0">
                <a:latin typeface="SimSun-ExtB"/>
                <a:cs typeface="SimSun-ExtB"/>
              </a:rPr>
              <a:t> </a:t>
            </a:r>
            <a:r>
              <a:rPr sz="2400" i="1" spc="330" dirty="0">
                <a:latin typeface="Trebuchet MS"/>
                <a:cs typeface="Trebuchet MS"/>
              </a:rPr>
              <a:t>¿Cómo</a:t>
            </a:r>
            <a:r>
              <a:rPr sz="2400" i="1" spc="-5" dirty="0">
                <a:latin typeface="Trebuchet MS"/>
                <a:cs typeface="Trebuchet MS"/>
              </a:rPr>
              <a:t> </a:t>
            </a:r>
            <a:r>
              <a:rPr sz="2400" i="1" spc="270" dirty="0">
                <a:latin typeface="Trebuchet MS"/>
                <a:cs typeface="Trebuchet MS"/>
              </a:rPr>
              <a:t>busca </a:t>
            </a:r>
            <a:r>
              <a:rPr sz="2400" i="1" spc="130" dirty="0">
                <a:latin typeface="Trebuchet MS"/>
                <a:cs typeface="Trebuchet MS"/>
              </a:rPr>
              <a:t>información?</a:t>
            </a: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ts val="3300"/>
              </a:lnSpc>
              <a:spcBef>
                <a:spcPts val="180"/>
              </a:spcBef>
            </a:pPr>
            <a:r>
              <a:rPr sz="2700" spc="-250" dirty="0">
                <a:latin typeface="SimSun-ExtB"/>
                <a:cs typeface="SimSun-ExtB"/>
              </a:rPr>
              <a:t>💰</a:t>
            </a:r>
            <a:r>
              <a:rPr sz="2700" spc="-655" dirty="0">
                <a:latin typeface="SimSun-ExtB"/>
                <a:cs typeface="SimSun-ExtB"/>
              </a:rPr>
              <a:t> </a:t>
            </a:r>
            <a:r>
              <a:rPr sz="2400" i="1" spc="235" dirty="0">
                <a:latin typeface="Trebuchet MS"/>
                <a:cs typeface="Trebuchet MS"/>
              </a:rPr>
              <a:t>¿Qué</a:t>
            </a:r>
            <a:r>
              <a:rPr sz="2400" i="1" spc="70" dirty="0">
                <a:latin typeface="Trebuchet MS"/>
                <a:cs typeface="Trebuchet MS"/>
              </a:rPr>
              <a:t> </a:t>
            </a:r>
            <a:r>
              <a:rPr sz="2400" i="1" dirty="0">
                <a:latin typeface="Trebuchet MS"/>
                <a:cs typeface="Trebuchet MS"/>
              </a:rPr>
              <a:t>criterios</a:t>
            </a:r>
            <a:r>
              <a:rPr sz="2400" i="1" spc="65" dirty="0">
                <a:latin typeface="Trebuchet MS"/>
                <a:cs typeface="Trebuchet MS"/>
              </a:rPr>
              <a:t> </a:t>
            </a:r>
            <a:r>
              <a:rPr sz="2400" i="1" spc="229" dirty="0">
                <a:latin typeface="Trebuchet MS"/>
                <a:cs typeface="Trebuchet MS"/>
              </a:rPr>
              <a:t>usa </a:t>
            </a:r>
            <a:r>
              <a:rPr sz="2400" i="1" spc="210" dirty="0">
                <a:latin typeface="Trebuchet MS"/>
                <a:cs typeface="Trebuchet MS"/>
              </a:rPr>
              <a:t>para</a:t>
            </a:r>
            <a:r>
              <a:rPr sz="2400" i="1" spc="-10" dirty="0">
                <a:latin typeface="Trebuchet MS"/>
                <a:cs typeface="Trebuchet MS"/>
              </a:rPr>
              <a:t> </a:t>
            </a:r>
            <a:r>
              <a:rPr sz="2400" i="1" spc="204" dirty="0">
                <a:latin typeface="Trebuchet MS"/>
                <a:cs typeface="Trebuchet MS"/>
              </a:rPr>
              <a:t>comprar?</a:t>
            </a:r>
            <a:endParaRPr sz="2400">
              <a:latin typeface="Trebuchet MS"/>
              <a:cs typeface="Trebuchet MS"/>
            </a:endParaRPr>
          </a:p>
          <a:p>
            <a:pPr marL="12700" marR="43815">
              <a:lnSpc>
                <a:spcPts val="3300"/>
              </a:lnSpc>
            </a:pPr>
            <a:r>
              <a:rPr sz="2700" spc="-90" dirty="0">
                <a:latin typeface="SimSun-ExtB"/>
                <a:cs typeface="SimSun-ExtB"/>
              </a:rPr>
              <a:t>📢</a:t>
            </a:r>
            <a:r>
              <a:rPr sz="2700" spc="-865" dirty="0">
                <a:latin typeface="SimSun-ExtB"/>
                <a:cs typeface="SimSun-ExtB"/>
              </a:rPr>
              <a:t> </a:t>
            </a:r>
            <a:r>
              <a:rPr sz="2400" i="1" spc="235" dirty="0">
                <a:latin typeface="Trebuchet MS"/>
                <a:cs typeface="Trebuchet MS"/>
              </a:rPr>
              <a:t>¿Dónde</a:t>
            </a:r>
            <a:r>
              <a:rPr sz="2400" i="1" spc="5" dirty="0">
                <a:latin typeface="Trebuchet MS"/>
                <a:cs typeface="Trebuchet MS"/>
              </a:rPr>
              <a:t> </a:t>
            </a:r>
            <a:r>
              <a:rPr sz="2400" i="1" spc="254" dirty="0">
                <a:latin typeface="Trebuchet MS"/>
                <a:cs typeface="Trebuchet MS"/>
              </a:rPr>
              <a:t>consume </a:t>
            </a:r>
            <a:r>
              <a:rPr sz="2400" i="1" spc="150" dirty="0">
                <a:latin typeface="Trebuchet MS"/>
                <a:cs typeface="Trebuchet MS"/>
              </a:rPr>
              <a:t>contenido</a:t>
            </a:r>
            <a:r>
              <a:rPr sz="2400" i="1" dirty="0">
                <a:latin typeface="Trebuchet MS"/>
                <a:cs typeface="Trebuchet MS"/>
              </a:rPr>
              <a:t> </a:t>
            </a:r>
            <a:r>
              <a:rPr sz="2400" i="1" spc="45" dirty="0">
                <a:latin typeface="Trebuchet MS"/>
                <a:cs typeface="Trebuchet MS"/>
              </a:rPr>
              <a:t>(redes, </a:t>
            </a:r>
            <a:r>
              <a:rPr sz="2400" i="1" spc="65" dirty="0">
                <a:latin typeface="Trebuchet MS"/>
                <a:cs typeface="Trebuchet MS"/>
              </a:rPr>
              <a:t>eventos,</a:t>
            </a:r>
            <a:r>
              <a:rPr sz="2400" i="1" spc="5" dirty="0">
                <a:latin typeface="Trebuchet MS"/>
                <a:cs typeface="Trebuchet MS"/>
              </a:rPr>
              <a:t> </a:t>
            </a:r>
            <a:r>
              <a:rPr sz="2400" i="1" spc="310" dirty="0">
                <a:latin typeface="Trebuchet MS"/>
                <a:cs typeface="Trebuchet MS"/>
              </a:rPr>
              <a:t>boca</a:t>
            </a:r>
            <a:r>
              <a:rPr sz="2400" i="1" spc="5" dirty="0">
                <a:latin typeface="Trebuchet MS"/>
                <a:cs typeface="Trebuchet MS"/>
              </a:rPr>
              <a:t> </a:t>
            </a:r>
            <a:r>
              <a:rPr sz="2400" i="1" spc="300" dirty="0">
                <a:latin typeface="Trebuchet MS"/>
                <a:cs typeface="Trebuchet MS"/>
              </a:rPr>
              <a:t>a </a:t>
            </a:r>
            <a:r>
              <a:rPr sz="2400" i="1" spc="270" dirty="0">
                <a:latin typeface="Trebuchet MS"/>
                <a:cs typeface="Trebuchet MS"/>
              </a:rPr>
              <a:t>boca)?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61747" y="4083337"/>
            <a:ext cx="326834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114" dirty="0">
                <a:latin typeface="Trebuchet MS"/>
                <a:cs typeface="Trebuchet MS"/>
              </a:rPr>
              <a:t>Dolores</a:t>
            </a:r>
            <a:r>
              <a:rPr sz="2200" b="1" spc="-195" dirty="0">
                <a:latin typeface="Trebuchet MS"/>
                <a:cs typeface="Trebuchet MS"/>
              </a:rPr>
              <a:t> </a:t>
            </a:r>
            <a:r>
              <a:rPr sz="2200" b="1" spc="210" dirty="0">
                <a:latin typeface="Trebuchet MS"/>
                <a:cs typeface="Trebuchet MS"/>
              </a:rPr>
              <a:t>y</a:t>
            </a:r>
            <a:r>
              <a:rPr sz="2200" b="1" spc="-195" dirty="0">
                <a:latin typeface="Trebuchet MS"/>
                <a:cs typeface="Trebuchet MS"/>
              </a:rPr>
              <a:t> </a:t>
            </a:r>
            <a:r>
              <a:rPr sz="2200" b="1" spc="160" dirty="0">
                <a:latin typeface="Trebuchet MS"/>
                <a:cs typeface="Trebuchet MS"/>
              </a:rPr>
              <a:t>Necesidades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68686" y="9122865"/>
            <a:ext cx="14576425" cy="537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350" spc="-775" dirty="0">
                <a:latin typeface="SimSun-ExtB"/>
                <a:cs typeface="SimSun-ExtB"/>
              </a:rPr>
              <a:t>💡</a:t>
            </a:r>
            <a:r>
              <a:rPr sz="3350" spc="-415" dirty="0">
                <a:latin typeface="SimSun-ExtB"/>
                <a:cs typeface="SimSun-ExtB"/>
              </a:rPr>
              <a:t> </a:t>
            </a:r>
            <a:r>
              <a:rPr sz="3000" spc="-160" dirty="0">
                <a:latin typeface="Lucida Sans Unicode"/>
                <a:cs typeface="Lucida Sans Unicode"/>
              </a:rPr>
              <a:t>Tip:</a:t>
            </a:r>
            <a:r>
              <a:rPr sz="3000" spc="-110" dirty="0">
                <a:latin typeface="Lucida Sans Unicode"/>
                <a:cs typeface="Lucida Sans Unicode"/>
              </a:rPr>
              <a:t> </a:t>
            </a:r>
            <a:r>
              <a:rPr sz="3000" dirty="0">
                <a:latin typeface="Lucida Sans Unicode"/>
                <a:cs typeface="Lucida Sans Unicode"/>
              </a:rPr>
              <a:t>Entender</a:t>
            </a:r>
            <a:r>
              <a:rPr sz="3000" spc="-110" dirty="0">
                <a:latin typeface="Lucida Sans Unicode"/>
                <a:cs typeface="Lucida Sans Unicode"/>
              </a:rPr>
              <a:t> </a:t>
            </a:r>
            <a:r>
              <a:rPr sz="3000" spc="105" dirty="0">
                <a:latin typeface="Lucida Sans Unicode"/>
                <a:cs typeface="Lucida Sans Unicode"/>
              </a:rPr>
              <a:t>al</a:t>
            </a:r>
            <a:r>
              <a:rPr sz="3000" spc="-105" dirty="0">
                <a:latin typeface="Lucida Sans Unicode"/>
                <a:cs typeface="Lucida Sans Unicode"/>
              </a:rPr>
              <a:t> </a:t>
            </a:r>
            <a:r>
              <a:rPr sz="3000" spc="50" dirty="0">
                <a:latin typeface="Lucida Sans Unicode"/>
                <a:cs typeface="Lucida Sans Unicode"/>
              </a:rPr>
              <a:t>cliente</a:t>
            </a:r>
            <a:r>
              <a:rPr sz="3000" spc="-110" dirty="0">
                <a:latin typeface="Lucida Sans Unicode"/>
                <a:cs typeface="Lucida Sans Unicode"/>
              </a:rPr>
              <a:t> </a:t>
            </a:r>
            <a:r>
              <a:rPr sz="3000" spc="65" dirty="0">
                <a:latin typeface="Lucida Sans Unicode"/>
                <a:cs typeface="Lucida Sans Unicode"/>
              </a:rPr>
              <a:t>permite</a:t>
            </a:r>
            <a:r>
              <a:rPr sz="3000" spc="-110" dirty="0">
                <a:latin typeface="Lucida Sans Unicode"/>
                <a:cs typeface="Lucida Sans Unicode"/>
              </a:rPr>
              <a:t> </a:t>
            </a:r>
            <a:r>
              <a:rPr sz="3000" spc="65" dirty="0">
                <a:latin typeface="Lucida Sans Unicode"/>
                <a:cs typeface="Lucida Sans Unicode"/>
              </a:rPr>
              <a:t>diseñar</a:t>
            </a:r>
            <a:r>
              <a:rPr sz="3000" spc="-110" dirty="0">
                <a:latin typeface="Lucida Sans Unicode"/>
                <a:cs typeface="Lucida Sans Unicode"/>
              </a:rPr>
              <a:t> </a:t>
            </a:r>
            <a:r>
              <a:rPr sz="3000" spc="150" dirty="0">
                <a:latin typeface="Lucida Sans Unicode"/>
                <a:cs typeface="Lucida Sans Unicode"/>
              </a:rPr>
              <a:t>una</a:t>
            </a:r>
            <a:r>
              <a:rPr sz="3000" spc="-105" dirty="0">
                <a:latin typeface="Lucida Sans Unicode"/>
                <a:cs typeface="Lucida Sans Unicode"/>
              </a:rPr>
              <a:t> </a:t>
            </a:r>
            <a:r>
              <a:rPr sz="3000" spc="85" dirty="0">
                <a:latin typeface="Lucida Sans Unicode"/>
                <a:cs typeface="Lucida Sans Unicode"/>
              </a:rPr>
              <a:t>propuesta</a:t>
            </a:r>
            <a:r>
              <a:rPr sz="3000" spc="-110" dirty="0">
                <a:latin typeface="Lucida Sans Unicode"/>
                <a:cs typeface="Lucida Sans Unicode"/>
              </a:rPr>
              <a:t> </a:t>
            </a:r>
            <a:r>
              <a:rPr sz="3000" spc="155" dirty="0">
                <a:latin typeface="Lucida Sans Unicode"/>
                <a:cs typeface="Lucida Sans Unicode"/>
              </a:rPr>
              <a:t>de</a:t>
            </a:r>
            <a:r>
              <a:rPr sz="3000" spc="-110" dirty="0">
                <a:latin typeface="Lucida Sans Unicode"/>
                <a:cs typeface="Lucida Sans Unicode"/>
              </a:rPr>
              <a:t> </a:t>
            </a:r>
            <a:r>
              <a:rPr sz="3000" spc="55" dirty="0">
                <a:latin typeface="Lucida Sans Unicode"/>
                <a:cs typeface="Lucida Sans Unicode"/>
              </a:rPr>
              <a:t>valor</a:t>
            </a:r>
            <a:r>
              <a:rPr sz="3000" spc="-105" dirty="0">
                <a:latin typeface="Lucida Sans Unicode"/>
                <a:cs typeface="Lucida Sans Unicode"/>
              </a:rPr>
              <a:t> </a:t>
            </a:r>
            <a:r>
              <a:rPr sz="3000" spc="-10" dirty="0">
                <a:latin typeface="Lucida Sans Unicode"/>
                <a:cs typeface="Lucida Sans Unicode"/>
              </a:rPr>
              <a:t>irresistible.</a:t>
            </a:r>
            <a:endParaRPr sz="3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4481" y="1028700"/>
            <a:ext cx="5060950" cy="8223884"/>
          </a:xfrm>
          <a:custGeom>
            <a:avLst/>
            <a:gdLst/>
            <a:ahLst/>
            <a:cxnLst/>
            <a:rect l="l" t="t" r="r" b="b"/>
            <a:pathLst>
              <a:path w="5060950" h="8223884">
                <a:moveTo>
                  <a:pt x="5060742" y="8223706"/>
                </a:moveTo>
                <a:lnTo>
                  <a:pt x="0" y="8223706"/>
                </a:lnTo>
                <a:lnTo>
                  <a:pt x="0" y="0"/>
                </a:lnTo>
                <a:lnTo>
                  <a:pt x="5060742" y="0"/>
                </a:lnTo>
                <a:lnTo>
                  <a:pt x="5060742" y="8223706"/>
                </a:lnTo>
                <a:close/>
              </a:path>
            </a:pathLst>
          </a:custGeom>
          <a:solidFill>
            <a:srgbClr val="4E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28700" y="1445800"/>
            <a:ext cx="3386454" cy="1816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5025"/>
              </a:lnSpc>
              <a:spcBef>
                <a:spcPts val="100"/>
              </a:spcBef>
            </a:pPr>
            <a:r>
              <a:rPr sz="5000" spc="480" dirty="0">
                <a:solidFill>
                  <a:srgbClr val="FFFFFF"/>
                </a:solidFill>
              </a:rPr>
              <a:t>VALIDA</a:t>
            </a:r>
            <a:endParaRPr sz="5000"/>
          </a:p>
          <a:p>
            <a:pPr>
              <a:lnSpc>
                <a:spcPct val="67500"/>
              </a:lnSpc>
              <a:spcBef>
                <a:spcPts val="975"/>
              </a:spcBef>
            </a:pPr>
            <a:r>
              <a:rPr sz="5000" spc="400" dirty="0">
                <a:solidFill>
                  <a:srgbClr val="FFFFFF"/>
                </a:solidFill>
              </a:rPr>
              <a:t>CIÓN</a:t>
            </a:r>
            <a:r>
              <a:rPr sz="5000" spc="280" dirty="0">
                <a:solidFill>
                  <a:srgbClr val="FFFFFF"/>
                </a:solidFill>
              </a:rPr>
              <a:t> </a:t>
            </a:r>
            <a:r>
              <a:rPr sz="5000" spc="330" dirty="0">
                <a:solidFill>
                  <a:srgbClr val="FFFFFF"/>
                </a:solidFill>
              </a:rPr>
              <a:t>DEL </a:t>
            </a:r>
            <a:r>
              <a:rPr sz="5000" spc="409" dirty="0">
                <a:solidFill>
                  <a:srgbClr val="FFFFFF"/>
                </a:solidFill>
              </a:rPr>
              <a:t>CLIENTE</a:t>
            </a:r>
            <a:endParaRPr sz="5000"/>
          </a:p>
        </p:txBody>
      </p:sp>
      <p:sp>
        <p:nvSpPr>
          <p:cNvPr id="4" name="object 4"/>
          <p:cNvSpPr txBox="1"/>
          <p:nvPr/>
        </p:nvSpPr>
        <p:spPr>
          <a:xfrm>
            <a:off x="1028700" y="2988850"/>
            <a:ext cx="31750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5000" spc="-280" dirty="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endParaRPr sz="5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8700" y="3503200"/>
            <a:ext cx="2927985" cy="2330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5025"/>
              </a:lnSpc>
              <a:spcBef>
                <a:spcPts val="100"/>
              </a:spcBef>
            </a:pPr>
            <a:r>
              <a:rPr sz="5000" spc="385" dirty="0">
                <a:solidFill>
                  <a:srgbClr val="FFFFFF"/>
                </a:solidFill>
                <a:latin typeface="Arial MT"/>
                <a:cs typeface="Arial MT"/>
              </a:rPr>
              <a:t>PRUEBA</a:t>
            </a:r>
            <a:endParaRPr sz="5000">
              <a:latin typeface="Arial MT"/>
              <a:cs typeface="Arial MT"/>
            </a:endParaRPr>
          </a:p>
          <a:p>
            <a:pPr>
              <a:lnSpc>
                <a:spcPts val="4050"/>
              </a:lnSpc>
            </a:pPr>
            <a:r>
              <a:rPr sz="5000" spc="400" dirty="0">
                <a:solidFill>
                  <a:srgbClr val="FFFFFF"/>
                </a:solidFill>
                <a:latin typeface="Arial MT"/>
                <a:cs typeface="Arial MT"/>
              </a:rPr>
              <a:t>EN</a:t>
            </a:r>
            <a:r>
              <a:rPr sz="5000" spc="2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000" spc="380" dirty="0">
                <a:solidFill>
                  <a:srgbClr val="FFFFFF"/>
                </a:solidFill>
                <a:latin typeface="Arial MT"/>
                <a:cs typeface="Arial MT"/>
              </a:rPr>
              <a:t>EL</a:t>
            </a:r>
            <a:endParaRPr sz="5000">
              <a:latin typeface="Arial MT"/>
              <a:cs typeface="Arial MT"/>
            </a:endParaRPr>
          </a:p>
          <a:p>
            <a:pPr marR="239395">
              <a:lnSpc>
                <a:spcPct val="67500"/>
              </a:lnSpc>
              <a:spcBef>
                <a:spcPts val="975"/>
              </a:spcBef>
            </a:pPr>
            <a:r>
              <a:rPr sz="5000" spc="415" dirty="0">
                <a:solidFill>
                  <a:srgbClr val="FFFFFF"/>
                </a:solidFill>
                <a:latin typeface="Arial MT"/>
                <a:cs typeface="Arial MT"/>
              </a:rPr>
              <a:t>MUNDO </a:t>
            </a:r>
            <a:r>
              <a:rPr sz="5000" spc="375" dirty="0">
                <a:solidFill>
                  <a:srgbClr val="FFFFFF"/>
                </a:solidFill>
                <a:latin typeface="Arial MT"/>
                <a:cs typeface="Arial MT"/>
              </a:rPr>
              <a:t>REAL</a:t>
            </a:r>
            <a:endParaRPr sz="5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4343" y="6413333"/>
            <a:ext cx="4041140" cy="133350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l">
              <a:lnSpc>
                <a:spcPct val="113300"/>
              </a:lnSpc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  <a:latin typeface="SimSun-ExtB"/>
                <a:cs typeface="SimSun-ExtB"/>
              </a:rPr>
              <a:t>📌</a:t>
            </a:r>
            <a:r>
              <a:rPr sz="2800" spc="520" dirty="0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sz="2500" i="1" dirty="0">
                <a:solidFill>
                  <a:srgbClr val="FFFFFF"/>
                </a:solidFill>
                <a:latin typeface="Trebuchet MS"/>
                <a:cs typeface="Trebuchet MS"/>
              </a:rPr>
              <a:t>Tu</a:t>
            </a:r>
            <a:r>
              <a:rPr sz="2500" i="1" spc="-30" dirty="0">
                <a:solidFill>
                  <a:srgbClr val="FFFFFF"/>
                </a:solidFill>
                <a:latin typeface="Trebuchet MS"/>
                <a:cs typeface="Trebuchet MS"/>
              </a:rPr>
              <a:t>  </a:t>
            </a:r>
            <a:r>
              <a:rPr sz="2500" i="1" spc="165" dirty="0">
                <a:solidFill>
                  <a:srgbClr val="FFFFFF"/>
                </a:solidFill>
                <a:latin typeface="Trebuchet MS"/>
                <a:cs typeface="Trebuchet MS"/>
              </a:rPr>
              <a:t>idea</a:t>
            </a:r>
            <a:r>
              <a:rPr sz="2500" i="1" spc="-25" dirty="0">
                <a:solidFill>
                  <a:srgbClr val="FFFFFF"/>
                </a:solidFill>
                <a:latin typeface="Trebuchet MS"/>
                <a:cs typeface="Trebuchet MS"/>
              </a:rPr>
              <a:t>  </a:t>
            </a:r>
            <a:r>
              <a:rPr sz="2500" i="1" spc="229" dirty="0">
                <a:solidFill>
                  <a:srgbClr val="FFFFFF"/>
                </a:solidFill>
                <a:latin typeface="Trebuchet MS"/>
                <a:cs typeface="Trebuchet MS"/>
              </a:rPr>
              <a:t>es</a:t>
            </a:r>
            <a:r>
              <a:rPr sz="2500" i="1" spc="-30" dirty="0">
                <a:solidFill>
                  <a:srgbClr val="FFFFFF"/>
                </a:solidFill>
                <a:latin typeface="Trebuchet MS"/>
                <a:cs typeface="Trebuchet MS"/>
              </a:rPr>
              <a:t>  </a:t>
            </a:r>
            <a:r>
              <a:rPr sz="2500" i="1" spc="135" dirty="0">
                <a:solidFill>
                  <a:srgbClr val="FFFFFF"/>
                </a:solidFill>
                <a:latin typeface="Trebuchet MS"/>
                <a:cs typeface="Trebuchet MS"/>
              </a:rPr>
              <a:t>solo</a:t>
            </a:r>
            <a:r>
              <a:rPr sz="2500" i="1" spc="-30" dirty="0">
                <a:solidFill>
                  <a:srgbClr val="FFFFFF"/>
                </a:solidFill>
                <a:latin typeface="Trebuchet MS"/>
                <a:cs typeface="Trebuchet MS"/>
              </a:rPr>
              <a:t>  </a:t>
            </a:r>
            <a:r>
              <a:rPr sz="2500" i="1" spc="229" dirty="0">
                <a:solidFill>
                  <a:srgbClr val="FFFFFF"/>
                </a:solidFill>
                <a:latin typeface="Trebuchet MS"/>
                <a:cs typeface="Trebuchet MS"/>
              </a:rPr>
              <a:t>una </a:t>
            </a:r>
            <a:r>
              <a:rPr sz="2500" i="1" dirty="0">
                <a:solidFill>
                  <a:srgbClr val="FFFFFF"/>
                </a:solidFill>
                <a:latin typeface="Trebuchet MS"/>
                <a:cs typeface="Trebuchet MS"/>
              </a:rPr>
              <a:t>hipótesis.</a:t>
            </a:r>
            <a:r>
              <a:rPr sz="2500" i="1" spc="615" dirty="0">
                <a:solidFill>
                  <a:srgbClr val="FFFFFF"/>
                </a:solidFill>
                <a:latin typeface="Trebuchet MS"/>
                <a:cs typeface="Trebuchet MS"/>
              </a:rPr>
              <a:t>    </a:t>
            </a:r>
            <a:r>
              <a:rPr lang="es-MX" sz="2500" i="1" spc="615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500" i="1" spc="175" dirty="0">
                <a:solidFill>
                  <a:srgbClr val="FFFFFF"/>
                </a:solidFill>
                <a:latin typeface="Trebuchet MS"/>
                <a:cs typeface="Trebuchet MS"/>
              </a:rPr>
              <a:t>Hay</a:t>
            </a:r>
            <a:r>
              <a:rPr sz="2500" i="1" spc="6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i="1" spc="200" dirty="0">
                <a:solidFill>
                  <a:srgbClr val="FFFFFF"/>
                </a:solidFill>
                <a:latin typeface="Trebuchet MS"/>
                <a:cs typeface="Trebuchet MS"/>
              </a:rPr>
              <a:t>que </a:t>
            </a:r>
            <a:r>
              <a:rPr sz="2500" i="1" spc="-10" dirty="0">
                <a:solidFill>
                  <a:srgbClr val="FFFFFF"/>
                </a:solidFill>
                <a:latin typeface="Trebuchet MS"/>
                <a:cs typeface="Trebuchet MS"/>
              </a:rPr>
              <a:t>validarla.</a:t>
            </a:r>
            <a:endParaRPr sz="25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13193" y="861566"/>
            <a:ext cx="684530" cy="684530"/>
          </a:xfrm>
          <a:custGeom>
            <a:avLst/>
            <a:gdLst/>
            <a:ahLst/>
            <a:cxnLst/>
            <a:rect l="l" t="t" r="r" b="b"/>
            <a:pathLst>
              <a:path w="684529" h="684530">
                <a:moveTo>
                  <a:pt x="342031" y="684062"/>
                </a:moveTo>
                <a:lnTo>
                  <a:pt x="295619" y="680940"/>
                </a:lnTo>
                <a:lnTo>
                  <a:pt x="251105" y="671844"/>
                </a:lnTo>
                <a:lnTo>
                  <a:pt x="208897" y="657183"/>
                </a:lnTo>
                <a:lnTo>
                  <a:pt x="169401" y="637365"/>
                </a:lnTo>
                <a:lnTo>
                  <a:pt x="133026" y="612795"/>
                </a:lnTo>
                <a:lnTo>
                  <a:pt x="100178" y="583883"/>
                </a:lnTo>
                <a:lnTo>
                  <a:pt x="71266" y="551036"/>
                </a:lnTo>
                <a:lnTo>
                  <a:pt x="46697" y="514660"/>
                </a:lnTo>
                <a:lnTo>
                  <a:pt x="26878" y="475165"/>
                </a:lnTo>
                <a:lnTo>
                  <a:pt x="12217" y="432956"/>
                </a:lnTo>
                <a:lnTo>
                  <a:pt x="3122" y="388442"/>
                </a:lnTo>
                <a:lnTo>
                  <a:pt x="0" y="342031"/>
                </a:lnTo>
                <a:lnTo>
                  <a:pt x="3122" y="295619"/>
                </a:lnTo>
                <a:lnTo>
                  <a:pt x="12217" y="251105"/>
                </a:lnTo>
                <a:lnTo>
                  <a:pt x="26878" y="208897"/>
                </a:lnTo>
                <a:lnTo>
                  <a:pt x="46697" y="169401"/>
                </a:lnTo>
                <a:lnTo>
                  <a:pt x="71266" y="133026"/>
                </a:lnTo>
                <a:lnTo>
                  <a:pt x="100178" y="100178"/>
                </a:lnTo>
                <a:lnTo>
                  <a:pt x="133026" y="71266"/>
                </a:lnTo>
                <a:lnTo>
                  <a:pt x="169401" y="46697"/>
                </a:lnTo>
                <a:lnTo>
                  <a:pt x="208897" y="26878"/>
                </a:lnTo>
                <a:lnTo>
                  <a:pt x="251105" y="12217"/>
                </a:lnTo>
                <a:lnTo>
                  <a:pt x="295619" y="3122"/>
                </a:lnTo>
                <a:lnTo>
                  <a:pt x="342031" y="0"/>
                </a:lnTo>
                <a:lnTo>
                  <a:pt x="388442" y="3122"/>
                </a:lnTo>
                <a:lnTo>
                  <a:pt x="432956" y="12217"/>
                </a:lnTo>
                <a:lnTo>
                  <a:pt x="475165" y="26878"/>
                </a:lnTo>
                <a:lnTo>
                  <a:pt x="514660" y="46697"/>
                </a:lnTo>
                <a:lnTo>
                  <a:pt x="551036" y="71266"/>
                </a:lnTo>
                <a:lnTo>
                  <a:pt x="583883" y="100178"/>
                </a:lnTo>
                <a:lnTo>
                  <a:pt x="612795" y="133026"/>
                </a:lnTo>
                <a:lnTo>
                  <a:pt x="637365" y="169401"/>
                </a:lnTo>
                <a:lnTo>
                  <a:pt x="657183" y="208897"/>
                </a:lnTo>
                <a:lnTo>
                  <a:pt x="671844" y="251105"/>
                </a:lnTo>
                <a:lnTo>
                  <a:pt x="680940" y="295619"/>
                </a:lnTo>
                <a:lnTo>
                  <a:pt x="684062" y="342031"/>
                </a:lnTo>
                <a:lnTo>
                  <a:pt x="680940" y="388442"/>
                </a:lnTo>
                <a:lnTo>
                  <a:pt x="671844" y="432956"/>
                </a:lnTo>
                <a:lnTo>
                  <a:pt x="657183" y="475165"/>
                </a:lnTo>
                <a:lnTo>
                  <a:pt x="637365" y="514660"/>
                </a:lnTo>
                <a:lnTo>
                  <a:pt x="612795" y="551036"/>
                </a:lnTo>
                <a:lnTo>
                  <a:pt x="583883" y="583883"/>
                </a:lnTo>
                <a:lnTo>
                  <a:pt x="551036" y="612795"/>
                </a:lnTo>
                <a:lnTo>
                  <a:pt x="514660" y="637365"/>
                </a:lnTo>
                <a:lnTo>
                  <a:pt x="475165" y="657183"/>
                </a:lnTo>
                <a:lnTo>
                  <a:pt x="432956" y="671844"/>
                </a:lnTo>
                <a:lnTo>
                  <a:pt x="388442" y="680940"/>
                </a:lnTo>
                <a:lnTo>
                  <a:pt x="342031" y="684062"/>
                </a:lnTo>
                <a:close/>
              </a:path>
            </a:pathLst>
          </a:custGeom>
          <a:solidFill>
            <a:srgbClr val="00C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651678" y="9028749"/>
            <a:ext cx="459105" cy="459105"/>
          </a:xfrm>
          <a:custGeom>
            <a:avLst/>
            <a:gdLst/>
            <a:ahLst/>
            <a:cxnLst/>
            <a:rect l="l" t="t" r="r" b="b"/>
            <a:pathLst>
              <a:path w="459105" h="459104">
                <a:moveTo>
                  <a:pt x="229549" y="459099"/>
                </a:moveTo>
                <a:lnTo>
                  <a:pt x="183287" y="454436"/>
                </a:lnTo>
                <a:lnTo>
                  <a:pt x="140198" y="441060"/>
                </a:lnTo>
                <a:lnTo>
                  <a:pt x="101206" y="419896"/>
                </a:lnTo>
                <a:lnTo>
                  <a:pt x="67233" y="391866"/>
                </a:lnTo>
                <a:lnTo>
                  <a:pt x="39203" y="357893"/>
                </a:lnTo>
                <a:lnTo>
                  <a:pt x="18039" y="318900"/>
                </a:lnTo>
                <a:lnTo>
                  <a:pt x="4663" y="275812"/>
                </a:lnTo>
                <a:lnTo>
                  <a:pt x="0" y="229549"/>
                </a:lnTo>
                <a:lnTo>
                  <a:pt x="4663" y="183287"/>
                </a:lnTo>
                <a:lnTo>
                  <a:pt x="18039" y="140198"/>
                </a:lnTo>
                <a:lnTo>
                  <a:pt x="39203" y="101206"/>
                </a:lnTo>
                <a:lnTo>
                  <a:pt x="67233" y="67233"/>
                </a:lnTo>
                <a:lnTo>
                  <a:pt x="101206" y="39203"/>
                </a:lnTo>
                <a:lnTo>
                  <a:pt x="140198" y="18039"/>
                </a:lnTo>
                <a:lnTo>
                  <a:pt x="183287" y="4663"/>
                </a:lnTo>
                <a:lnTo>
                  <a:pt x="229549" y="0"/>
                </a:lnTo>
                <a:lnTo>
                  <a:pt x="275812" y="4663"/>
                </a:lnTo>
                <a:lnTo>
                  <a:pt x="318901" y="18039"/>
                </a:lnTo>
                <a:lnTo>
                  <a:pt x="357893" y="39203"/>
                </a:lnTo>
                <a:lnTo>
                  <a:pt x="391866" y="67233"/>
                </a:lnTo>
                <a:lnTo>
                  <a:pt x="419895" y="101206"/>
                </a:lnTo>
                <a:lnTo>
                  <a:pt x="441060" y="140198"/>
                </a:lnTo>
                <a:lnTo>
                  <a:pt x="454435" y="183287"/>
                </a:lnTo>
                <a:lnTo>
                  <a:pt x="459099" y="229549"/>
                </a:lnTo>
                <a:lnTo>
                  <a:pt x="454435" y="275812"/>
                </a:lnTo>
                <a:lnTo>
                  <a:pt x="441060" y="318900"/>
                </a:lnTo>
                <a:lnTo>
                  <a:pt x="419895" y="357893"/>
                </a:lnTo>
                <a:lnTo>
                  <a:pt x="391866" y="391866"/>
                </a:lnTo>
                <a:lnTo>
                  <a:pt x="357893" y="419896"/>
                </a:lnTo>
                <a:lnTo>
                  <a:pt x="318901" y="441060"/>
                </a:lnTo>
                <a:lnTo>
                  <a:pt x="275812" y="454436"/>
                </a:lnTo>
                <a:lnTo>
                  <a:pt x="229549" y="459099"/>
                </a:lnTo>
                <a:close/>
              </a:path>
            </a:pathLst>
          </a:custGeom>
          <a:solidFill>
            <a:srgbClr val="FFA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110778" y="1203597"/>
            <a:ext cx="684530" cy="684530"/>
          </a:xfrm>
          <a:custGeom>
            <a:avLst/>
            <a:gdLst/>
            <a:ahLst/>
            <a:cxnLst/>
            <a:rect l="l" t="t" r="r" b="b"/>
            <a:pathLst>
              <a:path w="684530" h="684530">
                <a:moveTo>
                  <a:pt x="342030" y="684062"/>
                </a:moveTo>
                <a:lnTo>
                  <a:pt x="295619" y="680940"/>
                </a:lnTo>
                <a:lnTo>
                  <a:pt x="251105" y="671844"/>
                </a:lnTo>
                <a:lnTo>
                  <a:pt x="208896" y="657183"/>
                </a:lnTo>
                <a:lnTo>
                  <a:pt x="169401" y="637365"/>
                </a:lnTo>
                <a:lnTo>
                  <a:pt x="133025" y="612795"/>
                </a:lnTo>
                <a:lnTo>
                  <a:pt x="100178" y="583883"/>
                </a:lnTo>
                <a:lnTo>
                  <a:pt x="71266" y="551036"/>
                </a:lnTo>
                <a:lnTo>
                  <a:pt x="46697" y="514660"/>
                </a:lnTo>
                <a:lnTo>
                  <a:pt x="26878" y="475165"/>
                </a:lnTo>
                <a:lnTo>
                  <a:pt x="12217" y="432956"/>
                </a:lnTo>
                <a:lnTo>
                  <a:pt x="3122" y="388442"/>
                </a:lnTo>
                <a:lnTo>
                  <a:pt x="0" y="342031"/>
                </a:lnTo>
                <a:lnTo>
                  <a:pt x="3122" y="295619"/>
                </a:lnTo>
                <a:lnTo>
                  <a:pt x="12217" y="251105"/>
                </a:lnTo>
                <a:lnTo>
                  <a:pt x="26878" y="208897"/>
                </a:lnTo>
                <a:lnTo>
                  <a:pt x="46697" y="169401"/>
                </a:lnTo>
                <a:lnTo>
                  <a:pt x="71266" y="133026"/>
                </a:lnTo>
                <a:lnTo>
                  <a:pt x="100178" y="100178"/>
                </a:lnTo>
                <a:lnTo>
                  <a:pt x="133025" y="71266"/>
                </a:lnTo>
                <a:lnTo>
                  <a:pt x="169401" y="46697"/>
                </a:lnTo>
                <a:lnTo>
                  <a:pt x="208896" y="26878"/>
                </a:lnTo>
                <a:lnTo>
                  <a:pt x="251105" y="12217"/>
                </a:lnTo>
                <a:lnTo>
                  <a:pt x="295619" y="3122"/>
                </a:lnTo>
                <a:lnTo>
                  <a:pt x="342030" y="0"/>
                </a:lnTo>
                <a:lnTo>
                  <a:pt x="388442" y="3122"/>
                </a:lnTo>
                <a:lnTo>
                  <a:pt x="432956" y="12217"/>
                </a:lnTo>
                <a:lnTo>
                  <a:pt x="475164" y="26878"/>
                </a:lnTo>
                <a:lnTo>
                  <a:pt x="514660" y="46697"/>
                </a:lnTo>
                <a:lnTo>
                  <a:pt x="551035" y="71266"/>
                </a:lnTo>
                <a:lnTo>
                  <a:pt x="583883" y="100178"/>
                </a:lnTo>
                <a:lnTo>
                  <a:pt x="612795" y="133026"/>
                </a:lnTo>
                <a:lnTo>
                  <a:pt x="637364" y="169401"/>
                </a:lnTo>
                <a:lnTo>
                  <a:pt x="657183" y="208897"/>
                </a:lnTo>
                <a:lnTo>
                  <a:pt x="671844" y="251105"/>
                </a:lnTo>
                <a:lnTo>
                  <a:pt x="680939" y="295619"/>
                </a:lnTo>
                <a:lnTo>
                  <a:pt x="684061" y="342031"/>
                </a:lnTo>
                <a:lnTo>
                  <a:pt x="680939" y="388442"/>
                </a:lnTo>
                <a:lnTo>
                  <a:pt x="671844" y="432956"/>
                </a:lnTo>
                <a:lnTo>
                  <a:pt x="657183" y="475165"/>
                </a:lnTo>
                <a:lnTo>
                  <a:pt x="637364" y="514660"/>
                </a:lnTo>
                <a:lnTo>
                  <a:pt x="612795" y="551036"/>
                </a:lnTo>
                <a:lnTo>
                  <a:pt x="583883" y="583883"/>
                </a:lnTo>
                <a:lnTo>
                  <a:pt x="551035" y="612795"/>
                </a:lnTo>
                <a:lnTo>
                  <a:pt x="514660" y="637365"/>
                </a:lnTo>
                <a:lnTo>
                  <a:pt x="475164" y="657183"/>
                </a:lnTo>
                <a:lnTo>
                  <a:pt x="432956" y="671844"/>
                </a:lnTo>
                <a:lnTo>
                  <a:pt x="388442" y="680940"/>
                </a:lnTo>
                <a:lnTo>
                  <a:pt x="342030" y="684062"/>
                </a:lnTo>
                <a:close/>
              </a:path>
            </a:pathLst>
          </a:custGeom>
          <a:solidFill>
            <a:srgbClr val="FF4D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299752" y="1866010"/>
            <a:ext cx="10313670" cy="280860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>
              <a:lnSpc>
                <a:spcPct val="112100"/>
              </a:lnSpc>
              <a:spcBef>
                <a:spcPts val="170"/>
              </a:spcBef>
            </a:pPr>
            <a:r>
              <a:rPr sz="2900" spc="-65" dirty="0">
                <a:latin typeface="SimSun-ExtB"/>
                <a:cs typeface="SimSun-ExtB"/>
              </a:rPr>
              <a:t>✅</a:t>
            </a:r>
            <a:r>
              <a:rPr sz="2900" spc="-1015" dirty="0">
                <a:latin typeface="SimSun-ExtB"/>
                <a:cs typeface="SimSun-ExtB"/>
              </a:rPr>
              <a:t> </a:t>
            </a:r>
            <a:r>
              <a:rPr sz="2600" b="1" spc="130" dirty="0">
                <a:latin typeface="Trebuchet MS"/>
                <a:cs typeface="Trebuchet MS"/>
              </a:rPr>
              <a:t>Entrevistas</a:t>
            </a:r>
            <a:r>
              <a:rPr sz="2600" b="1" spc="-225" dirty="0">
                <a:latin typeface="Trebuchet MS"/>
                <a:cs typeface="Trebuchet MS"/>
              </a:rPr>
              <a:t> </a:t>
            </a:r>
            <a:r>
              <a:rPr sz="2600" b="1" spc="245" dirty="0">
                <a:latin typeface="Trebuchet MS"/>
                <a:cs typeface="Trebuchet MS"/>
              </a:rPr>
              <a:t>y</a:t>
            </a:r>
            <a:r>
              <a:rPr sz="2600" b="1" spc="-220" dirty="0">
                <a:latin typeface="Trebuchet MS"/>
                <a:cs typeface="Trebuchet MS"/>
              </a:rPr>
              <a:t> </a:t>
            </a:r>
            <a:r>
              <a:rPr sz="2600" b="1" spc="155" dirty="0">
                <a:latin typeface="Trebuchet MS"/>
                <a:cs typeface="Trebuchet MS"/>
              </a:rPr>
              <a:t>encuestas:</a:t>
            </a:r>
            <a:r>
              <a:rPr sz="2600" b="1" spc="-75" dirty="0">
                <a:latin typeface="Trebuchet MS"/>
                <a:cs typeface="Trebuchet MS"/>
              </a:rPr>
              <a:t> </a:t>
            </a:r>
            <a:r>
              <a:rPr sz="2600" spc="55" dirty="0">
                <a:latin typeface="Lucida Sans Unicode"/>
                <a:cs typeface="Lucida Sans Unicode"/>
              </a:rPr>
              <a:t>Preguntar</a:t>
            </a:r>
            <a:r>
              <a:rPr sz="2600" spc="-120" dirty="0">
                <a:latin typeface="Lucida Sans Unicode"/>
                <a:cs typeface="Lucida Sans Unicode"/>
              </a:rPr>
              <a:t> </a:t>
            </a:r>
            <a:r>
              <a:rPr sz="2600" spc="90" dirty="0">
                <a:latin typeface="Lucida Sans Unicode"/>
                <a:cs typeface="Lucida Sans Unicode"/>
              </a:rPr>
              <a:t>directamente</a:t>
            </a:r>
            <a:r>
              <a:rPr sz="2600" spc="-114" dirty="0">
                <a:latin typeface="Lucida Sans Unicode"/>
                <a:cs typeface="Lucida Sans Unicode"/>
              </a:rPr>
              <a:t> </a:t>
            </a:r>
            <a:r>
              <a:rPr sz="2600" spc="315" dirty="0">
                <a:latin typeface="Lucida Sans Unicode"/>
                <a:cs typeface="Lucida Sans Unicode"/>
              </a:rPr>
              <a:t>a</a:t>
            </a:r>
            <a:r>
              <a:rPr sz="2600" spc="-114" dirty="0">
                <a:latin typeface="Lucida Sans Unicode"/>
                <a:cs typeface="Lucida Sans Unicode"/>
              </a:rPr>
              <a:t> </a:t>
            </a:r>
            <a:r>
              <a:rPr sz="2600" spc="-10" dirty="0">
                <a:latin typeface="Lucida Sans Unicode"/>
                <a:cs typeface="Lucida Sans Unicode"/>
              </a:rPr>
              <a:t>clientes potenciales.</a:t>
            </a:r>
            <a:endParaRPr sz="2600" dirty="0">
              <a:latin typeface="Lucida Sans Unicode"/>
              <a:cs typeface="Lucida Sans Unicode"/>
            </a:endParaRPr>
          </a:p>
          <a:p>
            <a:pPr marL="12700" marR="259079">
              <a:lnSpc>
                <a:spcPts val="3600"/>
              </a:lnSpc>
              <a:spcBef>
                <a:spcPts val="200"/>
              </a:spcBef>
            </a:pPr>
            <a:r>
              <a:rPr sz="2900" spc="-65" dirty="0">
                <a:latin typeface="SimSun-ExtB"/>
                <a:cs typeface="SimSun-ExtB"/>
              </a:rPr>
              <a:t>✅</a:t>
            </a:r>
            <a:r>
              <a:rPr sz="2900" spc="-985" dirty="0">
                <a:latin typeface="SimSun-ExtB"/>
                <a:cs typeface="SimSun-ExtB"/>
              </a:rPr>
              <a:t> </a:t>
            </a:r>
            <a:r>
              <a:rPr sz="2600" b="1" spc="130" dirty="0">
                <a:latin typeface="Trebuchet MS"/>
                <a:cs typeface="Trebuchet MS"/>
              </a:rPr>
              <a:t>Experimentos</a:t>
            </a:r>
            <a:r>
              <a:rPr sz="2600" b="1" spc="-185" dirty="0">
                <a:latin typeface="Trebuchet MS"/>
                <a:cs typeface="Trebuchet MS"/>
              </a:rPr>
              <a:t> </a:t>
            </a:r>
            <a:r>
              <a:rPr sz="2600" b="1" spc="135" dirty="0">
                <a:latin typeface="Trebuchet MS"/>
                <a:cs typeface="Trebuchet MS"/>
              </a:rPr>
              <a:t>rápidos:</a:t>
            </a:r>
            <a:r>
              <a:rPr sz="2600" b="1" spc="-25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Lucida Sans Unicode"/>
                <a:cs typeface="Lucida Sans Unicode"/>
              </a:rPr>
              <a:t>MVPs,</a:t>
            </a:r>
            <a:r>
              <a:rPr sz="2600" spc="-70" dirty="0">
                <a:latin typeface="Lucida Sans Unicode"/>
                <a:cs typeface="Lucida Sans Unicode"/>
              </a:rPr>
              <a:t> </a:t>
            </a:r>
            <a:r>
              <a:rPr sz="2600" spc="114" dirty="0">
                <a:latin typeface="Lucida Sans Unicode"/>
                <a:cs typeface="Lucida Sans Unicode"/>
              </a:rPr>
              <a:t>demos</a:t>
            </a:r>
            <a:r>
              <a:rPr sz="2600" spc="-65" dirty="0">
                <a:latin typeface="Lucida Sans Unicode"/>
                <a:cs typeface="Lucida Sans Unicode"/>
              </a:rPr>
              <a:t> </a:t>
            </a:r>
            <a:r>
              <a:rPr sz="2600" spc="60" dirty="0">
                <a:latin typeface="Lucida Sans Unicode"/>
                <a:cs typeface="Lucida Sans Unicode"/>
              </a:rPr>
              <a:t>o</a:t>
            </a:r>
            <a:r>
              <a:rPr sz="2600" spc="-70" dirty="0">
                <a:latin typeface="Lucida Sans Unicode"/>
                <a:cs typeface="Lucida Sans Unicode"/>
              </a:rPr>
              <a:t> </a:t>
            </a:r>
            <a:r>
              <a:rPr sz="2600" dirty="0">
                <a:latin typeface="Lucida Sans Unicode"/>
                <a:cs typeface="Lucida Sans Unicode"/>
              </a:rPr>
              <a:t>versiones</a:t>
            </a:r>
            <a:r>
              <a:rPr sz="2600" spc="-65" dirty="0">
                <a:latin typeface="Lucida Sans Unicode"/>
                <a:cs typeface="Lucida Sans Unicode"/>
              </a:rPr>
              <a:t> </a:t>
            </a:r>
            <a:r>
              <a:rPr sz="2600" spc="45" dirty="0">
                <a:latin typeface="Lucida Sans Unicode"/>
                <a:cs typeface="Lucida Sans Unicode"/>
              </a:rPr>
              <a:t>gratuitas </a:t>
            </a:r>
            <a:r>
              <a:rPr sz="2600" spc="155" dirty="0">
                <a:latin typeface="Lucida Sans Unicode"/>
                <a:cs typeface="Lucida Sans Unicode"/>
              </a:rPr>
              <a:t>para</a:t>
            </a:r>
            <a:r>
              <a:rPr sz="2600" spc="-120" dirty="0">
                <a:latin typeface="Lucida Sans Unicode"/>
                <a:cs typeface="Lucida Sans Unicode"/>
              </a:rPr>
              <a:t> </a:t>
            </a:r>
            <a:r>
              <a:rPr sz="2600" spc="55" dirty="0">
                <a:latin typeface="Lucida Sans Unicode"/>
                <a:cs typeface="Lucida Sans Unicode"/>
              </a:rPr>
              <a:t>obtener</a:t>
            </a:r>
            <a:r>
              <a:rPr sz="2600" spc="-120" dirty="0">
                <a:latin typeface="Lucida Sans Unicode"/>
                <a:cs typeface="Lucida Sans Unicode"/>
              </a:rPr>
              <a:t> </a:t>
            </a:r>
            <a:r>
              <a:rPr sz="2600" spc="40" dirty="0">
                <a:latin typeface="Lucida Sans Unicode"/>
                <a:cs typeface="Lucida Sans Unicode"/>
              </a:rPr>
              <a:t>feedback.</a:t>
            </a:r>
            <a:endParaRPr sz="2600" dirty="0">
              <a:latin typeface="Lucida Sans Unicode"/>
              <a:cs typeface="Lucida Sans Unicode"/>
            </a:endParaRPr>
          </a:p>
          <a:p>
            <a:pPr marL="12700" marR="471170">
              <a:lnSpc>
                <a:spcPts val="3600"/>
              </a:lnSpc>
            </a:pPr>
            <a:r>
              <a:rPr sz="2900" spc="-65" dirty="0">
                <a:latin typeface="SimSun-ExtB"/>
                <a:cs typeface="SimSun-ExtB"/>
              </a:rPr>
              <a:t>✅</a:t>
            </a:r>
            <a:r>
              <a:rPr sz="2900" spc="-960" dirty="0">
                <a:latin typeface="SimSun-ExtB"/>
                <a:cs typeface="SimSun-ExtB"/>
              </a:rPr>
              <a:t> </a:t>
            </a:r>
            <a:r>
              <a:rPr sz="2600" b="1" spc="175" dirty="0">
                <a:latin typeface="Trebuchet MS"/>
                <a:cs typeface="Trebuchet MS"/>
              </a:rPr>
              <a:t>Métricas</a:t>
            </a:r>
            <a:r>
              <a:rPr sz="2600" b="1" spc="-150" dirty="0">
                <a:latin typeface="Trebuchet MS"/>
                <a:cs typeface="Trebuchet MS"/>
              </a:rPr>
              <a:t> </a:t>
            </a:r>
            <a:r>
              <a:rPr sz="2600" b="1" spc="114" dirty="0">
                <a:latin typeface="Trebuchet MS"/>
                <a:cs typeface="Trebuchet MS"/>
              </a:rPr>
              <a:t>clave:</a:t>
            </a:r>
            <a:r>
              <a:rPr sz="2600" b="1" spc="10" dirty="0">
                <a:latin typeface="Trebuchet MS"/>
                <a:cs typeface="Trebuchet MS"/>
              </a:rPr>
              <a:t> </a:t>
            </a:r>
            <a:r>
              <a:rPr sz="2600" spc="95" dirty="0">
                <a:latin typeface="Lucida Sans Unicode"/>
                <a:cs typeface="Lucida Sans Unicode"/>
              </a:rPr>
              <a:t>Tasa</a:t>
            </a:r>
            <a:r>
              <a:rPr sz="2600" spc="-25" dirty="0">
                <a:latin typeface="Lucida Sans Unicode"/>
                <a:cs typeface="Lucida Sans Unicode"/>
              </a:rPr>
              <a:t> </a:t>
            </a:r>
            <a:r>
              <a:rPr sz="2600" spc="130" dirty="0">
                <a:latin typeface="Lucida Sans Unicode"/>
                <a:cs typeface="Lucida Sans Unicode"/>
              </a:rPr>
              <a:t>de</a:t>
            </a:r>
            <a:r>
              <a:rPr sz="2600" spc="-30" dirty="0">
                <a:latin typeface="Lucida Sans Unicode"/>
                <a:cs typeface="Lucida Sans Unicode"/>
              </a:rPr>
              <a:t> </a:t>
            </a:r>
            <a:r>
              <a:rPr sz="2600" dirty="0">
                <a:latin typeface="Lucida Sans Unicode"/>
                <a:cs typeface="Lucida Sans Unicode"/>
              </a:rPr>
              <a:t>respuesta,</a:t>
            </a:r>
            <a:r>
              <a:rPr sz="2600" spc="-25" dirty="0">
                <a:latin typeface="Lucida Sans Unicode"/>
                <a:cs typeface="Lucida Sans Unicode"/>
              </a:rPr>
              <a:t> </a:t>
            </a:r>
            <a:r>
              <a:rPr sz="2600" dirty="0">
                <a:latin typeface="Lucida Sans Unicode"/>
                <a:cs typeface="Lucida Sans Unicode"/>
              </a:rPr>
              <a:t>intención</a:t>
            </a:r>
            <a:r>
              <a:rPr sz="2600" spc="-30" dirty="0">
                <a:latin typeface="Lucida Sans Unicode"/>
                <a:cs typeface="Lucida Sans Unicode"/>
              </a:rPr>
              <a:t> </a:t>
            </a:r>
            <a:r>
              <a:rPr sz="2600" spc="130" dirty="0">
                <a:latin typeface="Lucida Sans Unicode"/>
                <a:cs typeface="Lucida Sans Unicode"/>
              </a:rPr>
              <a:t>de</a:t>
            </a:r>
            <a:r>
              <a:rPr sz="2600" spc="-25" dirty="0">
                <a:latin typeface="Lucida Sans Unicode"/>
                <a:cs typeface="Lucida Sans Unicode"/>
              </a:rPr>
              <a:t> </a:t>
            </a:r>
            <a:r>
              <a:rPr sz="2600" spc="65" dirty="0">
                <a:latin typeface="Lucida Sans Unicode"/>
                <a:cs typeface="Lucida Sans Unicode"/>
              </a:rPr>
              <a:t>compra, </a:t>
            </a:r>
            <a:r>
              <a:rPr sz="2600" spc="75" dirty="0">
                <a:latin typeface="Lucida Sans Unicode"/>
                <a:cs typeface="Lucida Sans Unicode"/>
              </a:rPr>
              <a:t>porcentaje</a:t>
            </a:r>
            <a:r>
              <a:rPr sz="2600" spc="-25" dirty="0">
                <a:latin typeface="Lucida Sans Unicode"/>
                <a:cs typeface="Lucida Sans Unicode"/>
              </a:rPr>
              <a:t> </a:t>
            </a:r>
            <a:r>
              <a:rPr sz="2600" spc="130" dirty="0">
                <a:latin typeface="Lucida Sans Unicode"/>
                <a:cs typeface="Lucida Sans Unicode"/>
              </a:rPr>
              <a:t>de</a:t>
            </a:r>
            <a:r>
              <a:rPr sz="2600" spc="-25" dirty="0">
                <a:latin typeface="Lucida Sans Unicode"/>
                <a:cs typeface="Lucida Sans Unicode"/>
              </a:rPr>
              <a:t> </a:t>
            </a:r>
            <a:r>
              <a:rPr sz="2600" dirty="0">
                <a:latin typeface="Lucida Sans Unicode"/>
                <a:cs typeface="Lucida Sans Unicode"/>
              </a:rPr>
              <a:t>usuarios</a:t>
            </a:r>
            <a:r>
              <a:rPr sz="2600" spc="-25" dirty="0">
                <a:latin typeface="Lucida Sans Unicode"/>
                <a:cs typeface="Lucida Sans Unicode"/>
              </a:rPr>
              <a:t> </a:t>
            </a:r>
            <a:r>
              <a:rPr sz="2600" spc="-10" dirty="0">
                <a:latin typeface="Lucida Sans Unicode"/>
                <a:cs typeface="Lucida Sans Unicode"/>
              </a:rPr>
              <a:t>interesados.</a:t>
            </a:r>
            <a:endParaRPr sz="2600" dirty="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99752" y="5125790"/>
            <a:ext cx="10094595" cy="2748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00" spc="-65" dirty="0">
                <a:latin typeface="SimSun-ExtB"/>
                <a:cs typeface="SimSun-ExtB"/>
              </a:rPr>
              <a:t>🚨</a:t>
            </a:r>
            <a:r>
              <a:rPr sz="2900" spc="-1150" dirty="0">
                <a:latin typeface="SimSun-ExtB"/>
                <a:cs typeface="SimSun-ExtB"/>
              </a:rPr>
              <a:t> </a:t>
            </a:r>
            <a:r>
              <a:rPr sz="2600" b="1" spc="65" dirty="0">
                <a:latin typeface="Trebuchet MS"/>
                <a:cs typeface="Trebuchet MS"/>
              </a:rPr>
              <a:t>Errores</a:t>
            </a:r>
            <a:r>
              <a:rPr sz="2600" b="1" spc="-204" dirty="0">
                <a:latin typeface="Trebuchet MS"/>
                <a:cs typeface="Trebuchet MS"/>
              </a:rPr>
              <a:t> </a:t>
            </a:r>
            <a:r>
              <a:rPr sz="2600" b="1" spc="240" dirty="0">
                <a:latin typeface="Trebuchet MS"/>
                <a:cs typeface="Trebuchet MS"/>
              </a:rPr>
              <a:t>comunes</a:t>
            </a:r>
            <a:r>
              <a:rPr sz="2600" b="1" spc="-204" dirty="0">
                <a:latin typeface="Trebuchet MS"/>
                <a:cs typeface="Trebuchet MS"/>
              </a:rPr>
              <a:t> </a:t>
            </a:r>
            <a:r>
              <a:rPr sz="2600" b="1" spc="140" dirty="0">
                <a:latin typeface="Trebuchet MS"/>
                <a:cs typeface="Trebuchet MS"/>
              </a:rPr>
              <a:t>en</a:t>
            </a:r>
            <a:r>
              <a:rPr sz="2600" b="1" spc="-204" dirty="0">
                <a:latin typeface="Trebuchet MS"/>
                <a:cs typeface="Trebuchet MS"/>
              </a:rPr>
              <a:t> </a:t>
            </a:r>
            <a:r>
              <a:rPr sz="2600" b="1" dirty="0">
                <a:latin typeface="Trebuchet MS"/>
                <a:cs typeface="Trebuchet MS"/>
              </a:rPr>
              <a:t>el</a:t>
            </a:r>
            <a:r>
              <a:rPr sz="2600" b="1" spc="-210" dirty="0">
                <a:latin typeface="Trebuchet MS"/>
                <a:cs typeface="Trebuchet MS"/>
              </a:rPr>
              <a:t> </a:t>
            </a:r>
            <a:r>
              <a:rPr sz="2600" b="1" spc="185" dirty="0">
                <a:latin typeface="Trebuchet MS"/>
                <a:cs typeface="Trebuchet MS"/>
              </a:rPr>
              <a:t>análisis</a:t>
            </a:r>
            <a:r>
              <a:rPr sz="2600" b="1" spc="-204" dirty="0">
                <a:latin typeface="Trebuchet MS"/>
                <a:cs typeface="Trebuchet MS"/>
              </a:rPr>
              <a:t> </a:t>
            </a:r>
            <a:r>
              <a:rPr sz="2600" b="1" spc="105" dirty="0">
                <a:latin typeface="Trebuchet MS"/>
                <a:cs typeface="Trebuchet MS"/>
              </a:rPr>
              <a:t>del</a:t>
            </a:r>
            <a:r>
              <a:rPr sz="2600" b="1" spc="-204" dirty="0">
                <a:latin typeface="Trebuchet MS"/>
                <a:cs typeface="Trebuchet MS"/>
              </a:rPr>
              <a:t> </a:t>
            </a:r>
            <a:r>
              <a:rPr sz="2600" b="1" spc="35" dirty="0">
                <a:latin typeface="Trebuchet MS"/>
                <a:cs typeface="Trebuchet MS"/>
              </a:rPr>
              <a:t>cliente:</a:t>
            </a:r>
            <a:endParaRPr sz="2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900" spc="-180" dirty="0">
                <a:latin typeface="SimSun-ExtB"/>
                <a:cs typeface="SimSun-ExtB"/>
              </a:rPr>
              <a:t>❌</a:t>
            </a:r>
            <a:r>
              <a:rPr sz="2900" spc="-815" dirty="0">
                <a:latin typeface="SimSun-ExtB"/>
                <a:cs typeface="SimSun-ExtB"/>
              </a:rPr>
              <a:t> </a:t>
            </a:r>
            <a:r>
              <a:rPr sz="2600" spc="60" dirty="0">
                <a:latin typeface="Lucida Sans Unicode"/>
                <a:cs typeface="Lucida Sans Unicode"/>
              </a:rPr>
              <a:t>Suponer</a:t>
            </a:r>
            <a:r>
              <a:rPr sz="2600" spc="-35" dirty="0">
                <a:latin typeface="Lucida Sans Unicode"/>
                <a:cs typeface="Lucida Sans Unicode"/>
              </a:rPr>
              <a:t> </a:t>
            </a:r>
            <a:r>
              <a:rPr sz="2600" spc="100" dirty="0">
                <a:latin typeface="Lucida Sans Unicode"/>
                <a:cs typeface="Lucida Sans Unicode"/>
              </a:rPr>
              <a:t>que</a:t>
            </a:r>
            <a:r>
              <a:rPr sz="2600" spc="-40" dirty="0">
                <a:latin typeface="Lucida Sans Unicode"/>
                <a:cs typeface="Lucida Sans Unicode"/>
              </a:rPr>
              <a:t> </a:t>
            </a:r>
            <a:r>
              <a:rPr sz="2600" dirty="0">
                <a:latin typeface="Lucida Sans Unicode"/>
                <a:cs typeface="Lucida Sans Unicode"/>
              </a:rPr>
              <a:t>“todos”</a:t>
            </a:r>
            <a:r>
              <a:rPr sz="2600" spc="-35" dirty="0">
                <a:latin typeface="Lucida Sans Unicode"/>
                <a:cs typeface="Lucida Sans Unicode"/>
              </a:rPr>
              <a:t> </a:t>
            </a:r>
            <a:r>
              <a:rPr sz="2600" dirty="0">
                <a:latin typeface="Lucida Sans Unicode"/>
                <a:cs typeface="Lucida Sans Unicode"/>
              </a:rPr>
              <a:t>son</a:t>
            </a:r>
            <a:r>
              <a:rPr sz="2600" spc="-35" dirty="0">
                <a:latin typeface="Lucida Sans Unicode"/>
                <a:cs typeface="Lucida Sans Unicode"/>
              </a:rPr>
              <a:t> </a:t>
            </a:r>
            <a:r>
              <a:rPr sz="2600" dirty="0">
                <a:latin typeface="Lucida Sans Unicode"/>
                <a:cs typeface="Lucida Sans Unicode"/>
              </a:rPr>
              <a:t>clientes</a:t>
            </a:r>
            <a:r>
              <a:rPr sz="2600" spc="-35" dirty="0">
                <a:latin typeface="Lucida Sans Unicode"/>
                <a:cs typeface="Lucida Sans Unicode"/>
              </a:rPr>
              <a:t> </a:t>
            </a:r>
            <a:r>
              <a:rPr sz="2600" spc="114" dirty="0">
                <a:latin typeface="Lucida Sans Unicode"/>
                <a:cs typeface="Lucida Sans Unicode"/>
              </a:rPr>
              <a:t>(falta</a:t>
            </a:r>
            <a:r>
              <a:rPr sz="2600" spc="-35" dirty="0">
                <a:latin typeface="Lucida Sans Unicode"/>
                <a:cs typeface="Lucida Sans Unicode"/>
              </a:rPr>
              <a:t> </a:t>
            </a:r>
            <a:r>
              <a:rPr sz="2600" spc="130" dirty="0">
                <a:latin typeface="Lucida Sans Unicode"/>
                <a:cs typeface="Lucida Sans Unicode"/>
              </a:rPr>
              <a:t>de</a:t>
            </a:r>
            <a:r>
              <a:rPr sz="2600" spc="-35" dirty="0">
                <a:latin typeface="Lucida Sans Unicode"/>
                <a:cs typeface="Lucida Sans Unicode"/>
              </a:rPr>
              <a:t> </a:t>
            </a:r>
            <a:r>
              <a:rPr sz="2600" spc="75" dirty="0">
                <a:latin typeface="Lucida Sans Unicode"/>
                <a:cs typeface="Lucida Sans Unicode"/>
              </a:rPr>
              <a:t>segmentación).</a:t>
            </a:r>
            <a:endParaRPr sz="2600">
              <a:latin typeface="Lucida Sans Unicode"/>
              <a:cs typeface="Lucida Sans Unicode"/>
            </a:endParaRPr>
          </a:p>
          <a:p>
            <a:pPr marL="12700" marR="1079500">
              <a:lnSpc>
                <a:spcPts val="3600"/>
              </a:lnSpc>
              <a:spcBef>
                <a:spcPts val="140"/>
              </a:spcBef>
            </a:pPr>
            <a:r>
              <a:rPr sz="2900" spc="-180" dirty="0">
                <a:latin typeface="SimSun-ExtB"/>
                <a:cs typeface="SimSun-ExtB"/>
              </a:rPr>
              <a:t>❌</a:t>
            </a:r>
            <a:r>
              <a:rPr sz="2900" spc="-819" dirty="0">
                <a:latin typeface="SimSun-ExtB"/>
                <a:cs typeface="SimSun-ExtB"/>
              </a:rPr>
              <a:t> </a:t>
            </a:r>
            <a:r>
              <a:rPr sz="2600" dirty="0">
                <a:latin typeface="Lucida Sans Unicode"/>
                <a:cs typeface="Lucida Sans Unicode"/>
              </a:rPr>
              <a:t>No</a:t>
            </a:r>
            <a:r>
              <a:rPr sz="2600" spc="-45" dirty="0">
                <a:latin typeface="Lucida Sans Unicode"/>
                <a:cs typeface="Lucida Sans Unicode"/>
              </a:rPr>
              <a:t> </a:t>
            </a:r>
            <a:r>
              <a:rPr sz="2600" spc="90" dirty="0">
                <a:latin typeface="Lucida Sans Unicode"/>
                <a:cs typeface="Lucida Sans Unicode"/>
              </a:rPr>
              <a:t>hablar</a:t>
            </a:r>
            <a:r>
              <a:rPr sz="2600" spc="-40" dirty="0">
                <a:latin typeface="Lucida Sans Unicode"/>
                <a:cs typeface="Lucida Sans Unicode"/>
              </a:rPr>
              <a:t> </a:t>
            </a:r>
            <a:r>
              <a:rPr sz="2600" spc="105" dirty="0">
                <a:latin typeface="Lucida Sans Unicode"/>
                <a:cs typeface="Lucida Sans Unicode"/>
              </a:rPr>
              <a:t>con</a:t>
            </a:r>
            <a:r>
              <a:rPr sz="2600" spc="-45" dirty="0">
                <a:latin typeface="Lucida Sans Unicode"/>
                <a:cs typeface="Lucida Sans Unicode"/>
              </a:rPr>
              <a:t> </a:t>
            </a:r>
            <a:r>
              <a:rPr sz="2600" dirty="0">
                <a:latin typeface="Lucida Sans Unicode"/>
                <a:cs typeface="Lucida Sans Unicode"/>
              </a:rPr>
              <a:t>clientes</a:t>
            </a:r>
            <a:r>
              <a:rPr sz="2600" spc="-40" dirty="0">
                <a:latin typeface="Lucida Sans Unicode"/>
                <a:cs typeface="Lucida Sans Unicode"/>
              </a:rPr>
              <a:t> </a:t>
            </a:r>
            <a:r>
              <a:rPr sz="2600" spc="70" dirty="0">
                <a:latin typeface="Lucida Sans Unicode"/>
                <a:cs typeface="Lucida Sans Unicode"/>
              </a:rPr>
              <a:t>reales</a:t>
            </a:r>
            <a:r>
              <a:rPr sz="2600" spc="-45" dirty="0">
                <a:latin typeface="Lucida Sans Unicode"/>
                <a:cs typeface="Lucida Sans Unicode"/>
              </a:rPr>
              <a:t> </a:t>
            </a:r>
            <a:r>
              <a:rPr sz="2600" spc="100" dirty="0">
                <a:latin typeface="Lucida Sans Unicode"/>
                <a:cs typeface="Lucida Sans Unicode"/>
              </a:rPr>
              <a:t>antes</a:t>
            </a:r>
            <a:r>
              <a:rPr sz="2600" spc="-40" dirty="0">
                <a:latin typeface="Lucida Sans Unicode"/>
                <a:cs typeface="Lucida Sans Unicode"/>
              </a:rPr>
              <a:t> </a:t>
            </a:r>
            <a:r>
              <a:rPr sz="2600" spc="130" dirty="0">
                <a:latin typeface="Lucida Sans Unicode"/>
                <a:cs typeface="Lucida Sans Unicode"/>
              </a:rPr>
              <a:t>de</a:t>
            </a:r>
            <a:r>
              <a:rPr sz="2600" spc="-40" dirty="0">
                <a:latin typeface="Lucida Sans Unicode"/>
                <a:cs typeface="Lucida Sans Unicode"/>
              </a:rPr>
              <a:t> </a:t>
            </a:r>
            <a:r>
              <a:rPr sz="2600" dirty="0">
                <a:latin typeface="Lucida Sans Unicode"/>
                <a:cs typeface="Lucida Sans Unicode"/>
              </a:rPr>
              <a:t>desarrollar</a:t>
            </a:r>
            <a:r>
              <a:rPr sz="2600" spc="-45" dirty="0">
                <a:latin typeface="Lucida Sans Unicode"/>
                <a:cs typeface="Lucida Sans Unicode"/>
              </a:rPr>
              <a:t> </a:t>
            </a:r>
            <a:r>
              <a:rPr sz="2600" spc="-25" dirty="0">
                <a:latin typeface="Lucida Sans Unicode"/>
                <a:cs typeface="Lucida Sans Unicode"/>
              </a:rPr>
              <a:t>el </a:t>
            </a:r>
            <a:r>
              <a:rPr sz="2600" spc="-10" dirty="0">
                <a:latin typeface="Lucida Sans Unicode"/>
                <a:cs typeface="Lucida Sans Unicode"/>
              </a:rPr>
              <a:t>producto.</a:t>
            </a:r>
            <a:endParaRPr sz="2600">
              <a:latin typeface="Lucida Sans Unicode"/>
              <a:cs typeface="Lucida Sans Unicode"/>
            </a:endParaRPr>
          </a:p>
          <a:p>
            <a:pPr marL="12700" marR="791210">
              <a:lnSpc>
                <a:spcPts val="3600"/>
              </a:lnSpc>
            </a:pPr>
            <a:r>
              <a:rPr sz="2900" spc="-180" dirty="0">
                <a:latin typeface="SimSun-ExtB"/>
                <a:cs typeface="SimSun-ExtB"/>
              </a:rPr>
              <a:t>❌</a:t>
            </a:r>
            <a:r>
              <a:rPr sz="2900" spc="-880" dirty="0">
                <a:latin typeface="SimSun-ExtB"/>
                <a:cs typeface="SimSun-ExtB"/>
              </a:rPr>
              <a:t> </a:t>
            </a:r>
            <a:r>
              <a:rPr sz="2600" spc="55" dirty="0">
                <a:latin typeface="Lucida Sans Unicode"/>
                <a:cs typeface="Lucida Sans Unicode"/>
              </a:rPr>
              <a:t>Enfocarse</a:t>
            </a:r>
            <a:r>
              <a:rPr sz="2600" spc="-114" dirty="0">
                <a:latin typeface="Lucida Sans Unicode"/>
                <a:cs typeface="Lucida Sans Unicode"/>
              </a:rPr>
              <a:t> </a:t>
            </a:r>
            <a:r>
              <a:rPr sz="2600" spc="100" dirty="0">
                <a:latin typeface="Lucida Sans Unicode"/>
                <a:cs typeface="Lucida Sans Unicode"/>
              </a:rPr>
              <a:t>en</a:t>
            </a:r>
            <a:r>
              <a:rPr sz="2600" spc="-114" dirty="0">
                <a:latin typeface="Lucida Sans Unicode"/>
                <a:cs typeface="Lucida Sans Unicode"/>
              </a:rPr>
              <a:t> </a:t>
            </a:r>
            <a:r>
              <a:rPr sz="2600" spc="85" dirty="0">
                <a:latin typeface="Lucida Sans Unicode"/>
                <a:cs typeface="Lucida Sans Unicode"/>
              </a:rPr>
              <a:t>características</a:t>
            </a:r>
            <a:r>
              <a:rPr sz="2600" spc="-114" dirty="0">
                <a:latin typeface="Lucida Sans Unicode"/>
                <a:cs typeface="Lucida Sans Unicode"/>
              </a:rPr>
              <a:t> </a:t>
            </a:r>
            <a:r>
              <a:rPr sz="2600" spc="50" dirty="0">
                <a:latin typeface="Lucida Sans Unicode"/>
                <a:cs typeface="Lucida Sans Unicode"/>
              </a:rPr>
              <a:t>del</a:t>
            </a:r>
            <a:r>
              <a:rPr sz="2600" spc="-114" dirty="0">
                <a:latin typeface="Lucida Sans Unicode"/>
                <a:cs typeface="Lucida Sans Unicode"/>
              </a:rPr>
              <a:t> </a:t>
            </a:r>
            <a:r>
              <a:rPr sz="2600" spc="55" dirty="0">
                <a:latin typeface="Lucida Sans Unicode"/>
                <a:cs typeface="Lucida Sans Unicode"/>
              </a:rPr>
              <a:t>producto</a:t>
            </a:r>
            <a:r>
              <a:rPr sz="2600" spc="-114" dirty="0">
                <a:latin typeface="Lucida Sans Unicode"/>
                <a:cs typeface="Lucida Sans Unicode"/>
              </a:rPr>
              <a:t> </a:t>
            </a:r>
            <a:r>
              <a:rPr sz="2600" spc="100" dirty="0">
                <a:latin typeface="Lucida Sans Unicode"/>
                <a:cs typeface="Lucida Sans Unicode"/>
              </a:rPr>
              <a:t>en</a:t>
            </a:r>
            <a:r>
              <a:rPr sz="2600" spc="-114" dirty="0">
                <a:latin typeface="Lucida Sans Unicode"/>
                <a:cs typeface="Lucida Sans Unicode"/>
              </a:rPr>
              <a:t> </a:t>
            </a:r>
            <a:r>
              <a:rPr sz="2600" spc="50" dirty="0">
                <a:latin typeface="Lucida Sans Unicode"/>
                <a:cs typeface="Lucida Sans Unicode"/>
              </a:rPr>
              <a:t>lugar</a:t>
            </a:r>
            <a:r>
              <a:rPr sz="2600" spc="-114" dirty="0">
                <a:latin typeface="Lucida Sans Unicode"/>
                <a:cs typeface="Lucida Sans Unicode"/>
              </a:rPr>
              <a:t> </a:t>
            </a:r>
            <a:r>
              <a:rPr sz="2600" spc="105" dirty="0">
                <a:latin typeface="Lucida Sans Unicode"/>
                <a:cs typeface="Lucida Sans Unicode"/>
              </a:rPr>
              <a:t>de </a:t>
            </a:r>
            <a:r>
              <a:rPr sz="2600" dirty="0">
                <a:latin typeface="Lucida Sans Unicode"/>
                <a:cs typeface="Lucida Sans Unicode"/>
              </a:rPr>
              <a:t>beneficios</a:t>
            </a:r>
            <a:r>
              <a:rPr sz="2600" spc="300" dirty="0">
                <a:latin typeface="Lucida Sans Unicode"/>
                <a:cs typeface="Lucida Sans Unicode"/>
              </a:rPr>
              <a:t> </a:t>
            </a:r>
            <a:r>
              <a:rPr sz="2600" spc="-10" dirty="0">
                <a:latin typeface="Lucida Sans Unicode"/>
                <a:cs typeface="Lucida Sans Unicode"/>
              </a:rPr>
              <a:t>reales.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99752" y="8266609"/>
            <a:ext cx="10106660" cy="97980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2900" spc="-65" dirty="0">
                <a:latin typeface="SimSun-ExtB"/>
                <a:cs typeface="SimSun-ExtB"/>
              </a:rPr>
              <a:t>🎯</a:t>
            </a:r>
            <a:r>
              <a:rPr sz="2900" spc="-1010" dirty="0">
                <a:latin typeface="SimSun-ExtB"/>
                <a:cs typeface="SimSun-ExtB"/>
              </a:rPr>
              <a:t> </a:t>
            </a:r>
            <a:r>
              <a:rPr sz="2600" b="1" spc="195" dirty="0">
                <a:latin typeface="Trebuchet MS"/>
                <a:cs typeface="Trebuchet MS"/>
              </a:rPr>
              <a:t>Regla</a:t>
            </a:r>
            <a:r>
              <a:rPr sz="2600" b="1" spc="-220" dirty="0">
                <a:latin typeface="Trebuchet MS"/>
                <a:cs typeface="Trebuchet MS"/>
              </a:rPr>
              <a:t> </a:t>
            </a:r>
            <a:r>
              <a:rPr sz="2600" b="1" spc="105" dirty="0">
                <a:latin typeface="Trebuchet MS"/>
                <a:cs typeface="Trebuchet MS"/>
              </a:rPr>
              <a:t>clave:</a:t>
            </a:r>
            <a:endParaRPr sz="2600">
              <a:latin typeface="Trebuchet MS"/>
              <a:cs typeface="Trebuchet MS"/>
            </a:endParaRPr>
          </a:p>
          <a:p>
            <a:pPr marL="365125">
              <a:lnSpc>
                <a:spcPct val="100000"/>
              </a:lnSpc>
              <a:spcBef>
                <a:spcPts val="420"/>
              </a:spcBef>
            </a:pPr>
            <a:r>
              <a:rPr sz="2600" dirty="0">
                <a:latin typeface="Lucida Sans Unicode"/>
                <a:cs typeface="Lucida Sans Unicode"/>
              </a:rPr>
              <a:t>“La</a:t>
            </a:r>
            <a:r>
              <a:rPr sz="2600" spc="-80" dirty="0">
                <a:latin typeface="Lucida Sans Unicode"/>
                <a:cs typeface="Lucida Sans Unicode"/>
              </a:rPr>
              <a:t> </a:t>
            </a:r>
            <a:r>
              <a:rPr sz="2600" spc="80" dirty="0">
                <a:latin typeface="Lucida Sans Unicode"/>
                <a:cs typeface="Lucida Sans Unicode"/>
              </a:rPr>
              <a:t>validación</a:t>
            </a:r>
            <a:r>
              <a:rPr sz="2600" spc="-80" dirty="0">
                <a:latin typeface="Lucida Sans Unicode"/>
                <a:cs typeface="Lucida Sans Unicode"/>
              </a:rPr>
              <a:t> </a:t>
            </a:r>
            <a:r>
              <a:rPr sz="2600" spc="125" dirty="0">
                <a:latin typeface="Lucida Sans Unicode"/>
                <a:cs typeface="Lucida Sans Unicode"/>
              </a:rPr>
              <a:t>temprana</a:t>
            </a:r>
            <a:r>
              <a:rPr sz="2600" spc="-80" dirty="0">
                <a:latin typeface="Lucida Sans Unicode"/>
                <a:cs typeface="Lucida Sans Unicode"/>
              </a:rPr>
              <a:t> </a:t>
            </a:r>
            <a:r>
              <a:rPr sz="2600" spc="85" dirty="0">
                <a:latin typeface="Lucida Sans Unicode"/>
                <a:cs typeface="Lucida Sans Unicode"/>
              </a:rPr>
              <a:t>ahorra</a:t>
            </a:r>
            <a:r>
              <a:rPr sz="2600" spc="-80" dirty="0">
                <a:latin typeface="Lucida Sans Unicode"/>
                <a:cs typeface="Lucida Sans Unicode"/>
              </a:rPr>
              <a:t> </a:t>
            </a:r>
            <a:r>
              <a:rPr sz="2600" dirty="0">
                <a:latin typeface="Lucida Sans Unicode"/>
                <a:cs typeface="Lucida Sans Unicode"/>
              </a:rPr>
              <a:t>tiempo,</a:t>
            </a:r>
            <a:r>
              <a:rPr sz="2600" spc="-80" dirty="0">
                <a:latin typeface="Lucida Sans Unicode"/>
                <a:cs typeface="Lucida Sans Unicode"/>
              </a:rPr>
              <a:t> </a:t>
            </a:r>
            <a:r>
              <a:rPr sz="2600" dirty="0">
                <a:latin typeface="Lucida Sans Unicode"/>
                <a:cs typeface="Lucida Sans Unicode"/>
              </a:rPr>
              <a:t>dinero</a:t>
            </a:r>
            <a:r>
              <a:rPr sz="2600" spc="-75" dirty="0">
                <a:latin typeface="Lucida Sans Unicode"/>
                <a:cs typeface="Lucida Sans Unicode"/>
              </a:rPr>
              <a:t> </a:t>
            </a:r>
            <a:r>
              <a:rPr sz="2600" spc="95" dirty="0">
                <a:latin typeface="Lucida Sans Unicode"/>
                <a:cs typeface="Lucida Sans Unicode"/>
              </a:rPr>
              <a:t>y</a:t>
            </a:r>
            <a:r>
              <a:rPr sz="2600" spc="-80" dirty="0">
                <a:latin typeface="Lucida Sans Unicode"/>
                <a:cs typeface="Lucida Sans Unicode"/>
              </a:rPr>
              <a:t> </a:t>
            </a:r>
            <a:r>
              <a:rPr sz="2600" spc="35" dirty="0">
                <a:latin typeface="Lucida Sans Unicode"/>
                <a:cs typeface="Lucida Sans Unicode"/>
              </a:rPr>
              <a:t>fracasos.”</a:t>
            </a:r>
            <a:endParaRPr sz="2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8288000" cy="778510"/>
            </a:xfrm>
            <a:custGeom>
              <a:avLst/>
              <a:gdLst/>
              <a:ahLst/>
              <a:cxnLst/>
              <a:rect l="l" t="t" r="r" b="b"/>
              <a:pathLst>
                <a:path w="18288000" h="778510">
                  <a:moveTo>
                    <a:pt x="18288000" y="777885"/>
                  </a:moveTo>
                  <a:lnTo>
                    <a:pt x="0" y="777885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777885"/>
                  </a:lnTo>
                  <a:close/>
                </a:path>
              </a:pathLst>
            </a:custGeom>
            <a:solidFill>
              <a:srgbClr val="4E6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053220" y="247166"/>
              <a:ext cx="1206500" cy="297180"/>
            </a:xfrm>
            <a:custGeom>
              <a:avLst/>
              <a:gdLst/>
              <a:ahLst/>
              <a:cxnLst/>
              <a:rect l="l" t="t" r="r" b="b"/>
              <a:pathLst>
                <a:path w="1206500" h="297180">
                  <a:moveTo>
                    <a:pt x="297053" y="148526"/>
                  </a:moveTo>
                  <a:lnTo>
                    <a:pt x="289471" y="101574"/>
                  </a:lnTo>
                  <a:lnTo>
                    <a:pt x="268389" y="60807"/>
                  </a:lnTo>
                  <a:lnTo>
                    <a:pt x="236245" y="28651"/>
                  </a:lnTo>
                  <a:lnTo>
                    <a:pt x="195465" y="7569"/>
                  </a:lnTo>
                  <a:lnTo>
                    <a:pt x="148526" y="0"/>
                  </a:lnTo>
                  <a:lnTo>
                    <a:pt x="101587" y="7569"/>
                  </a:lnTo>
                  <a:lnTo>
                    <a:pt x="60807" y="28651"/>
                  </a:lnTo>
                  <a:lnTo>
                    <a:pt x="28663" y="60807"/>
                  </a:lnTo>
                  <a:lnTo>
                    <a:pt x="7569" y="101574"/>
                  </a:lnTo>
                  <a:lnTo>
                    <a:pt x="0" y="148526"/>
                  </a:lnTo>
                  <a:lnTo>
                    <a:pt x="7569" y="195465"/>
                  </a:lnTo>
                  <a:lnTo>
                    <a:pt x="28663" y="236232"/>
                  </a:lnTo>
                  <a:lnTo>
                    <a:pt x="60807" y="268389"/>
                  </a:lnTo>
                  <a:lnTo>
                    <a:pt x="101587" y="289471"/>
                  </a:lnTo>
                  <a:lnTo>
                    <a:pt x="148526" y="297040"/>
                  </a:lnTo>
                  <a:lnTo>
                    <a:pt x="195465" y="289471"/>
                  </a:lnTo>
                  <a:lnTo>
                    <a:pt x="236245" y="268389"/>
                  </a:lnTo>
                  <a:lnTo>
                    <a:pt x="268389" y="236232"/>
                  </a:lnTo>
                  <a:lnTo>
                    <a:pt x="289471" y="195465"/>
                  </a:lnTo>
                  <a:lnTo>
                    <a:pt x="297053" y="148526"/>
                  </a:lnTo>
                  <a:close/>
                </a:path>
                <a:path w="1206500" h="297180">
                  <a:moveTo>
                    <a:pt x="751560" y="148526"/>
                  </a:moveTo>
                  <a:lnTo>
                    <a:pt x="743991" y="101574"/>
                  </a:lnTo>
                  <a:lnTo>
                    <a:pt x="722909" y="60807"/>
                  </a:lnTo>
                  <a:lnTo>
                    <a:pt x="690753" y="28651"/>
                  </a:lnTo>
                  <a:lnTo>
                    <a:pt x="649986" y="7569"/>
                  </a:lnTo>
                  <a:lnTo>
                    <a:pt x="603034" y="0"/>
                  </a:lnTo>
                  <a:lnTo>
                    <a:pt x="556094" y="7569"/>
                  </a:lnTo>
                  <a:lnTo>
                    <a:pt x="515327" y="28651"/>
                  </a:lnTo>
                  <a:lnTo>
                    <a:pt x="483171" y="60807"/>
                  </a:lnTo>
                  <a:lnTo>
                    <a:pt x="462089" y="101574"/>
                  </a:lnTo>
                  <a:lnTo>
                    <a:pt x="454520" y="148526"/>
                  </a:lnTo>
                  <a:lnTo>
                    <a:pt x="462089" y="195465"/>
                  </a:lnTo>
                  <a:lnTo>
                    <a:pt x="483171" y="236232"/>
                  </a:lnTo>
                  <a:lnTo>
                    <a:pt x="515327" y="268389"/>
                  </a:lnTo>
                  <a:lnTo>
                    <a:pt x="556094" y="289471"/>
                  </a:lnTo>
                  <a:lnTo>
                    <a:pt x="603034" y="297040"/>
                  </a:lnTo>
                  <a:lnTo>
                    <a:pt x="649986" y="289471"/>
                  </a:lnTo>
                  <a:lnTo>
                    <a:pt x="690753" y="268389"/>
                  </a:lnTo>
                  <a:lnTo>
                    <a:pt x="722909" y="236232"/>
                  </a:lnTo>
                  <a:lnTo>
                    <a:pt x="743991" y="195465"/>
                  </a:lnTo>
                  <a:lnTo>
                    <a:pt x="751560" y="148526"/>
                  </a:lnTo>
                  <a:close/>
                </a:path>
                <a:path w="1206500" h="297180">
                  <a:moveTo>
                    <a:pt x="1206068" y="148526"/>
                  </a:moveTo>
                  <a:lnTo>
                    <a:pt x="1198499" y="101574"/>
                  </a:lnTo>
                  <a:lnTo>
                    <a:pt x="1177417" y="60807"/>
                  </a:lnTo>
                  <a:lnTo>
                    <a:pt x="1145273" y="28651"/>
                  </a:lnTo>
                  <a:lnTo>
                    <a:pt x="1104493" y="7569"/>
                  </a:lnTo>
                  <a:lnTo>
                    <a:pt x="1057554" y="0"/>
                  </a:lnTo>
                  <a:lnTo>
                    <a:pt x="1010602" y="7569"/>
                  </a:lnTo>
                  <a:lnTo>
                    <a:pt x="969835" y="28651"/>
                  </a:lnTo>
                  <a:lnTo>
                    <a:pt x="937691" y="60807"/>
                  </a:lnTo>
                  <a:lnTo>
                    <a:pt x="916597" y="101574"/>
                  </a:lnTo>
                  <a:lnTo>
                    <a:pt x="909027" y="148526"/>
                  </a:lnTo>
                  <a:lnTo>
                    <a:pt x="916597" y="195465"/>
                  </a:lnTo>
                  <a:lnTo>
                    <a:pt x="937691" y="236232"/>
                  </a:lnTo>
                  <a:lnTo>
                    <a:pt x="969835" y="268389"/>
                  </a:lnTo>
                  <a:lnTo>
                    <a:pt x="1010602" y="289471"/>
                  </a:lnTo>
                  <a:lnTo>
                    <a:pt x="1057554" y="297040"/>
                  </a:lnTo>
                  <a:lnTo>
                    <a:pt x="1104493" y="289471"/>
                  </a:lnTo>
                  <a:lnTo>
                    <a:pt x="1145273" y="268389"/>
                  </a:lnTo>
                  <a:lnTo>
                    <a:pt x="1177417" y="236232"/>
                  </a:lnTo>
                  <a:lnTo>
                    <a:pt x="1198499" y="195465"/>
                  </a:lnTo>
                  <a:lnTo>
                    <a:pt x="1206068" y="1485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766344" y="6096004"/>
              <a:ext cx="1034415" cy="1034415"/>
            </a:xfrm>
            <a:custGeom>
              <a:avLst/>
              <a:gdLst/>
              <a:ahLst/>
              <a:cxnLst/>
              <a:rect l="l" t="t" r="r" b="b"/>
              <a:pathLst>
                <a:path w="1034415" h="1034415">
                  <a:moveTo>
                    <a:pt x="516927" y="1033856"/>
                  </a:moveTo>
                  <a:lnTo>
                    <a:pt x="469876" y="1031744"/>
                  </a:lnTo>
                  <a:lnTo>
                    <a:pt x="424009" y="1025528"/>
                  </a:lnTo>
                  <a:lnTo>
                    <a:pt x="379507" y="1015391"/>
                  </a:lnTo>
                  <a:lnTo>
                    <a:pt x="336554" y="1001516"/>
                  </a:lnTo>
                  <a:lnTo>
                    <a:pt x="295332" y="984085"/>
                  </a:lnTo>
                  <a:lnTo>
                    <a:pt x="256024" y="963280"/>
                  </a:lnTo>
                  <a:lnTo>
                    <a:pt x="218811" y="939285"/>
                  </a:lnTo>
                  <a:lnTo>
                    <a:pt x="183877" y="912281"/>
                  </a:lnTo>
                  <a:lnTo>
                    <a:pt x="151404" y="882452"/>
                  </a:lnTo>
                  <a:lnTo>
                    <a:pt x="121574" y="849978"/>
                  </a:lnTo>
                  <a:lnTo>
                    <a:pt x="94571" y="815044"/>
                  </a:lnTo>
                  <a:lnTo>
                    <a:pt x="70575" y="777832"/>
                  </a:lnTo>
                  <a:lnTo>
                    <a:pt x="49771" y="738523"/>
                  </a:lnTo>
                  <a:lnTo>
                    <a:pt x="32340" y="697301"/>
                  </a:lnTo>
                  <a:lnTo>
                    <a:pt x="18465" y="654348"/>
                  </a:lnTo>
                  <a:lnTo>
                    <a:pt x="8328" y="609846"/>
                  </a:lnTo>
                  <a:lnTo>
                    <a:pt x="2112" y="563979"/>
                  </a:lnTo>
                  <a:lnTo>
                    <a:pt x="0" y="516928"/>
                  </a:lnTo>
                  <a:lnTo>
                    <a:pt x="2112" y="469877"/>
                  </a:lnTo>
                  <a:lnTo>
                    <a:pt x="8328" y="424009"/>
                  </a:lnTo>
                  <a:lnTo>
                    <a:pt x="18465" y="379508"/>
                  </a:lnTo>
                  <a:lnTo>
                    <a:pt x="32340" y="336555"/>
                  </a:lnTo>
                  <a:lnTo>
                    <a:pt x="49771" y="295333"/>
                  </a:lnTo>
                  <a:lnTo>
                    <a:pt x="70575" y="256024"/>
                  </a:lnTo>
                  <a:lnTo>
                    <a:pt x="94571" y="218812"/>
                  </a:lnTo>
                  <a:lnTo>
                    <a:pt x="121574" y="183877"/>
                  </a:lnTo>
                  <a:lnTo>
                    <a:pt x="151404" y="151404"/>
                  </a:lnTo>
                  <a:lnTo>
                    <a:pt x="183877" y="121574"/>
                  </a:lnTo>
                  <a:lnTo>
                    <a:pt x="218811" y="94571"/>
                  </a:lnTo>
                  <a:lnTo>
                    <a:pt x="256024" y="70575"/>
                  </a:lnTo>
                  <a:lnTo>
                    <a:pt x="295332" y="49771"/>
                  </a:lnTo>
                  <a:lnTo>
                    <a:pt x="336554" y="32340"/>
                  </a:lnTo>
                  <a:lnTo>
                    <a:pt x="379507" y="18465"/>
                  </a:lnTo>
                  <a:lnTo>
                    <a:pt x="424009" y="8328"/>
                  </a:lnTo>
                  <a:lnTo>
                    <a:pt x="469876" y="2112"/>
                  </a:lnTo>
                  <a:lnTo>
                    <a:pt x="516927" y="0"/>
                  </a:lnTo>
                  <a:lnTo>
                    <a:pt x="563978" y="2112"/>
                  </a:lnTo>
                  <a:lnTo>
                    <a:pt x="609846" y="8328"/>
                  </a:lnTo>
                  <a:lnTo>
                    <a:pt x="654348" y="18465"/>
                  </a:lnTo>
                  <a:lnTo>
                    <a:pt x="697301" y="32340"/>
                  </a:lnTo>
                  <a:lnTo>
                    <a:pt x="738523" y="49771"/>
                  </a:lnTo>
                  <a:lnTo>
                    <a:pt x="777831" y="70575"/>
                  </a:lnTo>
                  <a:lnTo>
                    <a:pt x="815044" y="94571"/>
                  </a:lnTo>
                  <a:lnTo>
                    <a:pt x="849978" y="121574"/>
                  </a:lnTo>
                  <a:lnTo>
                    <a:pt x="882451" y="151404"/>
                  </a:lnTo>
                  <a:lnTo>
                    <a:pt x="912281" y="183877"/>
                  </a:lnTo>
                  <a:lnTo>
                    <a:pt x="939285" y="218812"/>
                  </a:lnTo>
                  <a:lnTo>
                    <a:pt x="963280" y="256024"/>
                  </a:lnTo>
                  <a:lnTo>
                    <a:pt x="984085" y="295333"/>
                  </a:lnTo>
                  <a:lnTo>
                    <a:pt x="1001516" y="336555"/>
                  </a:lnTo>
                  <a:lnTo>
                    <a:pt x="1015391" y="379508"/>
                  </a:lnTo>
                  <a:lnTo>
                    <a:pt x="1025528" y="424009"/>
                  </a:lnTo>
                  <a:lnTo>
                    <a:pt x="1031744" y="469877"/>
                  </a:lnTo>
                  <a:lnTo>
                    <a:pt x="1033856" y="516928"/>
                  </a:lnTo>
                  <a:lnTo>
                    <a:pt x="1031744" y="563979"/>
                  </a:lnTo>
                  <a:lnTo>
                    <a:pt x="1025528" y="609846"/>
                  </a:lnTo>
                  <a:lnTo>
                    <a:pt x="1015391" y="654348"/>
                  </a:lnTo>
                  <a:lnTo>
                    <a:pt x="1001516" y="697301"/>
                  </a:lnTo>
                  <a:lnTo>
                    <a:pt x="984085" y="738523"/>
                  </a:lnTo>
                  <a:lnTo>
                    <a:pt x="963280" y="777832"/>
                  </a:lnTo>
                  <a:lnTo>
                    <a:pt x="939285" y="815044"/>
                  </a:lnTo>
                  <a:lnTo>
                    <a:pt x="912281" y="849978"/>
                  </a:lnTo>
                  <a:lnTo>
                    <a:pt x="882451" y="882452"/>
                  </a:lnTo>
                  <a:lnTo>
                    <a:pt x="849978" y="912281"/>
                  </a:lnTo>
                  <a:lnTo>
                    <a:pt x="815044" y="939285"/>
                  </a:lnTo>
                  <a:lnTo>
                    <a:pt x="777831" y="963280"/>
                  </a:lnTo>
                  <a:lnTo>
                    <a:pt x="738523" y="984085"/>
                  </a:lnTo>
                  <a:lnTo>
                    <a:pt x="697301" y="1001516"/>
                  </a:lnTo>
                  <a:lnTo>
                    <a:pt x="654348" y="1015391"/>
                  </a:lnTo>
                  <a:lnTo>
                    <a:pt x="609846" y="1025528"/>
                  </a:lnTo>
                  <a:lnTo>
                    <a:pt x="563978" y="1031744"/>
                  </a:lnTo>
                  <a:lnTo>
                    <a:pt x="516927" y="1033856"/>
                  </a:lnTo>
                  <a:close/>
                </a:path>
              </a:pathLst>
            </a:custGeom>
            <a:solidFill>
              <a:srgbClr val="00C8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800197" y="4570026"/>
              <a:ext cx="459105" cy="459105"/>
            </a:xfrm>
            <a:custGeom>
              <a:avLst/>
              <a:gdLst/>
              <a:ahLst/>
              <a:cxnLst/>
              <a:rect l="l" t="t" r="r" b="b"/>
              <a:pathLst>
                <a:path w="459105" h="459104">
                  <a:moveTo>
                    <a:pt x="229549" y="459099"/>
                  </a:moveTo>
                  <a:lnTo>
                    <a:pt x="183287" y="454435"/>
                  </a:lnTo>
                  <a:lnTo>
                    <a:pt x="140198" y="441060"/>
                  </a:lnTo>
                  <a:lnTo>
                    <a:pt x="101206" y="419895"/>
                  </a:lnTo>
                  <a:lnTo>
                    <a:pt x="67233" y="391865"/>
                  </a:lnTo>
                  <a:lnTo>
                    <a:pt x="39203" y="357893"/>
                  </a:lnTo>
                  <a:lnTo>
                    <a:pt x="18039" y="318900"/>
                  </a:lnTo>
                  <a:lnTo>
                    <a:pt x="4663" y="275812"/>
                  </a:lnTo>
                  <a:lnTo>
                    <a:pt x="0" y="229549"/>
                  </a:lnTo>
                  <a:lnTo>
                    <a:pt x="4663" y="183287"/>
                  </a:lnTo>
                  <a:lnTo>
                    <a:pt x="18039" y="140198"/>
                  </a:lnTo>
                  <a:lnTo>
                    <a:pt x="39203" y="101206"/>
                  </a:lnTo>
                  <a:lnTo>
                    <a:pt x="67233" y="67233"/>
                  </a:lnTo>
                  <a:lnTo>
                    <a:pt x="101206" y="39203"/>
                  </a:lnTo>
                  <a:lnTo>
                    <a:pt x="140198" y="18039"/>
                  </a:lnTo>
                  <a:lnTo>
                    <a:pt x="183287" y="4663"/>
                  </a:lnTo>
                  <a:lnTo>
                    <a:pt x="229549" y="0"/>
                  </a:lnTo>
                  <a:lnTo>
                    <a:pt x="275811" y="4663"/>
                  </a:lnTo>
                  <a:lnTo>
                    <a:pt x="318900" y="18039"/>
                  </a:lnTo>
                  <a:lnTo>
                    <a:pt x="357893" y="39203"/>
                  </a:lnTo>
                  <a:lnTo>
                    <a:pt x="391865" y="67233"/>
                  </a:lnTo>
                  <a:lnTo>
                    <a:pt x="419895" y="101206"/>
                  </a:lnTo>
                  <a:lnTo>
                    <a:pt x="441059" y="140198"/>
                  </a:lnTo>
                  <a:lnTo>
                    <a:pt x="454435" y="183287"/>
                  </a:lnTo>
                  <a:lnTo>
                    <a:pt x="459098" y="229549"/>
                  </a:lnTo>
                  <a:lnTo>
                    <a:pt x="454435" y="275812"/>
                  </a:lnTo>
                  <a:lnTo>
                    <a:pt x="441059" y="318900"/>
                  </a:lnTo>
                  <a:lnTo>
                    <a:pt x="419895" y="357893"/>
                  </a:lnTo>
                  <a:lnTo>
                    <a:pt x="391865" y="391865"/>
                  </a:lnTo>
                  <a:lnTo>
                    <a:pt x="357893" y="419895"/>
                  </a:lnTo>
                  <a:lnTo>
                    <a:pt x="318900" y="441060"/>
                  </a:lnTo>
                  <a:lnTo>
                    <a:pt x="275811" y="454435"/>
                  </a:lnTo>
                  <a:lnTo>
                    <a:pt x="229549" y="459099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222480" y="5220576"/>
              <a:ext cx="684530" cy="684530"/>
            </a:xfrm>
            <a:custGeom>
              <a:avLst/>
              <a:gdLst/>
              <a:ahLst/>
              <a:cxnLst/>
              <a:rect l="l" t="t" r="r" b="b"/>
              <a:pathLst>
                <a:path w="684530" h="684529">
                  <a:moveTo>
                    <a:pt x="342030" y="684062"/>
                  </a:moveTo>
                  <a:lnTo>
                    <a:pt x="295619" y="680940"/>
                  </a:lnTo>
                  <a:lnTo>
                    <a:pt x="251105" y="671844"/>
                  </a:lnTo>
                  <a:lnTo>
                    <a:pt x="208896" y="657184"/>
                  </a:lnTo>
                  <a:lnTo>
                    <a:pt x="169401" y="637365"/>
                  </a:lnTo>
                  <a:lnTo>
                    <a:pt x="133025" y="612796"/>
                  </a:lnTo>
                  <a:lnTo>
                    <a:pt x="100178" y="583883"/>
                  </a:lnTo>
                  <a:lnTo>
                    <a:pt x="71266" y="551036"/>
                  </a:lnTo>
                  <a:lnTo>
                    <a:pt x="46697" y="514661"/>
                  </a:lnTo>
                  <a:lnTo>
                    <a:pt x="26878" y="475165"/>
                  </a:lnTo>
                  <a:lnTo>
                    <a:pt x="12217" y="432956"/>
                  </a:lnTo>
                  <a:lnTo>
                    <a:pt x="3122" y="388442"/>
                  </a:lnTo>
                  <a:lnTo>
                    <a:pt x="0" y="342031"/>
                  </a:lnTo>
                  <a:lnTo>
                    <a:pt x="3122" y="295619"/>
                  </a:lnTo>
                  <a:lnTo>
                    <a:pt x="12217" y="251105"/>
                  </a:lnTo>
                  <a:lnTo>
                    <a:pt x="26878" y="208897"/>
                  </a:lnTo>
                  <a:lnTo>
                    <a:pt x="46697" y="169401"/>
                  </a:lnTo>
                  <a:lnTo>
                    <a:pt x="71266" y="133026"/>
                  </a:lnTo>
                  <a:lnTo>
                    <a:pt x="100178" y="100178"/>
                  </a:lnTo>
                  <a:lnTo>
                    <a:pt x="133025" y="71266"/>
                  </a:lnTo>
                  <a:lnTo>
                    <a:pt x="169401" y="46697"/>
                  </a:lnTo>
                  <a:lnTo>
                    <a:pt x="208896" y="26878"/>
                  </a:lnTo>
                  <a:lnTo>
                    <a:pt x="251105" y="12217"/>
                  </a:lnTo>
                  <a:lnTo>
                    <a:pt x="295619" y="3122"/>
                  </a:lnTo>
                  <a:lnTo>
                    <a:pt x="342030" y="0"/>
                  </a:lnTo>
                  <a:lnTo>
                    <a:pt x="388442" y="3122"/>
                  </a:lnTo>
                  <a:lnTo>
                    <a:pt x="432956" y="12217"/>
                  </a:lnTo>
                  <a:lnTo>
                    <a:pt x="475164" y="26878"/>
                  </a:lnTo>
                  <a:lnTo>
                    <a:pt x="514660" y="46697"/>
                  </a:lnTo>
                  <a:lnTo>
                    <a:pt x="551035" y="71266"/>
                  </a:lnTo>
                  <a:lnTo>
                    <a:pt x="583883" y="100178"/>
                  </a:lnTo>
                  <a:lnTo>
                    <a:pt x="612795" y="133026"/>
                  </a:lnTo>
                  <a:lnTo>
                    <a:pt x="637364" y="169401"/>
                  </a:lnTo>
                  <a:lnTo>
                    <a:pt x="657183" y="208897"/>
                  </a:lnTo>
                  <a:lnTo>
                    <a:pt x="671843" y="251105"/>
                  </a:lnTo>
                  <a:lnTo>
                    <a:pt x="680939" y="295619"/>
                  </a:lnTo>
                  <a:lnTo>
                    <a:pt x="684061" y="342031"/>
                  </a:lnTo>
                  <a:lnTo>
                    <a:pt x="680939" y="388442"/>
                  </a:lnTo>
                  <a:lnTo>
                    <a:pt x="671843" y="432956"/>
                  </a:lnTo>
                  <a:lnTo>
                    <a:pt x="657183" y="475165"/>
                  </a:lnTo>
                  <a:lnTo>
                    <a:pt x="637364" y="514661"/>
                  </a:lnTo>
                  <a:lnTo>
                    <a:pt x="612795" y="551036"/>
                  </a:lnTo>
                  <a:lnTo>
                    <a:pt x="583883" y="583883"/>
                  </a:lnTo>
                  <a:lnTo>
                    <a:pt x="551035" y="612796"/>
                  </a:lnTo>
                  <a:lnTo>
                    <a:pt x="514660" y="637365"/>
                  </a:lnTo>
                  <a:lnTo>
                    <a:pt x="475164" y="657184"/>
                  </a:lnTo>
                  <a:lnTo>
                    <a:pt x="432956" y="671844"/>
                  </a:lnTo>
                  <a:lnTo>
                    <a:pt x="388442" y="680940"/>
                  </a:lnTo>
                  <a:lnTo>
                    <a:pt x="342030" y="684062"/>
                  </a:lnTo>
                  <a:close/>
                </a:path>
              </a:pathLst>
            </a:custGeom>
            <a:solidFill>
              <a:srgbClr val="FF4D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9611976" y="7531383"/>
            <a:ext cx="7634605" cy="1046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700" spc="430" dirty="0"/>
              <a:t>COMPETIDORES</a:t>
            </a:r>
            <a:endParaRPr sz="67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700" y="1903307"/>
            <a:ext cx="5107940" cy="322580"/>
          </a:xfrm>
          <a:custGeom>
            <a:avLst/>
            <a:gdLst/>
            <a:ahLst/>
            <a:cxnLst/>
            <a:rect l="l" t="t" r="r" b="b"/>
            <a:pathLst>
              <a:path w="5107940" h="322580">
                <a:moveTo>
                  <a:pt x="5107927" y="322076"/>
                </a:moveTo>
                <a:lnTo>
                  <a:pt x="0" y="322076"/>
                </a:lnTo>
                <a:lnTo>
                  <a:pt x="0" y="0"/>
                </a:lnTo>
                <a:lnTo>
                  <a:pt x="5107927" y="0"/>
                </a:lnTo>
                <a:lnTo>
                  <a:pt x="5107927" y="322076"/>
                </a:lnTo>
                <a:close/>
              </a:path>
            </a:pathLst>
          </a:custGeom>
          <a:solidFill>
            <a:srgbClr val="00C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30939" y="5143500"/>
            <a:ext cx="4381499" cy="20573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30939" y="7532354"/>
            <a:ext cx="4381499" cy="20573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00" y="2225383"/>
            <a:ext cx="5105399" cy="6991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727392" y="1903307"/>
            <a:ext cx="4381499" cy="2924174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6669289" y="1865838"/>
            <a:ext cx="5380990" cy="1351280"/>
          </a:xfrm>
          <a:prstGeom prst="rect">
            <a:avLst/>
          </a:prstGeom>
        </p:spPr>
        <p:txBody>
          <a:bodyPr vert="horz" wrap="square" lIns="0" tIns="271780" rIns="0" bIns="0" rtlCol="0">
            <a:spAutoFit/>
          </a:bodyPr>
          <a:lstStyle/>
          <a:p>
            <a:pPr marL="12700" marR="5080" indent="440690">
              <a:lnSpc>
                <a:spcPct val="67300"/>
              </a:lnSpc>
              <a:spcBef>
                <a:spcPts val="2140"/>
              </a:spcBef>
            </a:pPr>
            <a:r>
              <a:rPr sz="5200" spc="265" dirty="0"/>
              <a:t>¿QUÉ</a:t>
            </a:r>
            <a:r>
              <a:rPr sz="5200" spc="290" dirty="0"/>
              <a:t> </a:t>
            </a:r>
            <a:r>
              <a:rPr sz="5200" spc="270" dirty="0"/>
              <a:t>ES</a:t>
            </a:r>
            <a:r>
              <a:rPr sz="5200" spc="295" dirty="0"/>
              <a:t> </a:t>
            </a:r>
            <a:r>
              <a:rPr sz="5200" spc="535" dirty="0"/>
              <a:t>UN </a:t>
            </a:r>
            <a:r>
              <a:rPr sz="5200" spc="330" dirty="0"/>
              <a:t>COMPETIDOR?</a:t>
            </a:r>
            <a:endParaRPr sz="5200"/>
          </a:p>
        </p:txBody>
      </p:sp>
      <p:sp>
        <p:nvSpPr>
          <p:cNvPr id="8" name="object 8"/>
          <p:cNvSpPr txBox="1"/>
          <p:nvPr/>
        </p:nvSpPr>
        <p:spPr>
          <a:xfrm>
            <a:off x="6947226" y="3993092"/>
            <a:ext cx="4825365" cy="455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5599"/>
              </a:lnSpc>
              <a:spcBef>
                <a:spcPts val="100"/>
              </a:spcBef>
            </a:pPr>
            <a:r>
              <a:rPr sz="2000" b="1" i="1" spc="140" dirty="0">
                <a:latin typeface="Trebuchet MS"/>
                <a:cs typeface="Trebuchet MS"/>
              </a:rPr>
              <a:t>Un</a:t>
            </a:r>
            <a:r>
              <a:rPr sz="2000" b="1" i="1" spc="290" dirty="0">
                <a:latin typeface="Trebuchet MS"/>
                <a:cs typeface="Trebuchet MS"/>
              </a:rPr>
              <a:t>    </a:t>
            </a:r>
            <a:r>
              <a:rPr sz="2000" b="1" i="1" spc="114" dirty="0">
                <a:latin typeface="Trebuchet MS"/>
                <a:cs typeface="Trebuchet MS"/>
              </a:rPr>
              <a:t>competidor</a:t>
            </a:r>
            <a:r>
              <a:rPr sz="2000" b="1" i="1" spc="290" dirty="0">
                <a:latin typeface="Trebuchet MS"/>
                <a:cs typeface="Trebuchet MS"/>
              </a:rPr>
              <a:t>    </a:t>
            </a:r>
            <a:r>
              <a:rPr sz="2000" b="1" i="1" spc="160" dirty="0">
                <a:latin typeface="Trebuchet MS"/>
                <a:cs typeface="Trebuchet MS"/>
              </a:rPr>
              <a:t>es</a:t>
            </a:r>
            <a:r>
              <a:rPr sz="2000" b="1" i="1" spc="295" dirty="0">
                <a:latin typeface="Trebuchet MS"/>
                <a:cs typeface="Trebuchet MS"/>
              </a:rPr>
              <a:t>    </a:t>
            </a:r>
            <a:r>
              <a:rPr sz="2000" b="1" i="1" spc="95" dirty="0">
                <a:latin typeface="Trebuchet MS"/>
                <a:cs typeface="Trebuchet MS"/>
              </a:rPr>
              <a:t>cualquier </a:t>
            </a:r>
            <a:r>
              <a:rPr sz="2000" b="1" i="1" spc="165" dirty="0">
                <a:latin typeface="Trebuchet MS"/>
                <a:cs typeface="Trebuchet MS"/>
              </a:rPr>
              <a:t>empresa</a:t>
            </a:r>
            <a:r>
              <a:rPr sz="2000" b="1" i="1" spc="35" dirty="0">
                <a:latin typeface="Trebuchet MS"/>
                <a:cs typeface="Trebuchet MS"/>
              </a:rPr>
              <a:t> </a:t>
            </a:r>
            <a:r>
              <a:rPr sz="2000" b="1" i="1" spc="135" dirty="0">
                <a:latin typeface="Trebuchet MS"/>
                <a:cs typeface="Trebuchet MS"/>
              </a:rPr>
              <a:t>o</a:t>
            </a:r>
            <a:r>
              <a:rPr sz="2000" b="1" i="1" spc="35" dirty="0">
                <a:latin typeface="Trebuchet MS"/>
                <a:cs typeface="Trebuchet MS"/>
              </a:rPr>
              <a:t> </a:t>
            </a:r>
            <a:r>
              <a:rPr sz="2000" b="1" i="1" spc="120" dirty="0">
                <a:latin typeface="Trebuchet MS"/>
                <a:cs typeface="Trebuchet MS"/>
              </a:rPr>
              <a:t>solución</a:t>
            </a:r>
            <a:r>
              <a:rPr sz="2000" b="1" i="1" spc="35" dirty="0">
                <a:latin typeface="Trebuchet MS"/>
                <a:cs typeface="Trebuchet MS"/>
              </a:rPr>
              <a:t> </a:t>
            </a:r>
            <a:r>
              <a:rPr sz="2000" b="1" i="1" spc="170" dirty="0">
                <a:latin typeface="Trebuchet MS"/>
                <a:cs typeface="Trebuchet MS"/>
              </a:rPr>
              <a:t>que</a:t>
            </a:r>
            <a:r>
              <a:rPr sz="2000" b="1" i="1" spc="40" dirty="0">
                <a:latin typeface="Trebuchet MS"/>
                <a:cs typeface="Trebuchet MS"/>
              </a:rPr>
              <a:t> </a:t>
            </a:r>
            <a:r>
              <a:rPr sz="2000" b="1" i="1" spc="85" dirty="0">
                <a:latin typeface="Trebuchet MS"/>
                <a:cs typeface="Trebuchet MS"/>
              </a:rPr>
              <a:t>satisface</a:t>
            </a:r>
            <a:r>
              <a:rPr sz="2000" b="1" i="1" spc="35" dirty="0">
                <a:latin typeface="Trebuchet MS"/>
                <a:cs typeface="Trebuchet MS"/>
              </a:rPr>
              <a:t> </a:t>
            </a:r>
            <a:r>
              <a:rPr sz="2000" b="1" i="1" spc="30" dirty="0">
                <a:latin typeface="Trebuchet MS"/>
                <a:cs typeface="Trebuchet MS"/>
              </a:rPr>
              <a:t>la </a:t>
            </a:r>
            <a:r>
              <a:rPr sz="2000" b="1" i="1" spc="235" dirty="0">
                <a:latin typeface="Trebuchet MS"/>
                <a:cs typeface="Trebuchet MS"/>
              </a:rPr>
              <a:t>misma</a:t>
            </a:r>
            <a:r>
              <a:rPr sz="2000" b="1" i="1" spc="-135" dirty="0">
                <a:latin typeface="Trebuchet MS"/>
                <a:cs typeface="Trebuchet MS"/>
              </a:rPr>
              <a:t> </a:t>
            </a:r>
            <a:r>
              <a:rPr sz="2000" b="1" i="1" spc="140" dirty="0">
                <a:latin typeface="Trebuchet MS"/>
                <a:cs typeface="Trebuchet MS"/>
              </a:rPr>
              <a:t>necesidad</a:t>
            </a:r>
            <a:r>
              <a:rPr sz="2000" b="1" i="1" spc="-135" dirty="0">
                <a:latin typeface="Trebuchet MS"/>
                <a:cs typeface="Trebuchet MS"/>
              </a:rPr>
              <a:t> </a:t>
            </a:r>
            <a:r>
              <a:rPr sz="2000" b="1" i="1" spc="170" dirty="0">
                <a:latin typeface="Trebuchet MS"/>
                <a:cs typeface="Trebuchet MS"/>
              </a:rPr>
              <a:t>que</a:t>
            </a:r>
            <a:r>
              <a:rPr sz="2000" b="1" i="1" spc="-135" dirty="0">
                <a:latin typeface="Trebuchet MS"/>
                <a:cs typeface="Trebuchet MS"/>
              </a:rPr>
              <a:t> </a:t>
            </a:r>
            <a:r>
              <a:rPr sz="2000" b="1" i="1" spc="75" dirty="0">
                <a:latin typeface="Trebuchet MS"/>
                <a:cs typeface="Trebuchet MS"/>
              </a:rPr>
              <a:t>tu</a:t>
            </a:r>
            <a:r>
              <a:rPr sz="2000" b="1" i="1" spc="-135" dirty="0">
                <a:latin typeface="Trebuchet MS"/>
                <a:cs typeface="Trebuchet MS"/>
              </a:rPr>
              <a:t> </a:t>
            </a:r>
            <a:r>
              <a:rPr sz="2000" b="1" i="1" spc="90" dirty="0">
                <a:latin typeface="Trebuchet MS"/>
                <a:cs typeface="Trebuchet MS"/>
              </a:rPr>
              <a:t>negocio.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2000">
              <a:latin typeface="Trebuchet MS"/>
              <a:cs typeface="Trebuchet MS"/>
            </a:endParaRPr>
          </a:p>
          <a:p>
            <a:pPr marL="12700" marR="5080" algn="just">
              <a:lnSpc>
                <a:spcPct val="115599"/>
              </a:lnSpc>
            </a:pPr>
            <a:r>
              <a:rPr sz="2000" i="1" dirty="0">
                <a:latin typeface="Trebuchet MS"/>
                <a:cs typeface="Trebuchet MS"/>
              </a:rPr>
              <a:t>En</a:t>
            </a:r>
            <a:r>
              <a:rPr sz="2000" i="1" spc="420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el</a:t>
            </a:r>
            <a:r>
              <a:rPr sz="2000" i="1" spc="425" dirty="0">
                <a:latin typeface="Trebuchet MS"/>
                <a:cs typeface="Trebuchet MS"/>
              </a:rPr>
              <a:t> </a:t>
            </a:r>
            <a:r>
              <a:rPr sz="2000" i="1" spc="220" dirty="0">
                <a:latin typeface="Trebuchet MS"/>
                <a:cs typeface="Trebuchet MS"/>
              </a:rPr>
              <a:t>mundo</a:t>
            </a:r>
            <a:r>
              <a:rPr sz="2000" i="1" spc="425" dirty="0">
                <a:latin typeface="Trebuchet MS"/>
                <a:cs typeface="Trebuchet MS"/>
              </a:rPr>
              <a:t> </a:t>
            </a:r>
            <a:r>
              <a:rPr sz="2000" i="1" spc="190" dirty="0">
                <a:latin typeface="Trebuchet MS"/>
                <a:cs typeface="Trebuchet MS"/>
              </a:rPr>
              <a:t>de</a:t>
            </a:r>
            <a:r>
              <a:rPr sz="2000" i="1" spc="425" dirty="0">
                <a:latin typeface="Trebuchet MS"/>
                <a:cs typeface="Trebuchet MS"/>
              </a:rPr>
              <a:t> </a:t>
            </a:r>
            <a:r>
              <a:rPr sz="2000" i="1" spc="70" dirty="0">
                <a:latin typeface="Trebuchet MS"/>
                <a:cs typeface="Trebuchet MS"/>
              </a:rPr>
              <a:t>los</a:t>
            </a:r>
            <a:r>
              <a:rPr sz="2000" i="1" spc="425" dirty="0">
                <a:latin typeface="Trebuchet MS"/>
                <a:cs typeface="Trebuchet MS"/>
              </a:rPr>
              <a:t> </a:t>
            </a:r>
            <a:r>
              <a:rPr sz="2000" i="1" spc="110" dirty="0">
                <a:latin typeface="Trebuchet MS"/>
                <a:cs typeface="Trebuchet MS"/>
              </a:rPr>
              <a:t>negocios,</a:t>
            </a:r>
            <a:r>
              <a:rPr sz="2000" i="1" spc="425" dirty="0">
                <a:latin typeface="Trebuchet MS"/>
                <a:cs typeface="Trebuchet MS"/>
              </a:rPr>
              <a:t> </a:t>
            </a:r>
            <a:r>
              <a:rPr sz="2000" i="1" spc="125" dirty="0">
                <a:latin typeface="Trebuchet MS"/>
                <a:cs typeface="Trebuchet MS"/>
              </a:rPr>
              <a:t>nadie </a:t>
            </a:r>
            <a:r>
              <a:rPr sz="2000" i="1" spc="150" dirty="0">
                <a:latin typeface="Trebuchet MS"/>
                <a:cs typeface="Trebuchet MS"/>
              </a:rPr>
              <a:t>opera</a:t>
            </a:r>
            <a:r>
              <a:rPr sz="2000" i="1" spc="270" dirty="0">
                <a:latin typeface="Trebuchet MS"/>
                <a:cs typeface="Trebuchet MS"/>
              </a:rPr>
              <a:t>   </a:t>
            </a:r>
            <a:r>
              <a:rPr sz="2000" i="1" dirty="0">
                <a:latin typeface="Trebuchet MS"/>
                <a:cs typeface="Trebuchet MS"/>
              </a:rPr>
              <a:t>solo.</a:t>
            </a:r>
            <a:r>
              <a:rPr sz="2000" i="1" spc="270" dirty="0">
                <a:latin typeface="Trebuchet MS"/>
                <a:cs typeface="Trebuchet MS"/>
              </a:rPr>
              <a:t>   </a:t>
            </a:r>
            <a:r>
              <a:rPr sz="2000" i="1" spc="110" dirty="0">
                <a:latin typeface="Trebuchet MS"/>
                <a:cs typeface="Trebuchet MS"/>
              </a:rPr>
              <a:t>Siempre</a:t>
            </a:r>
            <a:r>
              <a:rPr sz="2000" i="1" spc="270" dirty="0">
                <a:latin typeface="Trebuchet MS"/>
                <a:cs typeface="Trebuchet MS"/>
              </a:rPr>
              <a:t>   </a:t>
            </a:r>
            <a:r>
              <a:rPr sz="2000" i="1" spc="175" dirty="0">
                <a:latin typeface="Trebuchet MS"/>
                <a:cs typeface="Trebuchet MS"/>
              </a:rPr>
              <a:t>hay</a:t>
            </a:r>
            <a:r>
              <a:rPr sz="2000" i="1" spc="270" dirty="0">
                <a:latin typeface="Trebuchet MS"/>
                <a:cs typeface="Trebuchet MS"/>
              </a:rPr>
              <a:t>   </a:t>
            </a:r>
            <a:r>
              <a:rPr sz="2000" i="1" spc="75" dirty="0">
                <a:latin typeface="Trebuchet MS"/>
                <a:cs typeface="Trebuchet MS"/>
              </a:rPr>
              <a:t>otras </a:t>
            </a:r>
            <a:r>
              <a:rPr sz="2000" i="1" spc="160" dirty="0">
                <a:latin typeface="Trebuchet MS"/>
                <a:cs typeface="Trebuchet MS"/>
              </a:rPr>
              <a:t>opciones</a:t>
            </a:r>
            <a:r>
              <a:rPr sz="2000" i="1" spc="235" dirty="0">
                <a:latin typeface="Trebuchet MS"/>
                <a:cs typeface="Trebuchet MS"/>
              </a:rPr>
              <a:t>  </a:t>
            </a:r>
            <a:r>
              <a:rPr sz="2000" i="1" spc="175" dirty="0">
                <a:latin typeface="Trebuchet MS"/>
                <a:cs typeface="Trebuchet MS"/>
              </a:rPr>
              <a:t>que</a:t>
            </a:r>
            <a:r>
              <a:rPr sz="2000" i="1" spc="235" dirty="0">
                <a:latin typeface="Trebuchet MS"/>
                <a:cs typeface="Trebuchet MS"/>
              </a:rPr>
              <a:t>  </a:t>
            </a:r>
            <a:r>
              <a:rPr sz="2000" i="1" spc="70" dirty="0">
                <a:latin typeface="Trebuchet MS"/>
                <a:cs typeface="Trebuchet MS"/>
              </a:rPr>
              <a:t>los</a:t>
            </a:r>
            <a:r>
              <a:rPr sz="2000" i="1" spc="235" dirty="0">
                <a:latin typeface="Trebuchet MS"/>
                <a:cs typeface="Trebuchet MS"/>
              </a:rPr>
              <a:t>  </a:t>
            </a:r>
            <a:r>
              <a:rPr sz="2000" i="1" spc="60" dirty="0">
                <a:latin typeface="Trebuchet MS"/>
                <a:cs typeface="Trebuchet MS"/>
              </a:rPr>
              <a:t>clientes</a:t>
            </a:r>
            <a:r>
              <a:rPr sz="2000" i="1" spc="235" dirty="0">
                <a:latin typeface="Trebuchet MS"/>
                <a:cs typeface="Trebuchet MS"/>
              </a:rPr>
              <a:t>  </a:t>
            </a:r>
            <a:r>
              <a:rPr sz="2000" i="1" spc="170" dirty="0">
                <a:latin typeface="Trebuchet MS"/>
                <a:cs typeface="Trebuchet MS"/>
              </a:rPr>
              <a:t>pueden </a:t>
            </a:r>
            <a:r>
              <a:rPr sz="2000" i="1" dirty="0">
                <a:latin typeface="Trebuchet MS"/>
                <a:cs typeface="Trebuchet MS"/>
              </a:rPr>
              <a:t>elegir</a:t>
            </a:r>
            <a:r>
              <a:rPr sz="2000" i="1" spc="470" dirty="0">
                <a:latin typeface="Trebuchet MS"/>
                <a:cs typeface="Trebuchet MS"/>
              </a:rPr>
              <a:t>  </a:t>
            </a:r>
            <a:r>
              <a:rPr sz="2000" i="1" spc="165" dirty="0">
                <a:latin typeface="Trebuchet MS"/>
                <a:cs typeface="Trebuchet MS"/>
              </a:rPr>
              <a:t>en</a:t>
            </a:r>
            <a:r>
              <a:rPr sz="2000" i="1" spc="470" dirty="0">
                <a:latin typeface="Trebuchet MS"/>
                <a:cs typeface="Trebuchet MS"/>
              </a:rPr>
              <a:t>  </a:t>
            </a:r>
            <a:r>
              <a:rPr sz="2000" i="1" spc="90" dirty="0">
                <a:latin typeface="Trebuchet MS"/>
                <a:cs typeface="Trebuchet MS"/>
              </a:rPr>
              <a:t>lugar</a:t>
            </a:r>
            <a:r>
              <a:rPr sz="2000" i="1" spc="470" dirty="0">
                <a:latin typeface="Trebuchet MS"/>
                <a:cs typeface="Trebuchet MS"/>
              </a:rPr>
              <a:t>  </a:t>
            </a:r>
            <a:r>
              <a:rPr sz="2000" i="1" spc="190" dirty="0">
                <a:latin typeface="Trebuchet MS"/>
                <a:cs typeface="Trebuchet MS"/>
              </a:rPr>
              <a:t>de</a:t>
            </a:r>
            <a:r>
              <a:rPr sz="2000" i="1" spc="470" dirty="0">
                <a:latin typeface="Trebuchet MS"/>
                <a:cs typeface="Trebuchet MS"/>
              </a:rPr>
              <a:t>  </a:t>
            </a:r>
            <a:r>
              <a:rPr sz="2000" i="1" dirty="0">
                <a:latin typeface="Trebuchet MS"/>
                <a:cs typeface="Trebuchet MS"/>
              </a:rPr>
              <a:t>tu</a:t>
            </a:r>
            <a:r>
              <a:rPr sz="2000" i="1" spc="470" dirty="0">
                <a:latin typeface="Trebuchet MS"/>
                <a:cs typeface="Trebuchet MS"/>
              </a:rPr>
              <a:t>  </a:t>
            </a:r>
            <a:r>
              <a:rPr sz="2000" i="1" spc="60" dirty="0">
                <a:latin typeface="Trebuchet MS"/>
                <a:cs typeface="Trebuchet MS"/>
              </a:rPr>
              <a:t>producto. </a:t>
            </a:r>
            <a:r>
              <a:rPr sz="2000" i="1" dirty="0">
                <a:latin typeface="Trebuchet MS"/>
                <a:cs typeface="Trebuchet MS"/>
              </a:rPr>
              <a:t>Identificar</a:t>
            </a:r>
            <a:r>
              <a:rPr sz="2000" i="1" spc="385" dirty="0">
                <a:latin typeface="Trebuchet MS"/>
                <a:cs typeface="Trebuchet MS"/>
              </a:rPr>
              <a:t>  </a:t>
            </a:r>
            <a:r>
              <a:rPr sz="2000" i="1" spc="290" dirty="0">
                <a:latin typeface="Trebuchet MS"/>
                <a:cs typeface="Trebuchet MS"/>
              </a:rPr>
              <a:t>a</a:t>
            </a:r>
            <a:r>
              <a:rPr sz="2000" i="1" spc="390" dirty="0">
                <a:latin typeface="Trebuchet MS"/>
                <a:cs typeface="Trebuchet MS"/>
              </a:rPr>
              <a:t>  </a:t>
            </a:r>
            <a:r>
              <a:rPr sz="2000" i="1" spc="70" dirty="0">
                <a:latin typeface="Trebuchet MS"/>
                <a:cs typeface="Trebuchet MS"/>
              </a:rPr>
              <a:t>los</a:t>
            </a:r>
            <a:r>
              <a:rPr sz="2000" i="1" spc="385" dirty="0">
                <a:latin typeface="Trebuchet MS"/>
                <a:cs typeface="Trebuchet MS"/>
              </a:rPr>
              <a:t>  </a:t>
            </a:r>
            <a:r>
              <a:rPr sz="2000" i="1" spc="130" dirty="0">
                <a:latin typeface="Trebuchet MS"/>
                <a:cs typeface="Trebuchet MS"/>
              </a:rPr>
              <a:t>competidores</a:t>
            </a:r>
            <a:r>
              <a:rPr sz="2000" i="1" spc="390" dirty="0">
                <a:latin typeface="Trebuchet MS"/>
                <a:cs typeface="Trebuchet MS"/>
              </a:rPr>
              <a:t>  </a:t>
            </a:r>
            <a:r>
              <a:rPr sz="2000" i="1" spc="150" dirty="0">
                <a:latin typeface="Trebuchet MS"/>
                <a:cs typeface="Trebuchet MS"/>
              </a:rPr>
              <a:t>es </a:t>
            </a:r>
            <a:r>
              <a:rPr sz="2000" i="1" spc="130" dirty="0">
                <a:latin typeface="Trebuchet MS"/>
                <a:cs typeface="Trebuchet MS"/>
              </a:rPr>
              <a:t>clave</a:t>
            </a:r>
            <a:r>
              <a:rPr sz="2000" i="1" spc="100" dirty="0">
                <a:latin typeface="Trebuchet MS"/>
                <a:cs typeface="Trebuchet MS"/>
              </a:rPr>
              <a:t> </a:t>
            </a:r>
            <a:r>
              <a:rPr sz="2000" i="1" spc="170" dirty="0">
                <a:latin typeface="Trebuchet MS"/>
                <a:cs typeface="Trebuchet MS"/>
              </a:rPr>
              <a:t>para</a:t>
            </a:r>
            <a:r>
              <a:rPr sz="2000" i="1" spc="105" dirty="0">
                <a:latin typeface="Trebuchet MS"/>
                <a:cs typeface="Trebuchet MS"/>
              </a:rPr>
              <a:t> diseñar </a:t>
            </a:r>
            <a:r>
              <a:rPr sz="2000" i="1" spc="200" dirty="0">
                <a:latin typeface="Trebuchet MS"/>
                <a:cs typeface="Trebuchet MS"/>
              </a:rPr>
              <a:t>una</a:t>
            </a:r>
            <a:r>
              <a:rPr sz="2000" i="1" spc="105" dirty="0">
                <a:latin typeface="Trebuchet MS"/>
                <a:cs typeface="Trebuchet MS"/>
              </a:rPr>
              <a:t> </a:t>
            </a:r>
            <a:r>
              <a:rPr sz="2000" i="1" spc="130" dirty="0">
                <a:latin typeface="Trebuchet MS"/>
                <a:cs typeface="Trebuchet MS"/>
              </a:rPr>
              <a:t>propuesta</a:t>
            </a:r>
            <a:r>
              <a:rPr sz="2000" i="1" spc="105" dirty="0">
                <a:latin typeface="Trebuchet MS"/>
                <a:cs typeface="Trebuchet MS"/>
              </a:rPr>
              <a:t> </a:t>
            </a:r>
            <a:r>
              <a:rPr sz="2000" i="1" spc="165" dirty="0">
                <a:latin typeface="Trebuchet MS"/>
                <a:cs typeface="Trebuchet MS"/>
              </a:rPr>
              <a:t>de </a:t>
            </a:r>
            <a:r>
              <a:rPr sz="2000" i="1" spc="55" dirty="0">
                <a:latin typeface="Trebuchet MS"/>
                <a:cs typeface="Trebuchet MS"/>
              </a:rPr>
              <a:t>valor</a:t>
            </a:r>
            <a:r>
              <a:rPr sz="2000" i="1" spc="475" dirty="0">
                <a:latin typeface="Trebuchet MS"/>
                <a:cs typeface="Trebuchet MS"/>
              </a:rPr>
              <a:t>    </a:t>
            </a:r>
            <a:r>
              <a:rPr sz="2000" i="1" spc="100" dirty="0">
                <a:latin typeface="Trebuchet MS"/>
                <a:cs typeface="Trebuchet MS"/>
              </a:rPr>
              <a:t>diferenciada</a:t>
            </a:r>
            <a:r>
              <a:rPr sz="2000" i="1" spc="480" dirty="0">
                <a:latin typeface="Trebuchet MS"/>
                <a:cs typeface="Trebuchet MS"/>
              </a:rPr>
              <a:t>    </a:t>
            </a:r>
            <a:r>
              <a:rPr sz="2000" i="1" spc="95" dirty="0">
                <a:latin typeface="Trebuchet MS"/>
                <a:cs typeface="Trebuchet MS"/>
              </a:rPr>
              <a:t>y</a:t>
            </a:r>
            <a:r>
              <a:rPr sz="2000" i="1" spc="480" dirty="0">
                <a:latin typeface="Trebuchet MS"/>
                <a:cs typeface="Trebuchet MS"/>
              </a:rPr>
              <a:t>    </a:t>
            </a:r>
            <a:r>
              <a:rPr sz="2000" i="1" spc="-10" dirty="0">
                <a:latin typeface="Trebuchet MS"/>
                <a:cs typeface="Trebuchet MS"/>
              </a:rPr>
              <a:t>definir </a:t>
            </a:r>
            <a:r>
              <a:rPr sz="2000" i="1" spc="95" dirty="0">
                <a:latin typeface="Trebuchet MS"/>
                <a:cs typeface="Trebuchet MS"/>
              </a:rPr>
              <a:t>estrategias</a:t>
            </a:r>
            <a:r>
              <a:rPr sz="2000" i="1" spc="25" dirty="0">
                <a:latin typeface="Trebuchet MS"/>
                <a:cs typeface="Trebuchet MS"/>
              </a:rPr>
              <a:t> </a:t>
            </a:r>
            <a:r>
              <a:rPr sz="2000" i="1" spc="80" dirty="0">
                <a:latin typeface="Trebuchet MS"/>
                <a:cs typeface="Trebuchet MS"/>
              </a:rPr>
              <a:t>comerciales.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037465" y="6173331"/>
            <a:ext cx="6073775" cy="0"/>
          </a:xfrm>
          <a:custGeom>
            <a:avLst/>
            <a:gdLst/>
            <a:ahLst/>
            <a:cxnLst/>
            <a:rect l="l" t="t" r="r" b="b"/>
            <a:pathLst>
              <a:path w="6073775">
                <a:moveTo>
                  <a:pt x="0" y="0"/>
                </a:moveTo>
                <a:lnTo>
                  <a:pt x="6073310" y="0"/>
                </a:lnTo>
              </a:path>
            </a:pathLst>
          </a:custGeom>
          <a:ln w="5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037465" y="5322916"/>
            <a:ext cx="6073775" cy="0"/>
          </a:xfrm>
          <a:custGeom>
            <a:avLst/>
            <a:gdLst/>
            <a:ahLst/>
            <a:cxnLst/>
            <a:rect l="l" t="t" r="r" b="b"/>
            <a:pathLst>
              <a:path w="6073775">
                <a:moveTo>
                  <a:pt x="0" y="0"/>
                </a:moveTo>
                <a:lnTo>
                  <a:pt x="6073310" y="0"/>
                </a:lnTo>
              </a:path>
            </a:pathLst>
          </a:custGeom>
          <a:ln w="5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037465" y="4472502"/>
            <a:ext cx="6073775" cy="0"/>
          </a:xfrm>
          <a:custGeom>
            <a:avLst/>
            <a:gdLst/>
            <a:ahLst/>
            <a:cxnLst/>
            <a:rect l="l" t="t" r="r" b="b"/>
            <a:pathLst>
              <a:path w="6073775">
                <a:moveTo>
                  <a:pt x="0" y="0"/>
                </a:moveTo>
                <a:lnTo>
                  <a:pt x="6073310" y="0"/>
                </a:lnTo>
              </a:path>
            </a:pathLst>
          </a:custGeom>
          <a:ln w="5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037465" y="3622087"/>
            <a:ext cx="6073775" cy="0"/>
          </a:xfrm>
          <a:custGeom>
            <a:avLst/>
            <a:gdLst/>
            <a:ahLst/>
            <a:cxnLst/>
            <a:rect l="l" t="t" r="r" b="b"/>
            <a:pathLst>
              <a:path w="6073775">
                <a:moveTo>
                  <a:pt x="0" y="0"/>
                </a:moveTo>
                <a:lnTo>
                  <a:pt x="6073310" y="0"/>
                </a:lnTo>
              </a:path>
            </a:pathLst>
          </a:custGeom>
          <a:ln w="5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037465" y="2771673"/>
            <a:ext cx="6073775" cy="0"/>
          </a:xfrm>
          <a:custGeom>
            <a:avLst/>
            <a:gdLst/>
            <a:ahLst/>
            <a:cxnLst/>
            <a:rect l="l" t="t" r="r" b="b"/>
            <a:pathLst>
              <a:path w="6073775">
                <a:moveTo>
                  <a:pt x="0" y="0"/>
                </a:moveTo>
                <a:lnTo>
                  <a:pt x="6073310" y="0"/>
                </a:lnTo>
              </a:path>
            </a:pathLst>
          </a:custGeom>
          <a:ln w="5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11037465" y="1896247"/>
            <a:ext cx="6073775" cy="4302125"/>
            <a:chOff x="11037465" y="1896247"/>
            <a:chExt cx="6073775" cy="4302125"/>
          </a:xfrm>
        </p:grpSpPr>
        <p:sp>
          <p:nvSpPr>
            <p:cNvPr id="8" name="object 8"/>
            <p:cNvSpPr/>
            <p:nvPr/>
          </p:nvSpPr>
          <p:spPr>
            <a:xfrm>
              <a:off x="11037465" y="1921258"/>
              <a:ext cx="6073775" cy="0"/>
            </a:xfrm>
            <a:custGeom>
              <a:avLst/>
              <a:gdLst/>
              <a:ahLst/>
              <a:cxnLst/>
              <a:rect l="l" t="t" r="r" b="b"/>
              <a:pathLst>
                <a:path w="6073775">
                  <a:moveTo>
                    <a:pt x="0" y="0"/>
                  </a:moveTo>
                  <a:lnTo>
                    <a:pt x="6073310" y="0"/>
                  </a:lnTo>
                </a:path>
              </a:pathLst>
            </a:custGeom>
            <a:ln w="50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19784" y="1896247"/>
              <a:ext cx="4908671" cy="430209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1392300" y="6206456"/>
            <a:ext cx="53898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205865" algn="l"/>
                <a:tab pos="2419350" algn="l"/>
                <a:tab pos="3627754" algn="l"/>
                <a:tab pos="4845050" algn="l"/>
              </a:tabLst>
            </a:pPr>
            <a:r>
              <a:rPr sz="1300" dirty="0">
                <a:latin typeface="Lucida Sans Unicode"/>
                <a:cs typeface="Lucida Sans Unicode"/>
              </a:rPr>
              <a:t>Item</a:t>
            </a:r>
            <a:r>
              <a:rPr sz="1300" spc="110" dirty="0">
                <a:latin typeface="Lucida Sans Unicode"/>
                <a:cs typeface="Lucida Sans Unicode"/>
              </a:rPr>
              <a:t> </a:t>
            </a:r>
            <a:r>
              <a:rPr sz="1300" spc="-455" dirty="0">
                <a:latin typeface="Lucida Sans Unicode"/>
                <a:cs typeface="Lucida Sans Unicode"/>
              </a:rPr>
              <a:t>1</a:t>
            </a:r>
            <a:r>
              <a:rPr sz="1300" dirty="0">
                <a:latin typeface="Lucida Sans Unicode"/>
                <a:cs typeface="Lucida Sans Unicode"/>
              </a:rPr>
              <a:t>	Item</a:t>
            </a:r>
            <a:r>
              <a:rPr sz="1300" spc="110" dirty="0">
                <a:latin typeface="Lucida Sans Unicode"/>
                <a:cs typeface="Lucida Sans Unicode"/>
              </a:rPr>
              <a:t> </a:t>
            </a:r>
            <a:r>
              <a:rPr sz="1300" spc="-50" dirty="0">
                <a:latin typeface="Lucida Sans Unicode"/>
                <a:cs typeface="Lucida Sans Unicode"/>
              </a:rPr>
              <a:t>2</a:t>
            </a:r>
            <a:r>
              <a:rPr sz="1300" dirty="0">
                <a:latin typeface="Lucida Sans Unicode"/>
                <a:cs typeface="Lucida Sans Unicode"/>
              </a:rPr>
              <a:t>	Item</a:t>
            </a:r>
            <a:r>
              <a:rPr sz="1300" spc="110" dirty="0">
                <a:latin typeface="Lucida Sans Unicode"/>
                <a:cs typeface="Lucida Sans Unicode"/>
              </a:rPr>
              <a:t> </a:t>
            </a:r>
            <a:r>
              <a:rPr sz="1300" spc="-50" dirty="0">
                <a:latin typeface="Lucida Sans Unicode"/>
                <a:cs typeface="Lucida Sans Unicode"/>
              </a:rPr>
              <a:t>3</a:t>
            </a:r>
            <a:r>
              <a:rPr sz="1300" dirty="0">
                <a:latin typeface="Lucida Sans Unicode"/>
                <a:cs typeface="Lucida Sans Unicode"/>
              </a:rPr>
              <a:t>	Item</a:t>
            </a:r>
            <a:r>
              <a:rPr sz="1300" spc="110" dirty="0">
                <a:latin typeface="Lucida Sans Unicode"/>
                <a:cs typeface="Lucida Sans Unicode"/>
              </a:rPr>
              <a:t> </a:t>
            </a:r>
            <a:r>
              <a:rPr sz="1300" spc="-50" dirty="0">
                <a:latin typeface="Lucida Sans Unicode"/>
                <a:cs typeface="Lucida Sans Unicode"/>
              </a:rPr>
              <a:t>4</a:t>
            </a:r>
            <a:r>
              <a:rPr sz="1300" dirty="0">
                <a:latin typeface="Lucida Sans Unicode"/>
                <a:cs typeface="Lucida Sans Unicode"/>
              </a:rPr>
              <a:t>	Item</a:t>
            </a:r>
            <a:r>
              <a:rPr sz="1300" spc="110" dirty="0">
                <a:latin typeface="Lucida Sans Unicode"/>
                <a:cs typeface="Lucida Sans Unicode"/>
              </a:rPr>
              <a:t> </a:t>
            </a:r>
            <a:r>
              <a:rPr sz="1300" spc="-50" dirty="0">
                <a:latin typeface="Lucida Sans Unicode"/>
                <a:cs typeface="Lucida Sans Unicode"/>
              </a:rPr>
              <a:t>5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792612" y="6054683"/>
            <a:ext cx="131445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50" dirty="0">
                <a:latin typeface="Lucida Sans Unicode"/>
                <a:cs typeface="Lucida Sans Unicode"/>
              </a:rPr>
              <a:t>0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740714" y="5204268"/>
            <a:ext cx="18542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170" dirty="0">
                <a:latin typeface="Lucida Sans Unicode"/>
                <a:cs typeface="Lucida Sans Unicode"/>
              </a:rPr>
              <a:t>10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694208" y="4353854"/>
            <a:ext cx="22860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25" dirty="0">
                <a:latin typeface="Lucida Sans Unicode"/>
                <a:cs typeface="Lucida Sans Unicode"/>
              </a:rPr>
              <a:t>20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693035" y="3503439"/>
            <a:ext cx="230504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25" dirty="0">
                <a:latin typeface="Lucida Sans Unicode"/>
                <a:cs typeface="Lucida Sans Unicode"/>
              </a:rPr>
              <a:t>30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684672" y="2653024"/>
            <a:ext cx="23749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25" dirty="0">
                <a:latin typeface="Lucida Sans Unicode"/>
                <a:cs typeface="Lucida Sans Unicode"/>
              </a:rPr>
              <a:t>40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689752" y="1802609"/>
            <a:ext cx="23749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25" dirty="0">
                <a:latin typeface="Lucida Sans Unicode"/>
                <a:cs typeface="Lucida Sans Unicode"/>
              </a:rPr>
              <a:t>50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1667525" y="1624793"/>
            <a:ext cx="6840220" cy="1558925"/>
          </a:xfrm>
          <a:prstGeom prst="rect">
            <a:avLst/>
          </a:prstGeom>
        </p:spPr>
        <p:txBody>
          <a:bodyPr vert="horz" wrap="square" lIns="0" tIns="307975" rIns="0" bIns="0" rtlCol="0">
            <a:spAutoFit/>
          </a:bodyPr>
          <a:lstStyle/>
          <a:p>
            <a:pPr marL="12700" marR="5080">
              <a:lnSpc>
                <a:spcPct val="67700"/>
              </a:lnSpc>
              <a:spcBef>
                <a:spcPts val="2425"/>
              </a:spcBef>
            </a:pPr>
            <a:r>
              <a:rPr spc="455" dirty="0"/>
              <a:t>TIPOS</a:t>
            </a:r>
            <a:r>
              <a:rPr spc="345" dirty="0"/>
              <a:t> </a:t>
            </a:r>
            <a:r>
              <a:rPr spc="275" dirty="0"/>
              <a:t>DE </a:t>
            </a:r>
            <a:r>
              <a:rPr spc="390" dirty="0"/>
              <a:t>COMPETIDORES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pc="155" dirty="0"/>
              <a:t>Competencia</a:t>
            </a:r>
            <a:r>
              <a:rPr spc="-140" dirty="0"/>
              <a:t> </a:t>
            </a:r>
            <a:r>
              <a:rPr spc="-10" dirty="0"/>
              <a:t>Directa:</a:t>
            </a:r>
          </a:p>
          <a:p>
            <a:pPr marL="12700" marR="5080">
              <a:lnSpc>
                <a:spcPct val="115599"/>
              </a:lnSpc>
            </a:pPr>
            <a:r>
              <a:rPr b="0" spc="150" dirty="0">
                <a:latin typeface="Trebuchet MS"/>
                <a:cs typeface="Trebuchet MS"/>
              </a:rPr>
              <a:t>Empresas</a:t>
            </a:r>
            <a:r>
              <a:rPr b="0" spc="65" dirty="0">
                <a:latin typeface="Trebuchet MS"/>
                <a:cs typeface="Trebuchet MS"/>
              </a:rPr>
              <a:t> </a:t>
            </a:r>
            <a:r>
              <a:rPr b="0" spc="175" dirty="0">
                <a:latin typeface="Trebuchet MS"/>
                <a:cs typeface="Trebuchet MS"/>
              </a:rPr>
              <a:t>que</a:t>
            </a:r>
            <a:r>
              <a:rPr b="0" spc="70" dirty="0">
                <a:latin typeface="Trebuchet MS"/>
                <a:cs typeface="Trebuchet MS"/>
              </a:rPr>
              <a:t> </a:t>
            </a:r>
            <a:r>
              <a:rPr b="0" spc="95" dirty="0">
                <a:latin typeface="Trebuchet MS"/>
                <a:cs typeface="Trebuchet MS"/>
              </a:rPr>
              <a:t>ofrecen</a:t>
            </a:r>
            <a:r>
              <a:rPr b="0" spc="65" dirty="0">
                <a:latin typeface="Trebuchet MS"/>
                <a:cs typeface="Trebuchet MS"/>
              </a:rPr>
              <a:t> </a:t>
            </a:r>
            <a:r>
              <a:rPr b="0" spc="155" dirty="0">
                <a:latin typeface="Trebuchet MS"/>
                <a:cs typeface="Trebuchet MS"/>
              </a:rPr>
              <a:t>un</a:t>
            </a:r>
            <a:r>
              <a:rPr b="0" spc="70" dirty="0">
                <a:latin typeface="Trebuchet MS"/>
                <a:cs typeface="Trebuchet MS"/>
              </a:rPr>
              <a:t> </a:t>
            </a:r>
            <a:r>
              <a:rPr b="0" spc="125" dirty="0">
                <a:latin typeface="Trebuchet MS"/>
                <a:cs typeface="Trebuchet MS"/>
              </a:rPr>
              <a:t>producto</a:t>
            </a:r>
            <a:r>
              <a:rPr b="0" spc="65" dirty="0">
                <a:latin typeface="Trebuchet MS"/>
                <a:cs typeface="Trebuchet MS"/>
              </a:rPr>
              <a:t> </a:t>
            </a:r>
            <a:r>
              <a:rPr b="0" spc="200" dirty="0">
                <a:latin typeface="Trebuchet MS"/>
                <a:cs typeface="Trebuchet MS"/>
              </a:rPr>
              <a:t>o</a:t>
            </a:r>
            <a:r>
              <a:rPr b="0" spc="70" dirty="0">
                <a:latin typeface="Trebuchet MS"/>
                <a:cs typeface="Trebuchet MS"/>
              </a:rPr>
              <a:t> </a:t>
            </a:r>
            <a:r>
              <a:rPr b="0" spc="60" dirty="0">
                <a:latin typeface="Trebuchet MS"/>
                <a:cs typeface="Trebuchet MS"/>
              </a:rPr>
              <a:t>servicio</a:t>
            </a:r>
            <a:r>
              <a:rPr b="0" spc="65" dirty="0">
                <a:latin typeface="Trebuchet MS"/>
                <a:cs typeface="Trebuchet MS"/>
              </a:rPr>
              <a:t> </a:t>
            </a:r>
            <a:r>
              <a:rPr b="0" spc="195" dirty="0">
                <a:latin typeface="Trebuchet MS"/>
                <a:cs typeface="Trebuchet MS"/>
              </a:rPr>
              <a:t>muy</a:t>
            </a:r>
            <a:r>
              <a:rPr b="0" spc="7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similar</a:t>
            </a:r>
            <a:r>
              <a:rPr b="0" spc="70" dirty="0">
                <a:latin typeface="Trebuchet MS"/>
                <a:cs typeface="Trebuchet MS"/>
              </a:rPr>
              <a:t> </a:t>
            </a:r>
            <a:r>
              <a:rPr b="0" spc="50" dirty="0">
                <a:latin typeface="Trebuchet MS"/>
                <a:cs typeface="Trebuchet MS"/>
              </a:rPr>
              <a:t>al</a:t>
            </a:r>
            <a:r>
              <a:rPr b="0" spc="65" dirty="0">
                <a:latin typeface="Trebuchet MS"/>
                <a:cs typeface="Trebuchet MS"/>
              </a:rPr>
              <a:t> </a:t>
            </a:r>
            <a:r>
              <a:rPr b="0" spc="-10" dirty="0">
                <a:latin typeface="Trebuchet MS"/>
                <a:cs typeface="Trebuchet MS"/>
              </a:rPr>
              <a:t>tuyo, </a:t>
            </a:r>
            <a:r>
              <a:rPr b="0" spc="45" dirty="0">
                <a:latin typeface="Trebuchet MS"/>
                <a:cs typeface="Trebuchet MS"/>
              </a:rPr>
              <a:t>dirigido</a:t>
            </a:r>
            <a:r>
              <a:rPr b="0" dirty="0">
                <a:latin typeface="Trebuchet MS"/>
                <a:cs typeface="Trebuchet MS"/>
              </a:rPr>
              <a:t> </a:t>
            </a:r>
            <a:r>
              <a:rPr b="0" spc="50" dirty="0">
                <a:latin typeface="Trebuchet MS"/>
                <a:cs typeface="Trebuchet MS"/>
              </a:rPr>
              <a:t>al</a:t>
            </a:r>
            <a:r>
              <a:rPr b="0" dirty="0">
                <a:latin typeface="Trebuchet MS"/>
                <a:cs typeface="Trebuchet MS"/>
              </a:rPr>
              <a:t> </a:t>
            </a:r>
            <a:r>
              <a:rPr b="0" spc="190" dirty="0">
                <a:latin typeface="Trebuchet MS"/>
                <a:cs typeface="Trebuchet MS"/>
              </a:rPr>
              <a:t>mismo</a:t>
            </a:r>
            <a:r>
              <a:rPr b="0" dirty="0">
                <a:latin typeface="Trebuchet MS"/>
                <a:cs typeface="Trebuchet MS"/>
              </a:rPr>
              <a:t> </a:t>
            </a:r>
            <a:r>
              <a:rPr b="0" spc="-10" dirty="0">
                <a:latin typeface="Trebuchet MS"/>
                <a:cs typeface="Trebuchet MS"/>
              </a:rPr>
              <a:t>público.</a:t>
            </a:r>
          </a:p>
          <a:p>
            <a:pPr marL="12700" marR="5080">
              <a:lnSpc>
                <a:spcPts val="2780"/>
              </a:lnSpc>
              <a:spcBef>
                <a:spcPts val="150"/>
              </a:spcBef>
            </a:pPr>
            <a:r>
              <a:rPr sz="2250" b="0" i="0" dirty="0">
                <a:latin typeface="SimSun-ExtB"/>
                <a:cs typeface="SimSun-ExtB"/>
              </a:rPr>
              <a:t>📌</a:t>
            </a:r>
            <a:r>
              <a:rPr sz="2250" b="0" i="0" spc="-105" dirty="0">
                <a:latin typeface="SimSun-ExtB"/>
                <a:cs typeface="SimSun-ExtB"/>
              </a:rPr>
              <a:t>  </a:t>
            </a:r>
            <a:r>
              <a:rPr b="0" dirty="0">
                <a:latin typeface="Trebuchet MS"/>
                <a:cs typeface="Trebuchet MS"/>
              </a:rPr>
              <a:t>Ejemplo:</a:t>
            </a:r>
            <a:r>
              <a:rPr b="0" spc="105" dirty="0">
                <a:latin typeface="Trebuchet MS"/>
                <a:cs typeface="Trebuchet MS"/>
              </a:rPr>
              <a:t>  </a:t>
            </a:r>
            <a:r>
              <a:rPr b="0" spc="190" dirty="0">
                <a:latin typeface="Trebuchet MS"/>
                <a:cs typeface="Trebuchet MS"/>
              </a:rPr>
              <a:t>Dos</a:t>
            </a:r>
            <a:r>
              <a:rPr b="0" spc="105" dirty="0">
                <a:latin typeface="Trebuchet MS"/>
                <a:cs typeface="Trebuchet MS"/>
              </a:rPr>
              <a:t>  </a:t>
            </a:r>
            <a:r>
              <a:rPr b="0" spc="110" dirty="0">
                <a:latin typeface="Trebuchet MS"/>
                <a:cs typeface="Trebuchet MS"/>
              </a:rPr>
              <a:t>plataformas</a:t>
            </a:r>
            <a:r>
              <a:rPr b="0" spc="105" dirty="0">
                <a:latin typeface="Trebuchet MS"/>
                <a:cs typeface="Trebuchet MS"/>
              </a:rPr>
              <a:t>  </a:t>
            </a:r>
            <a:r>
              <a:rPr b="0" spc="225" dirty="0">
                <a:latin typeface="Trebuchet MS"/>
                <a:cs typeface="Trebuchet MS"/>
              </a:rPr>
              <a:t>SaaS</a:t>
            </a:r>
            <a:r>
              <a:rPr b="0" spc="105" dirty="0">
                <a:latin typeface="Trebuchet MS"/>
                <a:cs typeface="Trebuchet MS"/>
              </a:rPr>
              <a:t>  </a:t>
            </a:r>
            <a:r>
              <a:rPr b="0" spc="170" dirty="0">
                <a:latin typeface="Trebuchet MS"/>
                <a:cs typeface="Trebuchet MS"/>
              </a:rPr>
              <a:t>para</a:t>
            </a:r>
            <a:r>
              <a:rPr b="0" spc="105" dirty="0">
                <a:latin typeface="Trebuchet MS"/>
                <a:cs typeface="Trebuchet MS"/>
              </a:rPr>
              <a:t>  </a:t>
            </a:r>
            <a:r>
              <a:rPr b="0" spc="110" dirty="0">
                <a:latin typeface="Trebuchet MS"/>
                <a:cs typeface="Trebuchet MS"/>
              </a:rPr>
              <a:t>gestión</a:t>
            </a:r>
            <a:r>
              <a:rPr b="0" spc="105" dirty="0">
                <a:latin typeface="Trebuchet MS"/>
                <a:cs typeface="Trebuchet MS"/>
              </a:rPr>
              <a:t>  </a:t>
            </a:r>
            <a:r>
              <a:rPr b="0" spc="190" dirty="0">
                <a:latin typeface="Trebuchet MS"/>
                <a:cs typeface="Trebuchet MS"/>
              </a:rPr>
              <a:t>de</a:t>
            </a:r>
            <a:r>
              <a:rPr b="0" spc="105" dirty="0">
                <a:latin typeface="Trebuchet MS"/>
                <a:cs typeface="Trebuchet MS"/>
              </a:rPr>
              <a:t>  </a:t>
            </a:r>
            <a:r>
              <a:rPr b="0" spc="45" dirty="0">
                <a:latin typeface="Trebuchet MS"/>
                <a:cs typeface="Trebuchet MS"/>
              </a:rPr>
              <a:t>cultivos </a:t>
            </a:r>
            <a:r>
              <a:rPr b="0" spc="65" dirty="0">
                <a:latin typeface="Trebuchet MS"/>
                <a:cs typeface="Trebuchet MS"/>
              </a:rPr>
              <a:t>agrícolas.</a:t>
            </a:r>
            <a:endParaRPr sz="22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spc="155" dirty="0"/>
              <a:t>Competencia</a:t>
            </a:r>
            <a:r>
              <a:rPr spc="-140" dirty="0"/>
              <a:t> </a:t>
            </a:r>
            <a:r>
              <a:rPr spc="40" dirty="0"/>
              <a:t>Indirecta: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667525" y="6396090"/>
            <a:ext cx="15484475" cy="3262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160" dirty="0">
                <a:latin typeface="Trebuchet MS"/>
                <a:cs typeface="Trebuchet MS"/>
              </a:rPr>
              <a:t>Negocios</a:t>
            </a:r>
            <a:r>
              <a:rPr sz="2000" i="1" spc="-10" dirty="0">
                <a:latin typeface="Trebuchet MS"/>
                <a:cs typeface="Trebuchet MS"/>
              </a:rPr>
              <a:t> </a:t>
            </a:r>
            <a:r>
              <a:rPr sz="2000" i="1" spc="175" dirty="0">
                <a:latin typeface="Trebuchet MS"/>
                <a:cs typeface="Trebuchet MS"/>
              </a:rPr>
              <a:t>que</a:t>
            </a:r>
            <a:r>
              <a:rPr sz="2000" i="1" spc="-5" dirty="0">
                <a:latin typeface="Trebuchet MS"/>
                <a:cs typeface="Trebuchet MS"/>
              </a:rPr>
              <a:t> </a:t>
            </a:r>
            <a:r>
              <a:rPr sz="2000" i="1" spc="85" dirty="0">
                <a:latin typeface="Trebuchet MS"/>
                <a:cs typeface="Trebuchet MS"/>
              </a:rPr>
              <a:t>resuelven</a:t>
            </a:r>
            <a:r>
              <a:rPr sz="2000" i="1" spc="-5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el</a:t>
            </a:r>
            <a:r>
              <a:rPr sz="2000" i="1" spc="-5" dirty="0">
                <a:latin typeface="Trebuchet MS"/>
                <a:cs typeface="Trebuchet MS"/>
              </a:rPr>
              <a:t> </a:t>
            </a:r>
            <a:r>
              <a:rPr sz="2000" i="1" spc="190" dirty="0">
                <a:latin typeface="Trebuchet MS"/>
                <a:cs typeface="Trebuchet MS"/>
              </a:rPr>
              <a:t>mismo</a:t>
            </a:r>
            <a:r>
              <a:rPr sz="2000" i="1" spc="-5" dirty="0">
                <a:latin typeface="Trebuchet MS"/>
                <a:cs typeface="Trebuchet MS"/>
              </a:rPr>
              <a:t> </a:t>
            </a:r>
            <a:r>
              <a:rPr sz="2000" i="1" spc="80" dirty="0">
                <a:latin typeface="Trebuchet MS"/>
                <a:cs typeface="Trebuchet MS"/>
              </a:rPr>
              <a:t>problema,</a:t>
            </a:r>
            <a:r>
              <a:rPr sz="2000" i="1" spc="-5" dirty="0">
                <a:latin typeface="Trebuchet MS"/>
                <a:cs typeface="Trebuchet MS"/>
              </a:rPr>
              <a:t> </a:t>
            </a:r>
            <a:r>
              <a:rPr sz="2000" i="1" spc="114" dirty="0">
                <a:latin typeface="Trebuchet MS"/>
                <a:cs typeface="Trebuchet MS"/>
              </a:rPr>
              <a:t>pero</a:t>
            </a:r>
            <a:r>
              <a:rPr sz="2000" i="1" spc="-5" dirty="0">
                <a:latin typeface="Trebuchet MS"/>
                <a:cs typeface="Trebuchet MS"/>
              </a:rPr>
              <a:t> </a:t>
            </a:r>
            <a:r>
              <a:rPr sz="2000" i="1" spc="190" dirty="0">
                <a:latin typeface="Trebuchet MS"/>
                <a:cs typeface="Trebuchet MS"/>
              </a:rPr>
              <a:t>de</a:t>
            </a:r>
            <a:r>
              <a:rPr sz="2000" i="1" spc="-10" dirty="0">
                <a:latin typeface="Trebuchet MS"/>
                <a:cs typeface="Trebuchet MS"/>
              </a:rPr>
              <a:t> </a:t>
            </a:r>
            <a:r>
              <a:rPr sz="2000" i="1" spc="60" dirty="0">
                <a:latin typeface="Trebuchet MS"/>
                <a:cs typeface="Trebuchet MS"/>
              </a:rPr>
              <a:t>otra</a:t>
            </a:r>
            <a:r>
              <a:rPr sz="2000" i="1" spc="-5" dirty="0">
                <a:latin typeface="Trebuchet MS"/>
                <a:cs typeface="Trebuchet MS"/>
              </a:rPr>
              <a:t> </a:t>
            </a:r>
            <a:r>
              <a:rPr sz="2000" i="1" spc="95" dirty="0">
                <a:latin typeface="Trebuchet MS"/>
                <a:cs typeface="Trebuchet MS"/>
              </a:rPr>
              <a:t>manera.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50" spc="-75" dirty="0">
                <a:latin typeface="SimSun-ExtB"/>
                <a:cs typeface="SimSun-ExtB"/>
              </a:rPr>
              <a:t>📌</a:t>
            </a:r>
            <a:r>
              <a:rPr sz="2250" spc="-715" dirty="0">
                <a:latin typeface="SimSun-ExtB"/>
                <a:cs typeface="SimSun-ExtB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Ejemplo:</a:t>
            </a:r>
            <a:r>
              <a:rPr sz="2000" i="1" spc="20" dirty="0">
                <a:latin typeface="Trebuchet MS"/>
                <a:cs typeface="Trebuchet MS"/>
              </a:rPr>
              <a:t> </a:t>
            </a:r>
            <a:r>
              <a:rPr sz="2000" i="1" spc="90" dirty="0">
                <a:latin typeface="Trebuchet MS"/>
                <a:cs typeface="Trebuchet MS"/>
              </a:rPr>
              <a:t>Un</a:t>
            </a:r>
            <a:r>
              <a:rPr sz="2000" i="1" spc="15" dirty="0">
                <a:latin typeface="Trebuchet MS"/>
                <a:cs typeface="Trebuchet MS"/>
              </a:rPr>
              <a:t> </a:t>
            </a:r>
            <a:r>
              <a:rPr sz="2000" i="1" spc="100" dirty="0">
                <a:latin typeface="Trebuchet MS"/>
                <a:cs typeface="Trebuchet MS"/>
              </a:rPr>
              <a:t>productor</a:t>
            </a:r>
            <a:r>
              <a:rPr sz="2000" i="1" spc="20" dirty="0">
                <a:latin typeface="Trebuchet MS"/>
                <a:cs typeface="Trebuchet MS"/>
              </a:rPr>
              <a:t> </a:t>
            </a:r>
            <a:r>
              <a:rPr sz="2000" i="1" spc="140" dirty="0">
                <a:latin typeface="Trebuchet MS"/>
                <a:cs typeface="Trebuchet MS"/>
              </a:rPr>
              <a:t>agropecuario</a:t>
            </a:r>
            <a:r>
              <a:rPr sz="2000" i="1" spc="20" dirty="0">
                <a:latin typeface="Trebuchet MS"/>
                <a:cs typeface="Trebuchet MS"/>
              </a:rPr>
              <a:t> </a:t>
            </a:r>
            <a:r>
              <a:rPr sz="2000" i="1" spc="180" dirty="0">
                <a:latin typeface="Trebuchet MS"/>
                <a:cs typeface="Trebuchet MS"/>
              </a:rPr>
              <a:t>puede</a:t>
            </a:r>
            <a:r>
              <a:rPr sz="2000" i="1" spc="15" dirty="0">
                <a:latin typeface="Trebuchet MS"/>
                <a:cs typeface="Trebuchet MS"/>
              </a:rPr>
              <a:t> </a:t>
            </a:r>
            <a:r>
              <a:rPr sz="2000" i="1" spc="125" dirty="0">
                <a:latin typeface="Trebuchet MS"/>
                <a:cs typeface="Trebuchet MS"/>
              </a:rPr>
              <a:t>usar</a:t>
            </a:r>
            <a:r>
              <a:rPr sz="2000" i="1" spc="20" dirty="0">
                <a:latin typeface="Trebuchet MS"/>
                <a:cs typeface="Trebuchet MS"/>
              </a:rPr>
              <a:t> </a:t>
            </a:r>
            <a:r>
              <a:rPr sz="2000" i="1" spc="200" dirty="0">
                <a:latin typeface="Trebuchet MS"/>
                <a:cs typeface="Trebuchet MS"/>
              </a:rPr>
              <a:t>una</a:t>
            </a:r>
            <a:r>
              <a:rPr sz="2000" i="1" spc="20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planilla</a:t>
            </a:r>
            <a:r>
              <a:rPr sz="2000" i="1" spc="20" dirty="0">
                <a:latin typeface="Trebuchet MS"/>
                <a:cs typeface="Trebuchet MS"/>
              </a:rPr>
              <a:t> </a:t>
            </a:r>
            <a:r>
              <a:rPr sz="2000" i="1" spc="190" dirty="0">
                <a:latin typeface="Trebuchet MS"/>
                <a:cs typeface="Trebuchet MS"/>
              </a:rPr>
              <a:t>de</a:t>
            </a:r>
            <a:r>
              <a:rPr sz="2000" i="1" spc="15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Excel</a:t>
            </a:r>
            <a:r>
              <a:rPr sz="2000" i="1" spc="20" dirty="0">
                <a:latin typeface="Trebuchet MS"/>
                <a:cs typeface="Trebuchet MS"/>
              </a:rPr>
              <a:t> </a:t>
            </a:r>
            <a:r>
              <a:rPr sz="2000" i="1" spc="165" dirty="0">
                <a:latin typeface="Trebuchet MS"/>
                <a:cs typeface="Trebuchet MS"/>
              </a:rPr>
              <a:t>en</a:t>
            </a:r>
            <a:r>
              <a:rPr sz="2000" i="1" spc="20" dirty="0">
                <a:latin typeface="Trebuchet MS"/>
                <a:cs typeface="Trebuchet MS"/>
              </a:rPr>
              <a:t> </a:t>
            </a:r>
            <a:r>
              <a:rPr sz="2000" i="1" spc="90" dirty="0">
                <a:latin typeface="Trebuchet MS"/>
                <a:cs typeface="Trebuchet MS"/>
              </a:rPr>
              <a:t>lugar</a:t>
            </a:r>
            <a:r>
              <a:rPr sz="2000" i="1" spc="15" dirty="0">
                <a:latin typeface="Trebuchet MS"/>
                <a:cs typeface="Trebuchet MS"/>
              </a:rPr>
              <a:t> </a:t>
            </a:r>
            <a:r>
              <a:rPr sz="2000" i="1" spc="190" dirty="0">
                <a:latin typeface="Trebuchet MS"/>
                <a:cs typeface="Trebuchet MS"/>
              </a:rPr>
              <a:t>de</a:t>
            </a:r>
            <a:r>
              <a:rPr sz="2000" i="1" spc="20" dirty="0">
                <a:latin typeface="Trebuchet MS"/>
                <a:cs typeface="Trebuchet MS"/>
              </a:rPr>
              <a:t> </a:t>
            </a:r>
            <a:r>
              <a:rPr sz="2000" i="1" spc="155" dirty="0">
                <a:latin typeface="Trebuchet MS"/>
                <a:cs typeface="Trebuchet MS"/>
              </a:rPr>
              <a:t>un</a:t>
            </a:r>
            <a:r>
              <a:rPr sz="2000" i="1" spc="20" dirty="0">
                <a:latin typeface="Trebuchet MS"/>
                <a:cs typeface="Trebuchet MS"/>
              </a:rPr>
              <a:t> </a:t>
            </a:r>
            <a:r>
              <a:rPr sz="2000" i="1" spc="70" dirty="0">
                <a:latin typeface="Trebuchet MS"/>
                <a:cs typeface="Trebuchet MS"/>
              </a:rPr>
              <a:t>software</a:t>
            </a:r>
            <a:r>
              <a:rPr sz="2000" i="1" spc="15" dirty="0">
                <a:latin typeface="Trebuchet MS"/>
                <a:cs typeface="Trebuchet MS"/>
              </a:rPr>
              <a:t> </a:t>
            </a:r>
            <a:r>
              <a:rPr sz="2000" i="1" spc="110" dirty="0">
                <a:latin typeface="Trebuchet MS"/>
                <a:cs typeface="Trebuchet MS"/>
              </a:rPr>
              <a:t>avanzado.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250"/>
              </a:spcBef>
            </a:pPr>
            <a:r>
              <a:rPr sz="2000" b="1" i="1" spc="155" dirty="0">
                <a:latin typeface="Trebuchet MS"/>
                <a:cs typeface="Trebuchet MS"/>
              </a:rPr>
              <a:t>Competencia</a:t>
            </a:r>
            <a:r>
              <a:rPr sz="2000" b="1" i="1" spc="-140" dirty="0">
                <a:latin typeface="Trebuchet MS"/>
                <a:cs typeface="Trebuchet MS"/>
              </a:rPr>
              <a:t> </a:t>
            </a:r>
            <a:r>
              <a:rPr sz="2000" b="1" i="1" spc="45" dirty="0">
                <a:latin typeface="Trebuchet MS"/>
                <a:cs typeface="Trebuchet MS"/>
              </a:rPr>
              <a:t>Sustituta: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2000" i="1" spc="160" dirty="0">
                <a:latin typeface="Trebuchet MS"/>
                <a:cs typeface="Trebuchet MS"/>
              </a:rPr>
              <a:t>Opciones</a:t>
            </a:r>
            <a:r>
              <a:rPr sz="2000" i="1" dirty="0">
                <a:latin typeface="Trebuchet MS"/>
                <a:cs typeface="Trebuchet MS"/>
              </a:rPr>
              <a:t> </a:t>
            </a:r>
            <a:r>
              <a:rPr sz="2000" i="1" spc="60" dirty="0">
                <a:latin typeface="Trebuchet MS"/>
                <a:cs typeface="Trebuchet MS"/>
              </a:rPr>
              <a:t>alternativas</a:t>
            </a:r>
            <a:r>
              <a:rPr sz="2000" i="1" spc="5" dirty="0">
                <a:latin typeface="Trebuchet MS"/>
                <a:cs typeface="Trebuchet MS"/>
              </a:rPr>
              <a:t> </a:t>
            </a:r>
            <a:r>
              <a:rPr sz="2000" i="1" spc="175" dirty="0">
                <a:latin typeface="Trebuchet MS"/>
                <a:cs typeface="Trebuchet MS"/>
              </a:rPr>
              <a:t>que</a:t>
            </a:r>
            <a:r>
              <a:rPr sz="2000" i="1" dirty="0">
                <a:latin typeface="Trebuchet MS"/>
                <a:cs typeface="Trebuchet MS"/>
              </a:rPr>
              <a:t> </a:t>
            </a:r>
            <a:r>
              <a:rPr sz="2000" i="1" spc="180" dirty="0">
                <a:latin typeface="Trebuchet MS"/>
                <a:cs typeface="Trebuchet MS"/>
              </a:rPr>
              <a:t>pueden</a:t>
            </a:r>
            <a:r>
              <a:rPr sz="2000" i="1" spc="5" dirty="0">
                <a:latin typeface="Trebuchet MS"/>
                <a:cs typeface="Trebuchet MS"/>
              </a:rPr>
              <a:t> </a:t>
            </a:r>
            <a:r>
              <a:rPr sz="2000" i="1" spc="95" dirty="0">
                <a:latin typeface="Trebuchet MS"/>
                <a:cs typeface="Trebuchet MS"/>
              </a:rPr>
              <a:t>reemplazar</a:t>
            </a:r>
            <a:r>
              <a:rPr sz="2000" i="1" spc="5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tu </a:t>
            </a:r>
            <a:r>
              <a:rPr sz="2000" i="1" spc="45" dirty="0">
                <a:latin typeface="Trebuchet MS"/>
                <a:cs typeface="Trebuchet MS"/>
              </a:rPr>
              <a:t>solución,</a:t>
            </a:r>
            <a:r>
              <a:rPr sz="2000" i="1" spc="5" dirty="0">
                <a:latin typeface="Trebuchet MS"/>
                <a:cs typeface="Trebuchet MS"/>
              </a:rPr>
              <a:t> </a:t>
            </a:r>
            <a:r>
              <a:rPr sz="2000" i="1" spc="185" dirty="0">
                <a:latin typeface="Trebuchet MS"/>
                <a:cs typeface="Trebuchet MS"/>
              </a:rPr>
              <a:t>aunque</a:t>
            </a:r>
            <a:r>
              <a:rPr sz="2000" i="1" spc="5" dirty="0">
                <a:latin typeface="Trebuchet MS"/>
                <a:cs typeface="Trebuchet MS"/>
              </a:rPr>
              <a:t> </a:t>
            </a:r>
            <a:r>
              <a:rPr sz="2000" i="1" spc="185" dirty="0">
                <a:latin typeface="Trebuchet MS"/>
                <a:cs typeface="Trebuchet MS"/>
              </a:rPr>
              <a:t>no</a:t>
            </a:r>
            <a:r>
              <a:rPr sz="2000" i="1" dirty="0">
                <a:latin typeface="Trebuchet MS"/>
                <a:cs typeface="Trebuchet MS"/>
              </a:rPr>
              <a:t> </a:t>
            </a:r>
            <a:r>
              <a:rPr sz="2000" i="1" spc="200" dirty="0">
                <a:latin typeface="Trebuchet MS"/>
                <a:cs typeface="Trebuchet MS"/>
              </a:rPr>
              <a:t>sean</a:t>
            </a:r>
            <a:r>
              <a:rPr sz="2000" i="1" spc="5" dirty="0">
                <a:latin typeface="Trebuchet MS"/>
                <a:cs typeface="Trebuchet MS"/>
              </a:rPr>
              <a:t> </a:t>
            </a:r>
            <a:r>
              <a:rPr sz="2000" i="1" spc="35" dirty="0">
                <a:latin typeface="Trebuchet MS"/>
                <a:cs typeface="Trebuchet MS"/>
              </a:rPr>
              <a:t>idénticas.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50" spc="-75" dirty="0">
                <a:latin typeface="SimSun-ExtB"/>
                <a:cs typeface="SimSun-ExtB"/>
              </a:rPr>
              <a:t>📌</a:t>
            </a:r>
            <a:r>
              <a:rPr sz="2250" spc="-730" dirty="0">
                <a:latin typeface="SimSun-ExtB"/>
                <a:cs typeface="SimSun-ExtB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Ejemplo: </a:t>
            </a:r>
            <a:r>
              <a:rPr sz="2000" i="1" spc="90" dirty="0">
                <a:latin typeface="Trebuchet MS"/>
                <a:cs typeface="Trebuchet MS"/>
              </a:rPr>
              <a:t>Un</a:t>
            </a:r>
            <a:r>
              <a:rPr sz="2000" i="1" dirty="0">
                <a:latin typeface="Trebuchet MS"/>
                <a:cs typeface="Trebuchet MS"/>
              </a:rPr>
              <a:t> </a:t>
            </a:r>
            <a:r>
              <a:rPr sz="2000" i="1" spc="150" dirty="0">
                <a:latin typeface="Trebuchet MS"/>
                <a:cs typeface="Trebuchet MS"/>
              </a:rPr>
              <a:t>asesor</a:t>
            </a:r>
            <a:r>
              <a:rPr sz="2000" i="1" spc="-5" dirty="0">
                <a:latin typeface="Trebuchet MS"/>
                <a:cs typeface="Trebuchet MS"/>
              </a:rPr>
              <a:t> </a:t>
            </a:r>
            <a:r>
              <a:rPr sz="2000" i="1" spc="114" dirty="0">
                <a:latin typeface="Trebuchet MS"/>
                <a:cs typeface="Trebuchet MS"/>
              </a:rPr>
              <a:t>agrícola</a:t>
            </a:r>
            <a:r>
              <a:rPr sz="2000" i="1" dirty="0">
                <a:latin typeface="Trebuchet MS"/>
                <a:cs typeface="Trebuchet MS"/>
              </a:rPr>
              <a:t> </a:t>
            </a:r>
            <a:r>
              <a:rPr sz="2000" i="1" spc="175" dirty="0">
                <a:latin typeface="Trebuchet MS"/>
                <a:cs typeface="Trebuchet MS"/>
              </a:rPr>
              <a:t>que</a:t>
            </a:r>
            <a:r>
              <a:rPr sz="2000" i="1" dirty="0">
                <a:latin typeface="Trebuchet MS"/>
                <a:cs typeface="Trebuchet MS"/>
              </a:rPr>
              <a:t> </a:t>
            </a:r>
            <a:r>
              <a:rPr sz="2000" i="1" spc="105" dirty="0">
                <a:latin typeface="Trebuchet MS"/>
                <a:cs typeface="Trebuchet MS"/>
              </a:rPr>
              <a:t>brinda</a:t>
            </a:r>
            <a:r>
              <a:rPr sz="2000" i="1" spc="-5" dirty="0">
                <a:latin typeface="Trebuchet MS"/>
                <a:cs typeface="Trebuchet MS"/>
              </a:rPr>
              <a:t> </a:t>
            </a:r>
            <a:r>
              <a:rPr sz="2000" i="1" spc="170" dirty="0">
                <a:latin typeface="Trebuchet MS"/>
                <a:cs typeface="Trebuchet MS"/>
              </a:rPr>
              <a:t>recomendaciones</a:t>
            </a:r>
            <a:r>
              <a:rPr sz="2000" i="1" dirty="0">
                <a:latin typeface="Trebuchet MS"/>
                <a:cs typeface="Trebuchet MS"/>
              </a:rPr>
              <a:t> </a:t>
            </a:r>
            <a:r>
              <a:rPr sz="2000" i="1" spc="85" dirty="0">
                <a:latin typeface="Trebuchet MS"/>
                <a:cs typeface="Trebuchet MS"/>
              </a:rPr>
              <a:t>personalizadas,</a:t>
            </a:r>
            <a:r>
              <a:rPr sz="2000" i="1" dirty="0">
                <a:latin typeface="Trebuchet MS"/>
                <a:cs typeface="Trebuchet MS"/>
              </a:rPr>
              <a:t> </a:t>
            </a:r>
            <a:r>
              <a:rPr sz="2000" i="1" spc="165" dirty="0">
                <a:latin typeface="Trebuchet MS"/>
                <a:cs typeface="Trebuchet MS"/>
              </a:rPr>
              <a:t>en</a:t>
            </a:r>
            <a:r>
              <a:rPr sz="2000" i="1" dirty="0">
                <a:latin typeface="Trebuchet MS"/>
                <a:cs typeface="Trebuchet MS"/>
              </a:rPr>
              <a:t> </a:t>
            </a:r>
            <a:r>
              <a:rPr sz="2000" i="1" spc="90" dirty="0">
                <a:latin typeface="Trebuchet MS"/>
                <a:cs typeface="Trebuchet MS"/>
              </a:rPr>
              <a:t>lugar</a:t>
            </a:r>
            <a:r>
              <a:rPr sz="2000" i="1" spc="-5" dirty="0">
                <a:latin typeface="Trebuchet MS"/>
                <a:cs typeface="Trebuchet MS"/>
              </a:rPr>
              <a:t> </a:t>
            </a:r>
            <a:r>
              <a:rPr sz="2000" i="1" spc="190" dirty="0">
                <a:latin typeface="Trebuchet MS"/>
                <a:cs typeface="Trebuchet MS"/>
              </a:rPr>
              <a:t>de</a:t>
            </a:r>
            <a:r>
              <a:rPr sz="2000" i="1" dirty="0">
                <a:latin typeface="Trebuchet MS"/>
                <a:cs typeface="Trebuchet MS"/>
              </a:rPr>
              <a:t> </a:t>
            </a:r>
            <a:r>
              <a:rPr sz="2000" i="1" spc="155" dirty="0">
                <a:latin typeface="Trebuchet MS"/>
                <a:cs typeface="Trebuchet MS"/>
              </a:rPr>
              <a:t>un</a:t>
            </a:r>
            <a:r>
              <a:rPr sz="2000" i="1" dirty="0">
                <a:latin typeface="Trebuchet MS"/>
                <a:cs typeface="Trebuchet MS"/>
              </a:rPr>
              <a:t> </a:t>
            </a:r>
            <a:r>
              <a:rPr sz="2000" i="1" spc="70" dirty="0">
                <a:latin typeface="Trebuchet MS"/>
                <a:cs typeface="Trebuchet MS"/>
              </a:rPr>
              <a:t>software</a:t>
            </a:r>
            <a:r>
              <a:rPr sz="2000" i="1" spc="-5" dirty="0">
                <a:latin typeface="Trebuchet MS"/>
                <a:cs typeface="Trebuchet MS"/>
              </a:rPr>
              <a:t> </a:t>
            </a:r>
            <a:r>
              <a:rPr sz="2000" i="1" spc="190" dirty="0">
                <a:latin typeface="Trebuchet MS"/>
                <a:cs typeface="Trebuchet MS"/>
              </a:rPr>
              <a:t>de</a:t>
            </a:r>
            <a:r>
              <a:rPr sz="2000" i="1" dirty="0">
                <a:latin typeface="Trebuchet MS"/>
                <a:cs typeface="Trebuchet MS"/>
              </a:rPr>
              <a:t> </a:t>
            </a:r>
            <a:r>
              <a:rPr sz="2000" i="1" spc="75" dirty="0">
                <a:latin typeface="Trebuchet MS"/>
                <a:cs typeface="Trebuchet MS"/>
              </a:rPr>
              <a:t>análisis</a:t>
            </a:r>
            <a:r>
              <a:rPr sz="2000" i="1" dirty="0">
                <a:latin typeface="Trebuchet MS"/>
                <a:cs typeface="Trebuchet MS"/>
              </a:rPr>
              <a:t> </a:t>
            </a:r>
            <a:r>
              <a:rPr sz="2000" i="1" spc="190" dirty="0">
                <a:latin typeface="Trebuchet MS"/>
                <a:cs typeface="Trebuchet MS"/>
              </a:rPr>
              <a:t>de</a:t>
            </a:r>
            <a:r>
              <a:rPr sz="2000" i="1" spc="-5" dirty="0">
                <a:latin typeface="Trebuchet MS"/>
                <a:cs typeface="Trebuchet MS"/>
              </a:rPr>
              <a:t> </a:t>
            </a:r>
            <a:r>
              <a:rPr sz="2000" i="1" spc="55" dirty="0">
                <a:latin typeface="Trebuchet MS"/>
                <a:cs typeface="Trebuchet MS"/>
              </a:rPr>
              <a:t>datos.</a:t>
            </a:r>
            <a:endParaRPr sz="2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000" dirty="0">
              <a:latin typeface="Trebuchet MS"/>
              <a:cs typeface="Trebuchet MS"/>
            </a:endParaRPr>
          </a:p>
          <a:p>
            <a:pPr marL="63500">
              <a:lnSpc>
                <a:spcPct val="100000"/>
              </a:lnSpc>
            </a:pPr>
            <a:r>
              <a:rPr sz="1900" b="1" spc="145" dirty="0">
                <a:latin typeface="Trebuchet MS"/>
                <a:cs typeface="Trebuchet MS"/>
              </a:rPr>
              <a:t>Competencia</a:t>
            </a:r>
            <a:r>
              <a:rPr sz="1900" b="1" spc="-130" dirty="0">
                <a:latin typeface="Trebuchet MS"/>
                <a:cs typeface="Trebuchet MS"/>
              </a:rPr>
              <a:t> </a:t>
            </a:r>
            <a:r>
              <a:rPr sz="1900" b="1" spc="50" dirty="0">
                <a:latin typeface="Trebuchet MS"/>
                <a:cs typeface="Trebuchet MS"/>
              </a:rPr>
              <a:t>Latente</a:t>
            </a:r>
            <a:endParaRPr sz="19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900" dirty="0">
                <a:latin typeface="Lucida Sans Unicode"/>
                <a:cs typeface="Lucida Sans Unicode"/>
              </a:rPr>
              <a:t>Negocios</a:t>
            </a:r>
            <a:r>
              <a:rPr sz="1900" spc="-20" dirty="0">
                <a:latin typeface="Lucida Sans Unicode"/>
                <a:cs typeface="Lucida Sans Unicode"/>
              </a:rPr>
              <a:t> </a:t>
            </a:r>
            <a:r>
              <a:rPr sz="1900" spc="70" dirty="0">
                <a:latin typeface="Lucida Sans Unicode"/>
                <a:cs typeface="Lucida Sans Unicode"/>
              </a:rPr>
              <a:t>que</a:t>
            </a:r>
            <a:r>
              <a:rPr sz="1900" spc="-20" dirty="0">
                <a:latin typeface="Lucida Sans Unicode"/>
                <a:cs typeface="Lucida Sans Unicode"/>
              </a:rPr>
              <a:t> </a:t>
            </a:r>
            <a:r>
              <a:rPr sz="1900" spc="95" dirty="0">
                <a:latin typeface="Lucida Sans Unicode"/>
                <a:cs typeface="Lucida Sans Unicode"/>
              </a:rPr>
              <a:t>aún</a:t>
            </a:r>
            <a:r>
              <a:rPr sz="1900" spc="-15" dirty="0">
                <a:latin typeface="Lucida Sans Unicode"/>
                <a:cs typeface="Lucida Sans Unicode"/>
              </a:rPr>
              <a:t> </a:t>
            </a:r>
            <a:r>
              <a:rPr sz="1900" dirty="0">
                <a:latin typeface="Lucida Sans Unicode"/>
                <a:cs typeface="Lucida Sans Unicode"/>
              </a:rPr>
              <a:t>no</a:t>
            </a:r>
            <a:r>
              <a:rPr sz="1900" spc="-20" dirty="0">
                <a:latin typeface="Lucida Sans Unicode"/>
                <a:cs typeface="Lucida Sans Unicode"/>
              </a:rPr>
              <a:t> </a:t>
            </a:r>
            <a:r>
              <a:rPr sz="1900" spc="70" dirty="0">
                <a:latin typeface="Lucida Sans Unicode"/>
                <a:cs typeface="Lucida Sans Unicode"/>
              </a:rPr>
              <a:t>están</a:t>
            </a:r>
            <a:r>
              <a:rPr sz="1900" spc="-15" dirty="0">
                <a:latin typeface="Lucida Sans Unicode"/>
                <a:cs typeface="Lucida Sans Unicode"/>
              </a:rPr>
              <a:t> </a:t>
            </a:r>
            <a:r>
              <a:rPr sz="1900" spc="65" dirty="0">
                <a:latin typeface="Lucida Sans Unicode"/>
                <a:cs typeface="Lucida Sans Unicode"/>
              </a:rPr>
              <a:t>en</a:t>
            </a:r>
            <a:r>
              <a:rPr sz="1900" spc="-20" dirty="0">
                <a:latin typeface="Lucida Sans Unicode"/>
                <a:cs typeface="Lucida Sans Unicode"/>
              </a:rPr>
              <a:t> </a:t>
            </a:r>
            <a:r>
              <a:rPr sz="1900" dirty="0">
                <a:latin typeface="Lucida Sans Unicode"/>
                <a:cs typeface="Lucida Sans Unicode"/>
              </a:rPr>
              <a:t>tu</a:t>
            </a:r>
            <a:r>
              <a:rPr sz="1900" spc="-20" dirty="0">
                <a:latin typeface="Lucida Sans Unicode"/>
                <a:cs typeface="Lucida Sans Unicode"/>
              </a:rPr>
              <a:t> </a:t>
            </a:r>
            <a:r>
              <a:rPr sz="1900" spc="60" dirty="0">
                <a:latin typeface="Lucida Sans Unicode"/>
                <a:cs typeface="Lucida Sans Unicode"/>
              </a:rPr>
              <a:t>mercado,</a:t>
            </a:r>
            <a:r>
              <a:rPr sz="1900" spc="-15" dirty="0">
                <a:latin typeface="Lucida Sans Unicode"/>
                <a:cs typeface="Lucida Sans Unicode"/>
              </a:rPr>
              <a:t> </a:t>
            </a:r>
            <a:r>
              <a:rPr sz="1900" dirty="0">
                <a:latin typeface="Lucida Sans Unicode"/>
                <a:cs typeface="Lucida Sans Unicode"/>
              </a:rPr>
              <a:t>pero</a:t>
            </a:r>
            <a:r>
              <a:rPr sz="1900" spc="-20" dirty="0">
                <a:latin typeface="Lucida Sans Unicode"/>
                <a:cs typeface="Lucida Sans Unicode"/>
              </a:rPr>
              <a:t> </a:t>
            </a:r>
            <a:r>
              <a:rPr sz="1900" spc="70" dirty="0">
                <a:latin typeface="Lucida Sans Unicode"/>
                <a:cs typeface="Lucida Sans Unicode"/>
              </a:rPr>
              <a:t>pueden</a:t>
            </a:r>
            <a:r>
              <a:rPr sz="1900" spc="-15" dirty="0">
                <a:latin typeface="Lucida Sans Unicode"/>
                <a:cs typeface="Lucida Sans Unicode"/>
              </a:rPr>
              <a:t> </a:t>
            </a:r>
            <a:r>
              <a:rPr sz="1900" dirty="0">
                <a:latin typeface="Lucida Sans Unicode"/>
                <a:cs typeface="Lucida Sans Unicode"/>
              </a:rPr>
              <a:t>ingresar</a:t>
            </a:r>
            <a:r>
              <a:rPr sz="1900" spc="-20" dirty="0">
                <a:latin typeface="Lucida Sans Unicode"/>
                <a:cs typeface="Lucida Sans Unicode"/>
              </a:rPr>
              <a:t> </a:t>
            </a:r>
            <a:r>
              <a:rPr sz="1900" spc="75" dirty="0">
                <a:latin typeface="Lucida Sans Unicode"/>
                <a:cs typeface="Lucida Sans Unicode"/>
              </a:rPr>
              <a:t>y</a:t>
            </a:r>
            <a:r>
              <a:rPr sz="1900" spc="-20" dirty="0">
                <a:latin typeface="Lucida Sans Unicode"/>
                <a:cs typeface="Lucida Sans Unicode"/>
              </a:rPr>
              <a:t> </a:t>
            </a:r>
            <a:r>
              <a:rPr sz="1900" dirty="0">
                <a:latin typeface="Lucida Sans Unicode"/>
                <a:cs typeface="Lucida Sans Unicode"/>
              </a:rPr>
              <a:t>volverse</a:t>
            </a:r>
            <a:r>
              <a:rPr sz="1900" spc="-15" dirty="0">
                <a:latin typeface="Lucida Sans Unicode"/>
                <a:cs typeface="Lucida Sans Unicode"/>
              </a:rPr>
              <a:t> </a:t>
            </a:r>
            <a:r>
              <a:rPr sz="1900" spc="95" dirty="0">
                <a:latin typeface="Lucida Sans Unicode"/>
                <a:cs typeface="Lucida Sans Unicode"/>
              </a:rPr>
              <a:t>una</a:t>
            </a:r>
            <a:r>
              <a:rPr sz="1900" spc="-20" dirty="0">
                <a:latin typeface="Lucida Sans Unicode"/>
                <a:cs typeface="Lucida Sans Unicode"/>
              </a:rPr>
              <a:t> </a:t>
            </a:r>
            <a:r>
              <a:rPr sz="1900" spc="55" dirty="0">
                <a:latin typeface="Lucida Sans Unicode"/>
                <a:cs typeface="Lucida Sans Unicode"/>
              </a:rPr>
              <a:t>amenaza.</a:t>
            </a:r>
            <a:endParaRPr sz="19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2100" spc="-30" dirty="0">
                <a:latin typeface="SimSun-ExtB"/>
                <a:cs typeface="SimSun-ExtB"/>
              </a:rPr>
              <a:t>📌</a:t>
            </a:r>
            <a:r>
              <a:rPr sz="2100" spc="-665" dirty="0">
                <a:latin typeface="SimSun-ExtB"/>
                <a:cs typeface="SimSun-ExtB"/>
              </a:rPr>
              <a:t> </a:t>
            </a:r>
            <a:r>
              <a:rPr sz="1900" spc="-10" dirty="0">
                <a:latin typeface="Lucida Sans Unicode"/>
                <a:cs typeface="Lucida Sans Unicode"/>
              </a:rPr>
              <a:t>Ejemplo:</a:t>
            </a:r>
            <a:r>
              <a:rPr sz="1900" spc="10" dirty="0">
                <a:latin typeface="Lucida Sans Unicode"/>
                <a:cs typeface="Lucida Sans Unicode"/>
              </a:rPr>
              <a:t> </a:t>
            </a:r>
            <a:r>
              <a:rPr sz="1900" dirty="0">
                <a:latin typeface="Lucida Sans Unicode"/>
                <a:cs typeface="Lucida Sans Unicode"/>
              </a:rPr>
              <a:t>Un</a:t>
            </a:r>
            <a:r>
              <a:rPr sz="1900" spc="10" dirty="0">
                <a:latin typeface="Lucida Sans Unicode"/>
                <a:cs typeface="Lucida Sans Unicode"/>
              </a:rPr>
              <a:t> </a:t>
            </a:r>
            <a:r>
              <a:rPr sz="1900" spc="60" dirty="0">
                <a:latin typeface="Lucida Sans Unicode"/>
                <a:cs typeface="Lucida Sans Unicode"/>
              </a:rPr>
              <a:t>gigante</a:t>
            </a:r>
            <a:r>
              <a:rPr sz="1900" spc="10" dirty="0">
                <a:latin typeface="Lucida Sans Unicode"/>
                <a:cs typeface="Lucida Sans Unicode"/>
              </a:rPr>
              <a:t> </a:t>
            </a:r>
            <a:r>
              <a:rPr sz="1900" dirty="0">
                <a:latin typeface="Lucida Sans Unicode"/>
                <a:cs typeface="Lucida Sans Unicode"/>
              </a:rPr>
              <a:t>tecnológico</a:t>
            </a:r>
            <a:r>
              <a:rPr sz="1900" spc="10" dirty="0">
                <a:latin typeface="Lucida Sans Unicode"/>
                <a:cs typeface="Lucida Sans Unicode"/>
              </a:rPr>
              <a:t> </a:t>
            </a:r>
            <a:r>
              <a:rPr sz="1900" dirty="0">
                <a:latin typeface="Lucida Sans Unicode"/>
                <a:cs typeface="Lucida Sans Unicode"/>
              </a:rPr>
              <a:t>global</a:t>
            </a:r>
            <a:r>
              <a:rPr sz="1900" spc="10" dirty="0">
                <a:latin typeface="Lucida Sans Unicode"/>
                <a:cs typeface="Lucida Sans Unicode"/>
              </a:rPr>
              <a:t> </a:t>
            </a:r>
            <a:r>
              <a:rPr sz="1900" dirty="0">
                <a:latin typeface="Lucida Sans Unicode"/>
                <a:cs typeface="Lucida Sans Unicode"/>
              </a:rPr>
              <a:t>lanzando</a:t>
            </a:r>
            <a:r>
              <a:rPr sz="1900" spc="10" dirty="0">
                <a:latin typeface="Lucida Sans Unicode"/>
                <a:cs typeface="Lucida Sans Unicode"/>
              </a:rPr>
              <a:t> </a:t>
            </a:r>
            <a:r>
              <a:rPr sz="1900" spc="95" dirty="0">
                <a:latin typeface="Lucida Sans Unicode"/>
                <a:cs typeface="Lucida Sans Unicode"/>
              </a:rPr>
              <a:t>una</a:t>
            </a:r>
            <a:r>
              <a:rPr sz="1900" spc="10" dirty="0">
                <a:latin typeface="Lucida Sans Unicode"/>
                <a:cs typeface="Lucida Sans Unicode"/>
              </a:rPr>
              <a:t> </a:t>
            </a:r>
            <a:r>
              <a:rPr sz="1900" spc="55" dirty="0">
                <a:latin typeface="Lucida Sans Unicode"/>
                <a:cs typeface="Lucida Sans Unicode"/>
              </a:rPr>
              <a:t>herramienta</a:t>
            </a:r>
            <a:r>
              <a:rPr sz="1900" spc="10" dirty="0">
                <a:latin typeface="Lucida Sans Unicode"/>
                <a:cs typeface="Lucida Sans Unicode"/>
              </a:rPr>
              <a:t> </a:t>
            </a:r>
            <a:r>
              <a:rPr sz="1900" spc="90" dirty="0">
                <a:latin typeface="Lucida Sans Unicode"/>
                <a:cs typeface="Lucida Sans Unicode"/>
              </a:rPr>
              <a:t>de</a:t>
            </a:r>
            <a:r>
              <a:rPr sz="1900" spc="10" dirty="0">
                <a:latin typeface="Lucida Sans Unicode"/>
                <a:cs typeface="Lucida Sans Unicode"/>
              </a:rPr>
              <a:t> </a:t>
            </a:r>
            <a:r>
              <a:rPr sz="1900" dirty="0">
                <a:latin typeface="Lucida Sans Unicode"/>
                <a:cs typeface="Lucida Sans Unicode"/>
              </a:rPr>
              <a:t>gestión</a:t>
            </a:r>
            <a:r>
              <a:rPr sz="1900" spc="10" dirty="0">
                <a:latin typeface="Lucida Sans Unicode"/>
                <a:cs typeface="Lucida Sans Unicode"/>
              </a:rPr>
              <a:t> </a:t>
            </a:r>
            <a:r>
              <a:rPr sz="1900" spc="114" dirty="0">
                <a:latin typeface="Lucida Sans Unicode"/>
                <a:cs typeface="Lucida Sans Unicode"/>
              </a:rPr>
              <a:t>para</a:t>
            </a:r>
            <a:r>
              <a:rPr sz="1900" spc="10" dirty="0">
                <a:latin typeface="Lucida Sans Unicode"/>
                <a:cs typeface="Lucida Sans Unicode"/>
              </a:rPr>
              <a:t> </a:t>
            </a:r>
            <a:r>
              <a:rPr sz="1900" dirty="0">
                <a:latin typeface="Lucida Sans Unicode"/>
                <a:cs typeface="Lucida Sans Unicode"/>
              </a:rPr>
              <a:t>el</a:t>
            </a:r>
            <a:r>
              <a:rPr sz="1900" spc="10" dirty="0">
                <a:latin typeface="Lucida Sans Unicode"/>
                <a:cs typeface="Lucida Sans Unicode"/>
              </a:rPr>
              <a:t> </a:t>
            </a:r>
            <a:r>
              <a:rPr sz="1900" spc="-10" dirty="0">
                <a:latin typeface="Lucida Sans Unicode"/>
                <a:cs typeface="Lucida Sans Unicode"/>
              </a:rPr>
              <a:t>agro.</a:t>
            </a:r>
            <a:endParaRPr sz="1900" dirty="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001288" y="1345189"/>
            <a:ext cx="695325" cy="695325"/>
          </a:xfrm>
          <a:custGeom>
            <a:avLst/>
            <a:gdLst/>
            <a:ahLst/>
            <a:cxnLst/>
            <a:rect l="l" t="t" r="r" b="b"/>
            <a:pathLst>
              <a:path w="695325" h="695325">
                <a:moveTo>
                  <a:pt x="347548" y="695097"/>
                </a:moveTo>
                <a:lnTo>
                  <a:pt x="300388" y="691925"/>
                </a:lnTo>
                <a:lnTo>
                  <a:pt x="255156" y="682683"/>
                </a:lnTo>
                <a:lnTo>
                  <a:pt x="212267" y="667785"/>
                </a:lnTo>
                <a:lnTo>
                  <a:pt x="172134" y="647647"/>
                </a:lnTo>
                <a:lnTo>
                  <a:pt x="135172" y="622681"/>
                </a:lnTo>
                <a:lnTo>
                  <a:pt x="101794" y="593303"/>
                </a:lnTo>
                <a:lnTo>
                  <a:pt x="72416" y="559925"/>
                </a:lnTo>
                <a:lnTo>
                  <a:pt x="47450" y="522963"/>
                </a:lnTo>
                <a:lnTo>
                  <a:pt x="27312" y="482830"/>
                </a:lnTo>
                <a:lnTo>
                  <a:pt x="12414" y="439941"/>
                </a:lnTo>
                <a:lnTo>
                  <a:pt x="3172" y="394709"/>
                </a:lnTo>
                <a:lnTo>
                  <a:pt x="0" y="347548"/>
                </a:lnTo>
                <a:lnTo>
                  <a:pt x="3172" y="300388"/>
                </a:lnTo>
                <a:lnTo>
                  <a:pt x="12414" y="255156"/>
                </a:lnTo>
                <a:lnTo>
                  <a:pt x="27312" y="212267"/>
                </a:lnTo>
                <a:lnTo>
                  <a:pt x="47450" y="172134"/>
                </a:lnTo>
                <a:lnTo>
                  <a:pt x="72416" y="135172"/>
                </a:lnTo>
                <a:lnTo>
                  <a:pt x="101794" y="101794"/>
                </a:lnTo>
                <a:lnTo>
                  <a:pt x="135172" y="72416"/>
                </a:lnTo>
                <a:lnTo>
                  <a:pt x="172134" y="47450"/>
                </a:lnTo>
                <a:lnTo>
                  <a:pt x="212267" y="27312"/>
                </a:lnTo>
                <a:lnTo>
                  <a:pt x="255156" y="12414"/>
                </a:lnTo>
                <a:lnTo>
                  <a:pt x="300388" y="3172"/>
                </a:lnTo>
                <a:lnTo>
                  <a:pt x="347548" y="0"/>
                </a:lnTo>
                <a:lnTo>
                  <a:pt x="394709" y="3172"/>
                </a:lnTo>
                <a:lnTo>
                  <a:pt x="439941" y="12414"/>
                </a:lnTo>
                <a:lnTo>
                  <a:pt x="482830" y="27312"/>
                </a:lnTo>
                <a:lnTo>
                  <a:pt x="522963" y="47450"/>
                </a:lnTo>
                <a:lnTo>
                  <a:pt x="559926" y="72416"/>
                </a:lnTo>
                <a:lnTo>
                  <a:pt x="593303" y="101794"/>
                </a:lnTo>
                <a:lnTo>
                  <a:pt x="622682" y="135172"/>
                </a:lnTo>
                <a:lnTo>
                  <a:pt x="647647" y="172134"/>
                </a:lnTo>
                <a:lnTo>
                  <a:pt x="667786" y="212267"/>
                </a:lnTo>
                <a:lnTo>
                  <a:pt x="682683" y="255156"/>
                </a:lnTo>
                <a:lnTo>
                  <a:pt x="691925" y="300388"/>
                </a:lnTo>
                <a:lnTo>
                  <a:pt x="695098" y="347548"/>
                </a:lnTo>
                <a:lnTo>
                  <a:pt x="691925" y="394709"/>
                </a:lnTo>
                <a:lnTo>
                  <a:pt x="682683" y="439941"/>
                </a:lnTo>
                <a:lnTo>
                  <a:pt x="667786" y="482830"/>
                </a:lnTo>
                <a:lnTo>
                  <a:pt x="647647" y="522963"/>
                </a:lnTo>
                <a:lnTo>
                  <a:pt x="622682" y="559925"/>
                </a:lnTo>
                <a:lnTo>
                  <a:pt x="593303" y="593303"/>
                </a:lnTo>
                <a:lnTo>
                  <a:pt x="559926" y="622681"/>
                </a:lnTo>
                <a:lnTo>
                  <a:pt x="522963" y="647647"/>
                </a:lnTo>
                <a:lnTo>
                  <a:pt x="482830" y="667785"/>
                </a:lnTo>
                <a:lnTo>
                  <a:pt x="439941" y="682683"/>
                </a:lnTo>
                <a:lnTo>
                  <a:pt x="394709" y="691925"/>
                </a:lnTo>
                <a:lnTo>
                  <a:pt x="347548" y="695097"/>
                </a:lnTo>
                <a:close/>
              </a:path>
            </a:pathLst>
          </a:custGeom>
          <a:solidFill>
            <a:srgbClr val="00C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7520209" y="5848977"/>
            <a:ext cx="459105" cy="459105"/>
          </a:xfrm>
          <a:custGeom>
            <a:avLst/>
            <a:gdLst/>
            <a:ahLst/>
            <a:cxnLst/>
            <a:rect l="l" t="t" r="r" b="b"/>
            <a:pathLst>
              <a:path w="459105" h="459104">
                <a:moveTo>
                  <a:pt x="229549" y="459099"/>
                </a:moveTo>
                <a:lnTo>
                  <a:pt x="183287" y="454436"/>
                </a:lnTo>
                <a:lnTo>
                  <a:pt x="140198" y="441060"/>
                </a:lnTo>
                <a:lnTo>
                  <a:pt x="101206" y="419896"/>
                </a:lnTo>
                <a:lnTo>
                  <a:pt x="67233" y="391866"/>
                </a:lnTo>
                <a:lnTo>
                  <a:pt x="39203" y="357893"/>
                </a:lnTo>
                <a:lnTo>
                  <a:pt x="18039" y="318900"/>
                </a:lnTo>
                <a:lnTo>
                  <a:pt x="4663" y="275812"/>
                </a:lnTo>
                <a:lnTo>
                  <a:pt x="0" y="229550"/>
                </a:lnTo>
                <a:lnTo>
                  <a:pt x="4663" y="183287"/>
                </a:lnTo>
                <a:lnTo>
                  <a:pt x="18039" y="140198"/>
                </a:lnTo>
                <a:lnTo>
                  <a:pt x="39203" y="101206"/>
                </a:lnTo>
                <a:lnTo>
                  <a:pt x="67233" y="67233"/>
                </a:lnTo>
                <a:lnTo>
                  <a:pt x="101206" y="39203"/>
                </a:lnTo>
                <a:lnTo>
                  <a:pt x="140198" y="18039"/>
                </a:lnTo>
                <a:lnTo>
                  <a:pt x="183287" y="4663"/>
                </a:lnTo>
                <a:lnTo>
                  <a:pt x="229549" y="0"/>
                </a:lnTo>
                <a:lnTo>
                  <a:pt x="275812" y="4663"/>
                </a:lnTo>
                <a:lnTo>
                  <a:pt x="318900" y="18039"/>
                </a:lnTo>
                <a:lnTo>
                  <a:pt x="357893" y="39203"/>
                </a:lnTo>
                <a:lnTo>
                  <a:pt x="391865" y="67233"/>
                </a:lnTo>
                <a:lnTo>
                  <a:pt x="419895" y="101206"/>
                </a:lnTo>
                <a:lnTo>
                  <a:pt x="441059" y="140198"/>
                </a:lnTo>
                <a:lnTo>
                  <a:pt x="454435" y="183287"/>
                </a:lnTo>
                <a:lnTo>
                  <a:pt x="459098" y="229550"/>
                </a:lnTo>
                <a:lnTo>
                  <a:pt x="454435" y="275812"/>
                </a:lnTo>
                <a:lnTo>
                  <a:pt x="441059" y="318900"/>
                </a:lnTo>
                <a:lnTo>
                  <a:pt x="419895" y="357893"/>
                </a:lnTo>
                <a:lnTo>
                  <a:pt x="391865" y="391866"/>
                </a:lnTo>
                <a:lnTo>
                  <a:pt x="357893" y="419896"/>
                </a:lnTo>
                <a:lnTo>
                  <a:pt x="318900" y="441060"/>
                </a:lnTo>
                <a:lnTo>
                  <a:pt x="275812" y="454436"/>
                </a:lnTo>
                <a:lnTo>
                  <a:pt x="229549" y="459099"/>
                </a:lnTo>
                <a:close/>
              </a:path>
            </a:pathLst>
          </a:custGeom>
          <a:solidFill>
            <a:srgbClr val="FFA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86668" y="8916268"/>
            <a:ext cx="684530" cy="684530"/>
          </a:xfrm>
          <a:custGeom>
            <a:avLst/>
            <a:gdLst/>
            <a:ahLst/>
            <a:cxnLst/>
            <a:rect l="l" t="t" r="r" b="b"/>
            <a:pathLst>
              <a:path w="684530" h="684529">
                <a:moveTo>
                  <a:pt x="342031" y="684062"/>
                </a:moveTo>
                <a:lnTo>
                  <a:pt x="295619" y="680940"/>
                </a:lnTo>
                <a:lnTo>
                  <a:pt x="251105" y="671844"/>
                </a:lnTo>
                <a:lnTo>
                  <a:pt x="208897" y="657183"/>
                </a:lnTo>
                <a:lnTo>
                  <a:pt x="169401" y="637365"/>
                </a:lnTo>
                <a:lnTo>
                  <a:pt x="133026" y="612795"/>
                </a:lnTo>
                <a:lnTo>
                  <a:pt x="100178" y="583883"/>
                </a:lnTo>
                <a:lnTo>
                  <a:pt x="71266" y="551036"/>
                </a:lnTo>
                <a:lnTo>
                  <a:pt x="46697" y="514660"/>
                </a:lnTo>
                <a:lnTo>
                  <a:pt x="26878" y="475165"/>
                </a:lnTo>
                <a:lnTo>
                  <a:pt x="12217" y="432956"/>
                </a:lnTo>
                <a:lnTo>
                  <a:pt x="3122" y="388442"/>
                </a:lnTo>
                <a:lnTo>
                  <a:pt x="0" y="342031"/>
                </a:lnTo>
                <a:lnTo>
                  <a:pt x="3122" y="295619"/>
                </a:lnTo>
                <a:lnTo>
                  <a:pt x="12217" y="251105"/>
                </a:lnTo>
                <a:lnTo>
                  <a:pt x="26878" y="208896"/>
                </a:lnTo>
                <a:lnTo>
                  <a:pt x="46697" y="169401"/>
                </a:lnTo>
                <a:lnTo>
                  <a:pt x="71266" y="133025"/>
                </a:lnTo>
                <a:lnTo>
                  <a:pt x="100178" y="100178"/>
                </a:lnTo>
                <a:lnTo>
                  <a:pt x="133026" y="71266"/>
                </a:lnTo>
                <a:lnTo>
                  <a:pt x="169401" y="46697"/>
                </a:lnTo>
                <a:lnTo>
                  <a:pt x="208897" y="26878"/>
                </a:lnTo>
                <a:lnTo>
                  <a:pt x="251105" y="12217"/>
                </a:lnTo>
                <a:lnTo>
                  <a:pt x="295619" y="3122"/>
                </a:lnTo>
                <a:lnTo>
                  <a:pt x="342031" y="0"/>
                </a:lnTo>
                <a:lnTo>
                  <a:pt x="388442" y="3122"/>
                </a:lnTo>
                <a:lnTo>
                  <a:pt x="432956" y="12217"/>
                </a:lnTo>
                <a:lnTo>
                  <a:pt x="475165" y="26878"/>
                </a:lnTo>
                <a:lnTo>
                  <a:pt x="514660" y="46697"/>
                </a:lnTo>
                <a:lnTo>
                  <a:pt x="551036" y="71266"/>
                </a:lnTo>
                <a:lnTo>
                  <a:pt x="583883" y="100178"/>
                </a:lnTo>
                <a:lnTo>
                  <a:pt x="612795" y="133025"/>
                </a:lnTo>
                <a:lnTo>
                  <a:pt x="637365" y="169401"/>
                </a:lnTo>
                <a:lnTo>
                  <a:pt x="657183" y="208896"/>
                </a:lnTo>
                <a:lnTo>
                  <a:pt x="671844" y="251105"/>
                </a:lnTo>
                <a:lnTo>
                  <a:pt x="680940" y="295619"/>
                </a:lnTo>
                <a:lnTo>
                  <a:pt x="684062" y="342031"/>
                </a:lnTo>
                <a:lnTo>
                  <a:pt x="680940" y="388442"/>
                </a:lnTo>
                <a:lnTo>
                  <a:pt x="671844" y="432956"/>
                </a:lnTo>
                <a:lnTo>
                  <a:pt x="657183" y="475165"/>
                </a:lnTo>
                <a:lnTo>
                  <a:pt x="637365" y="514660"/>
                </a:lnTo>
                <a:lnTo>
                  <a:pt x="612795" y="551036"/>
                </a:lnTo>
                <a:lnTo>
                  <a:pt x="583883" y="583883"/>
                </a:lnTo>
                <a:lnTo>
                  <a:pt x="551036" y="612795"/>
                </a:lnTo>
                <a:lnTo>
                  <a:pt x="514660" y="637365"/>
                </a:lnTo>
                <a:lnTo>
                  <a:pt x="475165" y="657183"/>
                </a:lnTo>
                <a:lnTo>
                  <a:pt x="432956" y="671844"/>
                </a:lnTo>
                <a:lnTo>
                  <a:pt x="388442" y="680940"/>
                </a:lnTo>
                <a:lnTo>
                  <a:pt x="342031" y="684062"/>
                </a:lnTo>
                <a:close/>
              </a:path>
            </a:pathLst>
          </a:custGeom>
          <a:solidFill>
            <a:srgbClr val="FF4D6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037465" y="6173331"/>
            <a:ext cx="6073775" cy="0"/>
          </a:xfrm>
          <a:custGeom>
            <a:avLst/>
            <a:gdLst/>
            <a:ahLst/>
            <a:cxnLst/>
            <a:rect l="l" t="t" r="r" b="b"/>
            <a:pathLst>
              <a:path w="6073775">
                <a:moveTo>
                  <a:pt x="0" y="0"/>
                </a:moveTo>
                <a:lnTo>
                  <a:pt x="6073310" y="0"/>
                </a:lnTo>
              </a:path>
            </a:pathLst>
          </a:custGeom>
          <a:ln w="5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037465" y="5322916"/>
            <a:ext cx="6073775" cy="0"/>
          </a:xfrm>
          <a:custGeom>
            <a:avLst/>
            <a:gdLst/>
            <a:ahLst/>
            <a:cxnLst/>
            <a:rect l="l" t="t" r="r" b="b"/>
            <a:pathLst>
              <a:path w="6073775">
                <a:moveTo>
                  <a:pt x="0" y="0"/>
                </a:moveTo>
                <a:lnTo>
                  <a:pt x="6073310" y="0"/>
                </a:lnTo>
              </a:path>
            </a:pathLst>
          </a:custGeom>
          <a:ln w="5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037465" y="4472502"/>
            <a:ext cx="6073775" cy="0"/>
          </a:xfrm>
          <a:custGeom>
            <a:avLst/>
            <a:gdLst/>
            <a:ahLst/>
            <a:cxnLst/>
            <a:rect l="l" t="t" r="r" b="b"/>
            <a:pathLst>
              <a:path w="6073775">
                <a:moveTo>
                  <a:pt x="0" y="0"/>
                </a:moveTo>
                <a:lnTo>
                  <a:pt x="6073310" y="0"/>
                </a:lnTo>
              </a:path>
            </a:pathLst>
          </a:custGeom>
          <a:ln w="5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037465" y="3622087"/>
            <a:ext cx="6073775" cy="0"/>
          </a:xfrm>
          <a:custGeom>
            <a:avLst/>
            <a:gdLst/>
            <a:ahLst/>
            <a:cxnLst/>
            <a:rect l="l" t="t" r="r" b="b"/>
            <a:pathLst>
              <a:path w="6073775">
                <a:moveTo>
                  <a:pt x="0" y="0"/>
                </a:moveTo>
                <a:lnTo>
                  <a:pt x="6073310" y="0"/>
                </a:lnTo>
              </a:path>
            </a:pathLst>
          </a:custGeom>
          <a:ln w="5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037465" y="2771673"/>
            <a:ext cx="6073775" cy="0"/>
          </a:xfrm>
          <a:custGeom>
            <a:avLst/>
            <a:gdLst/>
            <a:ahLst/>
            <a:cxnLst/>
            <a:rect l="l" t="t" r="r" b="b"/>
            <a:pathLst>
              <a:path w="6073775">
                <a:moveTo>
                  <a:pt x="0" y="0"/>
                </a:moveTo>
                <a:lnTo>
                  <a:pt x="6073310" y="0"/>
                </a:lnTo>
              </a:path>
            </a:pathLst>
          </a:custGeom>
          <a:ln w="5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11037465" y="1896247"/>
            <a:ext cx="6073775" cy="4302125"/>
            <a:chOff x="11037465" y="1896247"/>
            <a:chExt cx="6073775" cy="4302125"/>
          </a:xfrm>
        </p:grpSpPr>
        <p:sp>
          <p:nvSpPr>
            <p:cNvPr id="8" name="object 8"/>
            <p:cNvSpPr/>
            <p:nvPr/>
          </p:nvSpPr>
          <p:spPr>
            <a:xfrm>
              <a:off x="11037465" y="1921258"/>
              <a:ext cx="6073775" cy="0"/>
            </a:xfrm>
            <a:custGeom>
              <a:avLst/>
              <a:gdLst/>
              <a:ahLst/>
              <a:cxnLst/>
              <a:rect l="l" t="t" r="r" b="b"/>
              <a:pathLst>
                <a:path w="6073775">
                  <a:moveTo>
                    <a:pt x="0" y="0"/>
                  </a:moveTo>
                  <a:lnTo>
                    <a:pt x="6073310" y="0"/>
                  </a:lnTo>
                </a:path>
              </a:pathLst>
            </a:custGeom>
            <a:ln w="50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19784" y="1896247"/>
              <a:ext cx="4908671" cy="430209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1392300" y="6206456"/>
            <a:ext cx="53898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205865" algn="l"/>
                <a:tab pos="2419350" algn="l"/>
                <a:tab pos="3627754" algn="l"/>
                <a:tab pos="4845050" algn="l"/>
              </a:tabLst>
            </a:pPr>
            <a:r>
              <a:rPr sz="1300" dirty="0">
                <a:latin typeface="Lucida Sans Unicode"/>
                <a:cs typeface="Lucida Sans Unicode"/>
              </a:rPr>
              <a:t>Item</a:t>
            </a:r>
            <a:r>
              <a:rPr sz="1300" spc="110" dirty="0">
                <a:latin typeface="Lucida Sans Unicode"/>
                <a:cs typeface="Lucida Sans Unicode"/>
              </a:rPr>
              <a:t> </a:t>
            </a:r>
            <a:r>
              <a:rPr sz="1300" spc="-455" dirty="0">
                <a:latin typeface="Lucida Sans Unicode"/>
                <a:cs typeface="Lucida Sans Unicode"/>
              </a:rPr>
              <a:t>1</a:t>
            </a:r>
            <a:r>
              <a:rPr sz="1300" dirty="0">
                <a:latin typeface="Lucida Sans Unicode"/>
                <a:cs typeface="Lucida Sans Unicode"/>
              </a:rPr>
              <a:t>	Item</a:t>
            </a:r>
            <a:r>
              <a:rPr sz="1300" spc="110" dirty="0">
                <a:latin typeface="Lucida Sans Unicode"/>
                <a:cs typeface="Lucida Sans Unicode"/>
              </a:rPr>
              <a:t> </a:t>
            </a:r>
            <a:r>
              <a:rPr sz="1300" spc="-50" dirty="0">
                <a:latin typeface="Lucida Sans Unicode"/>
                <a:cs typeface="Lucida Sans Unicode"/>
              </a:rPr>
              <a:t>2</a:t>
            </a:r>
            <a:r>
              <a:rPr sz="1300" dirty="0">
                <a:latin typeface="Lucida Sans Unicode"/>
                <a:cs typeface="Lucida Sans Unicode"/>
              </a:rPr>
              <a:t>	Item</a:t>
            </a:r>
            <a:r>
              <a:rPr sz="1300" spc="110" dirty="0">
                <a:latin typeface="Lucida Sans Unicode"/>
                <a:cs typeface="Lucida Sans Unicode"/>
              </a:rPr>
              <a:t> </a:t>
            </a:r>
            <a:r>
              <a:rPr sz="1300" spc="-50" dirty="0">
                <a:latin typeface="Lucida Sans Unicode"/>
                <a:cs typeface="Lucida Sans Unicode"/>
              </a:rPr>
              <a:t>3</a:t>
            </a:r>
            <a:r>
              <a:rPr sz="1300" dirty="0">
                <a:latin typeface="Lucida Sans Unicode"/>
                <a:cs typeface="Lucida Sans Unicode"/>
              </a:rPr>
              <a:t>	Item</a:t>
            </a:r>
            <a:r>
              <a:rPr sz="1300" spc="110" dirty="0">
                <a:latin typeface="Lucida Sans Unicode"/>
                <a:cs typeface="Lucida Sans Unicode"/>
              </a:rPr>
              <a:t> </a:t>
            </a:r>
            <a:r>
              <a:rPr sz="1300" spc="-50" dirty="0">
                <a:latin typeface="Lucida Sans Unicode"/>
                <a:cs typeface="Lucida Sans Unicode"/>
              </a:rPr>
              <a:t>4</a:t>
            </a:r>
            <a:r>
              <a:rPr sz="1300" dirty="0">
                <a:latin typeface="Lucida Sans Unicode"/>
                <a:cs typeface="Lucida Sans Unicode"/>
              </a:rPr>
              <a:t>	Item</a:t>
            </a:r>
            <a:r>
              <a:rPr sz="1300" spc="110" dirty="0">
                <a:latin typeface="Lucida Sans Unicode"/>
                <a:cs typeface="Lucida Sans Unicode"/>
              </a:rPr>
              <a:t> </a:t>
            </a:r>
            <a:r>
              <a:rPr sz="1300" spc="-50" dirty="0">
                <a:latin typeface="Lucida Sans Unicode"/>
                <a:cs typeface="Lucida Sans Unicode"/>
              </a:rPr>
              <a:t>5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792612" y="6054683"/>
            <a:ext cx="131445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50" dirty="0">
                <a:latin typeface="Lucida Sans Unicode"/>
                <a:cs typeface="Lucida Sans Unicode"/>
              </a:rPr>
              <a:t>0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740714" y="5204268"/>
            <a:ext cx="18542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170" dirty="0">
                <a:latin typeface="Lucida Sans Unicode"/>
                <a:cs typeface="Lucida Sans Unicode"/>
              </a:rPr>
              <a:t>10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694208" y="4353854"/>
            <a:ext cx="22860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25" dirty="0">
                <a:latin typeface="Lucida Sans Unicode"/>
                <a:cs typeface="Lucida Sans Unicode"/>
              </a:rPr>
              <a:t>20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693035" y="3503439"/>
            <a:ext cx="230504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25" dirty="0">
                <a:latin typeface="Lucida Sans Unicode"/>
                <a:cs typeface="Lucida Sans Unicode"/>
              </a:rPr>
              <a:t>30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684672" y="2653024"/>
            <a:ext cx="23749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25" dirty="0">
                <a:latin typeface="Lucida Sans Unicode"/>
                <a:cs typeface="Lucida Sans Unicode"/>
              </a:rPr>
              <a:t>40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689752" y="1802609"/>
            <a:ext cx="23749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25" dirty="0">
                <a:latin typeface="Lucida Sans Unicode"/>
                <a:cs typeface="Lucida Sans Unicode"/>
              </a:rPr>
              <a:t>50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1667525" y="1624793"/>
            <a:ext cx="6840220" cy="1558925"/>
          </a:xfrm>
          <a:prstGeom prst="rect">
            <a:avLst/>
          </a:prstGeom>
        </p:spPr>
        <p:txBody>
          <a:bodyPr vert="horz" wrap="square" lIns="0" tIns="307975" rIns="0" bIns="0" rtlCol="0">
            <a:spAutoFit/>
          </a:bodyPr>
          <a:lstStyle/>
          <a:p>
            <a:pPr marL="12700" marR="5080">
              <a:lnSpc>
                <a:spcPct val="67700"/>
              </a:lnSpc>
              <a:spcBef>
                <a:spcPts val="2425"/>
              </a:spcBef>
            </a:pPr>
            <a:r>
              <a:rPr spc="455" dirty="0"/>
              <a:t>TIPOS</a:t>
            </a:r>
            <a:r>
              <a:rPr spc="345" dirty="0"/>
              <a:t> </a:t>
            </a:r>
            <a:r>
              <a:rPr spc="275" dirty="0"/>
              <a:t>DE </a:t>
            </a:r>
            <a:r>
              <a:rPr spc="390" dirty="0"/>
              <a:t>COMPETIDORES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pc="155" dirty="0"/>
              <a:t>Competencia</a:t>
            </a:r>
            <a:r>
              <a:rPr spc="-140" dirty="0"/>
              <a:t> </a:t>
            </a:r>
            <a:r>
              <a:rPr spc="-10" dirty="0"/>
              <a:t>Directa:</a:t>
            </a:r>
          </a:p>
          <a:p>
            <a:pPr marL="12700" marR="5080">
              <a:lnSpc>
                <a:spcPct val="115599"/>
              </a:lnSpc>
            </a:pPr>
            <a:r>
              <a:rPr b="0" spc="150" dirty="0">
                <a:latin typeface="Trebuchet MS"/>
                <a:cs typeface="Trebuchet MS"/>
              </a:rPr>
              <a:t>Empresas</a:t>
            </a:r>
            <a:r>
              <a:rPr b="0" spc="65" dirty="0">
                <a:latin typeface="Trebuchet MS"/>
                <a:cs typeface="Trebuchet MS"/>
              </a:rPr>
              <a:t> </a:t>
            </a:r>
            <a:r>
              <a:rPr b="0" spc="175" dirty="0">
                <a:latin typeface="Trebuchet MS"/>
                <a:cs typeface="Trebuchet MS"/>
              </a:rPr>
              <a:t>que</a:t>
            </a:r>
            <a:r>
              <a:rPr b="0" spc="70" dirty="0">
                <a:latin typeface="Trebuchet MS"/>
                <a:cs typeface="Trebuchet MS"/>
              </a:rPr>
              <a:t> </a:t>
            </a:r>
            <a:r>
              <a:rPr b="0" spc="95" dirty="0">
                <a:latin typeface="Trebuchet MS"/>
                <a:cs typeface="Trebuchet MS"/>
              </a:rPr>
              <a:t>ofrecen</a:t>
            </a:r>
            <a:r>
              <a:rPr b="0" spc="65" dirty="0">
                <a:latin typeface="Trebuchet MS"/>
                <a:cs typeface="Trebuchet MS"/>
              </a:rPr>
              <a:t> </a:t>
            </a:r>
            <a:r>
              <a:rPr b="0" spc="155" dirty="0">
                <a:latin typeface="Trebuchet MS"/>
                <a:cs typeface="Trebuchet MS"/>
              </a:rPr>
              <a:t>un</a:t>
            </a:r>
            <a:r>
              <a:rPr b="0" spc="70" dirty="0">
                <a:latin typeface="Trebuchet MS"/>
                <a:cs typeface="Trebuchet MS"/>
              </a:rPr>
              <a:t> </a:t>
            </a:r>
            <a:r>
              <a:rPr b="0" spc="125" dirty="0">
                <a:latin typeface="Trebuchet MS"/>
                <a:cs typeface="Trebuchet MS"/>
              </a:rPr>
              <a:t>producto</a:t>
            </a:r>
            <a:r>
              <a:rPr b="0" spc="65" dirty="0">
                <a:latin typeface="Trebuchet MS"/>
                <a:cs typeface="Trebuchet MS"/>
              </a:rPr>
              <a:t> </a:t>
            </a:r>
            <a:r>
              <a:rPr b="0" spc="200" dirty="0">
                <a:latin typeface="Trebuchet MS"/>
                <a:cs typeface="Trebuchet MS"/>
              </a:rPr>
              <a:t>o</a:t>
            </a:r>
            <a:r>
              <a:rPr b="0" spc="70" dirty="0">
                <a:latin typeface="Trebuchet MS"/>
                <a:cs typeface="Trebuchet MS"/>
              </a:rPr>
              <a:t> </a:t>
            </a:r>
            <a:r>
              <a:rPr b="0" spc="60" dirty="0">
                <a:latin typeface="Trebuchet MS"/>
                <a:cs typeface="Trebuchet MS"/>
              </a:rPr>
              <a:t>servicio</a:t>
            </a:r>
            <a:r>
              <a:rPr b="0" spc="65" dirty="0">
                <a:latin typeface="Trebuchet MS"/>
                <a:cs typeface="Trebuchet MS"/>
              </a:rPr>
              <a:t> </a:t>
            </a:r>
            <a:r>
              <a:rPr b="0" spc="195" dirty="0">
                <a:latin typeface="Trebuchet MS"/>
                <a:cs typeface="Trebuchet MS"/>
              </a:rPr>
              <a:t>muy</a:t>
            </a:r>
            <a:r>
              <a:rPr b="0" spc="7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similar</a:t>
            </a:r>
            <a:r>
              <a:rPr b="0" spc="70" dirty="0">
                <a:latin typeface="Trebuchet MS"/>
                <a:cs typeface="Trebuchet MS"/>
              </a:rPr>
              <a:t> </a:t>
            </a:r>
            <a:r>
              <a:rPr b="0" spc="50" dirty="0">
                <a:latin typeface="Trebuchet MS"/>
                <a:cs typeface="Trebuchet MS"/>
              </a:rPr>
              <a:t>al</a:t>
            </a:r>
            <a:r>
              <a:rPr b="0" spc="65" dirty="0">
                <a:latin typeface="Trebuchet MS"/>
                <a:cs typeface="Trebuchet MS"/>
              </a:rPr>
              <a:t> </a:t>
            </a:r>
            <a:r>
              <a:rPr b="0" spc="-10" dirty="0">
                <a:latin typeface="Trebuchet MS"/>
                <a:cs typeface="Trebuchet MS"/>
              </a:rPr>
              <a:t>tuyo, </a:t>
            </a:r>
            <a:r>
              <a:rPr b="0" spc="45" dirty="0">
                <a:latin typeface="Trebuchet MS"/>
                <a:cs typeface="Trebuchet MS"/>
              </a:rPr>
              <a:t>dirigido</a:t>
            </a:r>
            <a:r>
              <a:rPr b="0" dirty="0">
                <a:latin typeface="Trebuchet MS"/>
                <a:cs typeface="Trebuchet MS"/>
              </a:rPr>
              <a:t> </a:t>
            </a:r>
            <a:r>
              <a:rPr b="0" spc="50" dirty="0">
                <a:latin typeface="Trebuchet MS"/>
                <a:cs typeface="Trebuchet MS"/>
              </a:rPr>
              <a:t>al</a:t>
            </a:r>
            <a:r>
              <a:rPr b="0" dirty="0">
                <a:latin typeface="Trebuchet MS"/>
                <a:cs typeface="Trebuchet MS"/>
              </a:rPr>
              <a:t> </a:t>
            </a:r>
            <a:r>
              <a:rPr b="0" spc="190" dirty="0">
                <a:latin typeface="Trebuchet MS"/>
                <a:cs typeface="Trebuchet MS"/>
              </a:rPr>
              <a:t>mismo</a:t>
            </a:r>
            <a:r>
              <a:rPr b="0" dirty="0">
                <a:latin typeface="Trebuchet MS"/>
                <a:cs typeface="Trebuchet MS"/>
              </a:rPr>
              <a:t> </a:t>
            </a:r>
            <a:r>
              <a:rPr b="0" spc="-10" dirty="0">
                <a:latin typeface="Trebuchet MS"/>
                <a:cs typeface="Trebuchet MS"/>
              </a:rPr>
              <a:t>público.</a:t>
            </a:r>
          </a:p>
          <a:p>
            <a:pPr marL="12700" marR="5080">
              <a:lnSpc>
                <a:spcPts val="2780"/>
              </a:lnSpc>
              <a:spcBef>
                <a:spcPts val="150"/>
              </a:spcBef>
            </a:pPr>
            <a:r>
              <a:rPr sz="2250" b="0" i="0" dirty="0">
                <a:latin typeface="SimSun-ExtB"/>
                <a:cs typeface="SimSun-ExtB"/>
              </a:rPr>
              <a:t>📌</a:t>
            </a:r>
            <a:r>
              <a:rPr sz="2250" b="0" i="0" spc="-105" dirty="0">
                <a:latin typeface="SimSun-ExtB"/>
                <a:cs typeface="SimSun-ExtB"/>
              </a:rPr>
              <a:t>  </a:t>
            </a:r>
            <a:r>
              <a:rPr b="0" dirty="0">
                <a:latin typeface="Trebuchet MS"/>
                <a:cs typeface="Trebuchet MS"/>
              </a:rPr>
              <a:t>Ejemplo:</a:t>
            </a:r>
            <a:r>
              <a:rPr b="0" spc="105" dirty="0">
                <a:latin typeface="Trebuchet MS"/>
                <a:cs typeface="Trebuchet MS"/>
              </a:rPr>
              <a:t>  </a:t>
            </a:r>
            <a:r>
              <a:rPr b="0" spc="190" dirty="0">
                <a:latin typeface="Trebuchet MS"/>
                <a:cs typeface="Trebuchet MS"/>
              </a:rPr>
              <a:t>Dos</a:t>
            </a:r>
            <a:r>
              <a:rPr b="0" spc="105" dirty="0">
                <a:latin typeface="Trebuchet MS"/>
                <a:cs typeface="Trebuchet MS"/>
              </a:rPr>
              <a:t>  </a:t>
            </a:r>
            <a:r>
              <a:rPr b="0" spc="110" dirty="0">
                <a:latin typeface="Trebuchet MS"/>
                <a:cs typeface="Trebuchet MS"/>
              </a:rPr>
              <a:t>plataformas</a:t>
            </a:r>
            <a:r>
              <a:rPr b="0" spc="105" dirty="0">
                <a:latin typeface="Trebuchet MS"/>
                <a:cs typeface="Trebuchet MS"/>
              </a:rPr>
              <a:t>  </a:t>
            </a:r>
            <a:r>
              <a:rPr b="0" spc="225" dirty="0">
                <a:latin typeface="Trebuchet MS"/>
                <a:cs typeface="Trebuchet MS"/>
              </a:rPr>
              <a:t>SaaS</a:t>
            </a:r>
            <a:r>
              <a:rPr b="0" spc="105" dirty="0">
                <a:latin typeface="Trebuchet MS"/>
                <a:cs typeface="Trebuchet MS"/>
              </a:rPr>
              <a:t>  </a:t>
            </a:r>
            <a:r>
              <a:rPr b="0" spc="170" dirty="0">
                <a:latin typeface="Trebuchet MS"/>
                <a:cs typeface="Trebuchet MS"/>
              </a:rPr>
              <a:t>para</a:t>
            </a:r>
            <a:r>
              <a:rPr b="0" spc="105" dirty="0">
                <a:latin typeface="Trebuchet MS"/>
                <a:cs typeface="Trebuchet MS"/>
              </a:rPr>
              <a:t>  </a:t>
            </a:r>
            <a:r>
              <a:rPr b="0" spc="110" dirty="0">
                <a:latin typeface="Trebuchet MS"/>
                <a:cs typeface="Trebuchet MS"/>
              </a:rPr>
              <a:t>gestión</a:t>
            </a:r>
            <a:r>
              <a:rPr b="0" spc="105" dirty="0">
                <a:latin typeface="Trebuchet MS"/>
                <a:cs typeface="Trebuchet MS"/>
              </a:rPr>
              <a:t>  </a:t>
            </a:r>
            <a:r>
              <a:rPr b="0" spc="190" dirty="0">
                <a:latin typeface="Trebuchet MS"/>
                <a:cs typeface="Trebuchet MS"/>
              </a:rPr>
              <a:t>de</a:t>
            </a:r>
            <a:r>
              <a:rPr b="0" spc="105" dirty="0">
                <a:latin typeface="Trebuchet MS"/>
                <a:cs typeface="Trebuchet MS"/>
              </a:rPr>
              <a:t>  </a:t>
            </a:r>
            <a:r>
              <a:rPr b="0" spc="45" dirty="0">
                <a:latin typeface="Trebuchet MS"/>
                <a:cs typeface="Trebuchet MS"/>
              </a:rPr>
              <a:t>cultivos </a:t>
            </a:r>
            <a:r>
              <a:rPr b="0" spc="65" dirty="0">
                <a:latin typeface="Trebuchet MS"/>
                <a:cs typeface="Trebuchet MS"/>
              </a:rPr>
              <a:t>agrícolas.</a:t>
            </a:r>
            <a:endParaRPr sz="22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spc="155" dirty="0"/>
              <a:t>Competencia</a:t>
            </a:r>
            <a:r>
              <a:rPr spc="-140" dirty="0"/>
              <a:t> </a:t>
            </a:r>
            <a:r>
              <a:rPr spc="40" dirty="0"/>
              <a:t>Indirecta: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667525" y="6396090"/>
            <a:ext cx="15484475" cy="35727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160" dirty="0">
                <a:latin typeface="Trebuchet MS"/>
                <a:cs typeface="Trebuchet MS"/>
              </a:rPr>
              <a:t>Negocios</a:t>
            </a:r>
            <a:r>
              <a:rPr sz="2000" i="1" spc="-10" dirty="0">
                <a:latin typeface="Trebuchet MS"/>
                <a:cs typeface="Trebuchet MS"/>
              </a:rPr>
              <a:t> </a:t>
            </a:r>
            <a:r>
              <a:rPr sz="2000" i="1" spc="175" dirty="0">
                <a:latin typeface="Trebuchet MS"/>
                <a:cs typeface="Trebuchet MS"/>
              </a:rPr>
              <a:t>que</a:t>
            </a:r>
            <a:r>
              <a:rPr sz="2000" i="1" spc="-5" dirty="0">
                <a:latin typeface="Trebuchet MS"/>
                <a:cs typeface="Trebuchet MS"/>
              </a:rPr>
              <a:t> </a:t>
            </a:r>
            <a:r>
              <a:rPr sz="2000" i="1" spc="85" dirty="0">
                <a:latin typeface="Trebuchet MS"/>
                <a:cs typeface="Trebuchet MS"/>
              </a:rPr>
              <a:t>resuelven</a:t>
            </a:r>
            <a:r>
              <a:rPr sz="2000" i="1" spc="-5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el</a:t>
            </a:r>
            <a:r>
              <a:rPr sz="2000" i="1" spc="-5" dirty="0">
                <a:latin typeface="Trebuchet MS"/>
                <a:cs typeface="Trebuchet MS"/>
              </a:rPr>
              <a:t> </a:t>
            </a:r>
            <a:r>
              <a:rPr sz="2000" i="1" spc="190" dirty="0">
                <a:latin typeface="Trebuchet MS"/>
                <a:cs typeface="Trebuchet MS"/>
              </a:rPr>
              <a:t>mismo</a:t>
            </a:r>
            <a:r>
              <a:rPr sz="2000" i="1" spc="-5" dirty="0">
                <a:latin typeface="Trebuchet MS"/>
                <a:cs typeface="Trebuchet MS"/>
              </a:rPr>
              <a:t> </a:t>
            </a:r>
            <a:r>
              <a:rPr sz="2000" i="1" spc="80" dirty="0">
                <a:latin typeface="Trebuchet MS"/>
                <a:cs typeface="Trebuchet MS"/>
              </a:rPr>
              <a:t>problema,</a:t>
            </a:r>
            <a:r>
              <a:rPr sz="2000" i="1" spc="-5" dirty="0">
                <a:latin typeface="Trebuchet MS"/>
                <a:cs typeface="Trebuchet MS"/>
              </a:rPr>
              <a:t> </a:t>
            </a:r>
            <a:r>
              <a:rPr sz="2000" i="1" spc="114" dirty="0">
                <a:latin typeface="Trebuchet MS"/>
                <a:cs typeface="Trebuchet MS"/>
              </a:rPr>
              <a:t>pero</a:t>
            </a:r>
            <a:r>
              <a:rPr sz="2000" i="1" spc="-5" dirty="0">
                <a:latin typeface="Trebuchet MS"/>
                <a:cs typeface="Trebuchet MS"/>
              </a:rPr>
              <a:t> </a:t>
            </a:r>
            <a:r>
              <a:rPr sz="2000" i="1" spc="190" dirty="0">
                <a:latin typeface="Trebuchet MS"/>
                <a:cs typeface="Trebuchet MS"/>
              </a:rPr>
              <a:t>de</a:t>
            </a:r>
            <a:r>
              <a:rPr sz="2000" i="1" spc="-10" dirty="0">
                <a:latin typeface="Trebuchet MS"/>
                <a:cs typeface="Trebuchet MS"/>
              </a:rPr>
              <a:t> </a:t>
            </a:r>
            <a:r>
              <a:rPr sz="2000" i="1" spc="60" dirty="0">
                <a:latin typeface="Trebuchet MS"/>
                <a:cs typeface="Trebuchet MS"/>
              </a:rPr>
              <a:t>otra</a:t>
            </a:r>
            <a:r>
              <a:rPr sz="2000" i="1" spc="-5" dirty="0">
                <a:latin typeface="Trebuchet MS"/>
                <a:cs typeface="Trebuchet MS"/>
              </a:rPr>
              <a:t> </a:t>
            </a:r>
            <a:r>
              <a:rPr sz="2000" i="1" spc="95" dirty="0">
                <a:latin typeface="Trebuchet MS"/>
                <a:cs typeface="Trebuchet MS"/>
              </a:rPr>
              <a:t>manera.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50" spc="-75" dirty="0">
                <a:latin typeface="SimSun-ExtB"/>
                <a:cs typeface="SimSun-ExtB"/>
              </a:rPr>
              <a:t>📌</a:t>
            </a:r>
            <a:r>
              <a:rPr sz="2250" spc="-715" dirty="0">
                <a:latin typeface="SimSun-ExtB"/>
                <a:cs typeface="SimSun-ExtB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Ejemplo:</a:t>
            </a:r>
            <a:r>
              <a:rPr sz="2000" i="1" spc="20" dirty="0">
                <a:latin typeface="Trebuchet MS"/>
                <a:cs typeface="Trebuchet MS"/>
              </a:rPr>
              <a:t> </a:t>
            </a:r>
            <a:r>
              <a:rPr sz="2000" i="1" spc="90" dirty="0">
                <a:latin typeface="Trebuchet MS"/>
                <a:cs typeface="Trebuchet MS"/>
              </a:rPr>
              <a:t>Un</a:t>
            </a:r>
            <a:r>
              <a:rPr sz="2000" i="1" spc="15" dirty="0">
                <a:latin typeface="Trebuchet MS"/>
                <a:cs typeface="Trebuchet MS"/>
              </a:rPr>
              <a:t> </a:t>
            </a:r>
            <a:r>
              <a:rPr sz="2000" i="1" spc="100" dirty="0">
                <a:latin typeface="Trebuchet MS"/>
                <a:cs typeface="Trebuchet MS"/>
              </a:rPr>
              <a:t>productor</a:t>
            </a:r>
            <a:r>
              <a:rPr sz="2000" i="1" spc="20" dirty="0">
                <a:latin typeface="Trebuchet MS"/>
                <a:cs typeface="Trebuchet MS"/>
              </a:rPr>
              <a:t> </a:t>
            </a:r>
            <a:r>
              <a:rPr sz="2000" i="1" spc="140" dirty="0">
                <a:latin typeface="Trebuchet MS"/>
                <a:cs typeface="Trebuchet MS"/>
              </a:rPr>
              <a:t>agropecuario</a:t>
            </a:r>
            <a:r>
              <a:rPr sz="2000" i="1" spc="20" dirty="0">
                <a:latin typeface="Trebuchet MS"/>
                <a:cs typeface="Trebuchet MS"/>
              </a:rPr>
              <a:t> </a:t>
            </a:r>
            <a:r>
              <a:rPr sz="2000" i="1" spc="180" dirty="0">
                <a:latin typeface="Trebuchet MS"/>
                <a:cs typeface="Trebuchet MS"/>
              </a:rPr>
              <a:t>puede</a:t>
            </a:r>
            <a:r>
              <a:rPr sz="2000" i="1" spc="15" dirty="0">
                <a:latin typeface="Trebuchet MS"/>
                <a:cs typeface="Trebuchet MS"/>
              </a:rPr>
              <a:t> </a:t>
            </a:r>
            <a:r>
              <a:rPr sz="2000" i="1" spc="125" dirty="0">
                <a:latin typeface="Trebuchet MS"/>
                <a:cs typeface="Trebuchet MS"/>
              </a:rPr>
              <a:t>usar</a:t>
            </a:r>
            <a:r>
              <a:rPr sz="2000" i="1" spc="20" dirty="0">
                <a:latin typeface="Trebuchet MS"/>
                <a:cs typeface="Trebuchet MS"/>
              </a:rPr>
              <a:t> </a:t>
            </a:r>
            <a:r>
              <a:rPr sz="2000" i="1" spc="200" dirty="0">
                <a:latin typeface="Trebuchet MS"/>
                <a:cs typeface="Trebuchet MS"/>
              </a:rPr>
              <a:t>una</a:t>
            </a:r>
            <a:r>
              <a:rPr sz="2000" i="1" spc="20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planilla</a:t>
            </a:r>
            <a:r>
              <a:rPr sz="2000" i="1" spc="20" dirty="0">
                <a:latin typeface="Trebuchet MS"/>
                <a:cs typeface="Trebuchet MS"/>
              </a:rPr>
              <a:t> </a:t>
            </a:r>
            <a:r>
              <a:rPr sz="2000" i="1" spc="190" dirty="0">
                <a:latin typeface="Trebuchet MS"/>
                <a:cs typeface="Trebuchet MS"/>
              </a:rPr>
              <a:t>de</a:t>
            </a:r>
            <a:r>
              <a:rPr sz="2000" i="1" spc="15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Excel</a:t>
            </a:r>
            <a:r>
              <a:rPr sz="2000" i="1" spc="20" dirty="0">
                <a:latin typeface="Trebuchet MS"/>
                <a:cs typeface="Trebuchet MS"/>
              </a:rPr>
              <a:t> </a:t>
            </a:r>
            <a:r>
              <a:rPr sz="2000" i="1" spc="165" dirty="0">
                <a:latin typeface="Trebuchet MS"/>
                <a:cs typeface="Trebuchet MS"/>
              </a:rPr>
              <a:t>en</a:t>
            </a:r>
            <a:r>
              <a:rPr sz="2000" i="1" spc="20" dirty="0">
                <a:latin typeface="Trebuchet MS"/>
                <a:cs typeface="Trebuchet MS"/>
              </a:rPr>
              <a:t> </a:t>
            </a:r>
            <a:r>
              <a:rPr sz="2000" i="1" spc="90" dirty="0">
                <a:latin typeface="Trebuchet MS"/>
                <a:cs typeface="Trebuchet MS"/>
              </a:rPr>
              <a:t>lugar</a:t>
            </a:r>
            <a:r>
              <a:rPr sz="2000" i="1" spc="15" dirty="0">
                <a:latin typeface="Trebuchet MS"/>
                <a:cs typeface="Trebuchet MS"/>
              </a:rPr>
              <a:t> </a:t>
            </a:r>
            <a:r>
              <a:rPr sz="2000" i="1" spc="190" dirty="0">
                <a:latin typeface="Trebuchet MS"/>
                <a:cs typeface="Trebuchet MS"/>
              </a:rPr>
              <a:t>de</a:t>
            </a:r>
            <a:r>
              <a:rPr sz="2000" i="1" spc="20" dirty="0">
                <a:latin typeface="Trebuchet MS"/>
                <a:cs typeface="Trebuchet MS"/>
              </a:rPr>
              <a:t> </a:t>
            </a:r>
            <a:r>
              <a:rPr sz="2000" i="1" spc="155" dirty="0">
                <a:latin typeface="Trebuchet MS"/>
                <a:cs typeface="Trebuchet MS"/>
              </a:rPr>
              <a:t>un</a:t>
            </a:r>
            <a:r>
              <a:rPr sz="2000" i="1" spc="20" dirty="0">
                <a:latin typeface="Trebuchet MS"/>
                <a:cs typeface="Trebuchet MS"/>
              </a:rPr>
              <a:t> </a:t>
            </a:r>
            <a:r>
              <a:rPr sz="2000" i="1" spc="70" dirty="0">
                <a:latin typeface="Trebuchet MS"/>
                <a:cs typeface="Trebuchet MS"/>
              </a:rPr>
              <a:t>software</a:t>
            </a:r>
            <a:r>
              <a:rPr sz="2000" i="1" spc="15" dirty="0">
                <a:latin typeface="Trebuchet MS"/>
                <a:cs typeface="Trebuchet MS"/>
              </a:rPr>
              <a:t> </a:t>
            </a:r>
            <a:r>
              <a:rPr sz="2000" i="1" spc="110" dirty="0">
                <a:latin typeface="Trebuchet MS"/>
                <a:cs typeface="Trebuchet MS"/>
              </a:rPr>
              <a:t>avanzado.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250"/>
              </a:spcBef>
            </a:pPr>
            <a:r>
              <a:rPr sz="2000" b="1" i="1" spc="155" dirty="0">
                <a:latin typeface="Trebuchet MS"/>
                <a:cs typeface="Trebuchet MS"/>
              </a:rPr>
              <a:t>Competencia</a:t>
            </a:r>
            <a:r>
              <a:rPr sz="2000" b="1" i="1" spc="-140" dirty="0">
                <a:latin typeface="Trebuchet MS"/>
                <a:cs typeface="Trebuchet MS"/>
              </a:rPr>
              <a:t> </a:t>
            </a:r>
            <a:r>
              <a:rPr sz="2000" b="1" i="1" spc="45" dirty="0">
                <a:latin typeface="Trebuchet MS"/>
                <a:cs typeface="Trebuchet MS"/>
              </a:rPr>
              <a:t>Sustituta: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2000" i="1" spc="160" dirty="0">
                <a:latin typeface="Trebuchet MS"/>
                <a:cs typeface="Trebuchet MS"/>
              </a:rPr>
              <a:t>Opciones</a:t>
            </a:r>
            <a:r>
              <a:rPr sz="2000" i="1" dirty="0">
                <a:latin typeface="Trebuchet MS"/>
                <a:cs typeface="Trebuchet MS"/>
              </a:rPr>
              <a:t> </a:t>
            </a:r>
            <a:r>
              <a:rPr sz="2000" i="1" spc="60" dirty="0">
                <a:latin typeface="Trebuchet MS"/>
                <a:cs typeface="Trebuchet MS"/>
              </a:rPr>
              <a:t>alternativas</a:t>
            </a:r>
            <a:r>
              <a:rPr sz="2000" i="1" spc="5" dirty="0">
                <a:latin typeface="Trebuchet MS"/>
                <a:cs typeface="Trebuchet MS"/>
              </a:rPr>
              <a:t> </a:t>
            </a:r>
            <a:r>
              <a:rPr sz="2000" i="1" spc="175" dirty="0">
                <a:latin typeface="Trebuchet MS"/>
                <a:cs typeface="Trebuchet MS"/>
              </a:rPr>
              <a:t>que</a:t>
            </a:r>
            <a:r>
              <a:rPr sz="2000" i="1" dirty="0">
                <a:latin typeface="Trebuchet MS"/>
                <a:cs typeface="Trebuchet MS"/>
              </a:rPr>
              <a:t> </a:t>
            </a:r>
            <a:r>
              <a:rPr sz="2000" i="1" spc="180" dirty="0">
                <a:latin typeface="Trebuchet MS"/>
                <a:cs typeface="Trebuchet MS"/>
              </a:rPr>
              <a:t>pueden</a:t>
            </a:r>
            <a:r>
              <a:rPr sz="2000" i="1" spc="5" dirty="0">
                <a:latin typeface="Trebuchet MS"/>
                <a:cs typeface="Trebuchet MS"/>
              </a:rPr>
              <a:t> </a:t>
            </a:r>
            <a:r>
              <a:rPr sz="2000" i="1" spc="95" dirty="0">
                <a:latin typeface="Trebuchet MS"/>
                <a:cs typeface="Trebuchet MS"/>
              </a:rPr>
              <a:t>reemplazar</a:t>
            </a:r>
            <a:r>
              <a:rPr sz="2000" i="1" spc="5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tu </a:t>
            </a:r>
            <a:r>
              <a:rPr sz="2000" i="1" spc="45" dirty="0">
                <a:latin typeface="Trebuchet MS"/>
                <a:cs typeface="Trebuchet MS"/>
              </a:rPr>
              <a:t>solución,</a:t>
            </a:r>
            <a:r>
              <a:rPr sz="2000" i="1" spc="5" dirty="0">
                <a:latin typeface="Trebuchet MS"/>
                <a:cs typeface="Trebuchet MS"/>
              </a:rPr>
              <a:t> </a:t>
            </a:r>
            <a:r>
              <a:rPr sz="2000" i="1" spc="185" dirty="0">
                <a:latin typeface="Trebuchet MS"/>
                <a:cs typeface="Trebuchet MS"/>
              </a:rPr>
              <a:t>aunque</a:t>
            </a:r>
            <a:r>
              <a:rPr sz="2000" i="1" spc="5" dirty="0">
                <a:latin typeface="Trebuchet MS"/>
                <a:cs typeface="Trebuchet MS"/>
              </a:rPr>
              <a:t> </a:t>
            </a:r>
            <a:r>
              <a:rPr sz="2000" i="1" spc="185" dirty="0">
                <a:latin typeface="Trebuchet MS"/>
                <a:cs typeface="Trebuchet MS"/>
              </a:rPr>
              <a:t>no</a:t>
            </a:r>
            <a:r>
              <a:rPr sz="2000" i="1" dirty="0">
                <a:latin typeface="Trebuchet MS"/>
                <a:cs typeface="Trebuchet MS"/>
              </a:rPr>
              <a:t> </a:t>
            </a:r>
            <a:r>
              <a:rPr sz="2000" i="1" spc="200" dirty="0">
                <a:latin typeface="Trebuchet MS"/>
                <a:cs typeface="Trebuchet MS"/>
              </a:rPr>
              <a:t>sean</a:t>
            </a:r>
            <a:r>
              <a:rPr sz="2000" i="1" spc="5" dirty="0">
                <a:latin typeface="Trebuchet MS"/>
                <a:cs typeface="Trebuchet MS"/>
              </a:rPr>
              <a:t> </a:t>
            </a:r>
            <a:r>
              <a:rPr sz="2000" i="1" spc="35" dirty="0">
                <a:latin typeface="Trebuchet MS"/>
                <a:cs typeface="Trebuchet MS"/>
              </a:rPr>
              <a:t>idénticas.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50" spc="-75" dirty="0">
                <a:latin typeface="SimSun-ExtB"/>
                <a:cs typeface="SimSun-ExtB"/>
              </a:rPr>
              <a:t>📌</a:t>
            </a:r>
            <a:r>
              <a:rPr sz="2250" spc="-730" dirty="0">
                <a:latin typeface="SimSun-ExtB"/>
                <a:cs typeface="SimSun-ExtB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Ejemplo: </a:t>
            </a:r>
            <a:r>
              <a:rPr sz="2000" i="1" spc="90" dirty="0">
                <a:latin typeface="Trebuchet MS"/>
                <a:cs typeface="Trebuchet MS"/>
              </a:rPr>
              <a:t>Un</a:t>
            </a:r>
            <a:r>
              <a:rPr sz="2000" i="1" dirty="0">
                <a:latin typeface="Trebuchet MS"/>
                <a:cs typeface="Trebuchet MS"/>
              </a:rPr>
              <a:t> </a:t>
            </a:r>
            <a:r>
              <a:rPr sz="2000" i="1" spc="150" dirty="0">
                <a:latin typeface="Trebuchet MS"/>
                <a:cs typeface="Trebuchet MS"/>
              </a:rPr>
              <a:t>asesor</a:t>
            </a:r>
            <a:r>
              <a:rPr sz="2000" i="1" spc="-5" dirty="0">
                <a:latin typeface="Trebuchet MS"/>
                <a:cs typeface="Trebuchet MS"/>
              </a:rPr>
              <a:t> </a:t>
            </a:r>
            <a:r>
              <a:rPr sz="2000" i="1" spc="114" dirty="0">
                <a:latin typeface="Trebuchet MS"/>
                <a:cs typeface="Trebuchet MS"/>
              </a:rPr>
              <a:t>agrícola</a:t>
            </a:r>
            <a:r>
              <a:rPr sz="2000" i="1" dirty="0">
                <a:latin typeface="Trebuchet MS"/>
                <a:cs typeface="Trebuchet MS"/>
              </a:rPr>
              <a:t> </a:t>
            </a:r>
            <a:r>
              <a:rPr sz="2000" i="1" spc="175" dirty="0">
                <a:latin typeface="Trebuchet MS"/>
                <a:cs typeface="Trebuchet MS"/>
              </a:rPr>
              <a:t>que</a:t>
            </a:r>
            <a:r>
              <a:rPr sz="2000" i="1" dirty="0">
                <a:latin typeface="Trebuchet MS"/>
                <a:cs typeface="Trebuchet MS"/>
              </a:rPr>
              <a:t> </a:t>
            </a:r>
            <a:r>
              <a:rPr sz="2000" i="1" spc="105" dirty="0">
                <a:latin typeface="Trebuchet MS"/>
                <a:cs typeface="Trebuchet MS"/>
              </a:rPr>
              <a:t>brinda</a:t>
            </a:r>
            <a:r>
              <a:rPr sz="2000" i="1" spc="-5" dirty="0">
                <a:latin typeface="Trebuchet MS"/>
                <a:cs typeface="Trebuchet MS"/>
              </a:rPr>
              <a:t> </a:t>
            </a:r>
            <a:r>
              <a:rPr sz="2000" i="1" spc="170" dirty="0">
                <a:latin typeface="Trebuchet MS"/>
                <a:cs typeface="Trebuchet MS"/>
              </a:rPr>
              <a:t>recomendaciones</a:t>
            </a:r>
            <a:r>
              <a:rPr sz="2000" i="1" dirty="0">
                <a:latin typeface="Trebuchet MS"/>
                <a:cs typeface="Trebuchet MS"/>
              </a:rPr>
              <a:t> </a:t>
            </a:r>
            <a:r>
              <a:rPr sz="2000" i="1" spc="85" dirty="0">
                <a:latin typeface="Trebuchet MS"/>
                <a:cs typeface="Trebuchet MS"/>
              </a:rPr>
              <a:t>personalizadas,</a:t>
            </a:r>
            <a:r>
              <a:rPr sz="2000" i="1" dirty="0">
                <a:latin typeface="Trebuchet MS"/>
                <a:cs typeface="Trebuchet MS"/>
              </a:rPr>
              <a:t> </a:t>
            </a:r>
            <a:r>
              <a:rPr sz="2000" i="1" spc="165" dirty="0">
                <a:latin typeface="Trebuchet MS"/>
                <a:cs typeface="Trebuchet MS"/>
              </a:rPr>
              <a:t>en</a:t>
            </a:r>
            <a:r>
              <a:rPr sz="2000" i="1" dirty="0">
                <a:latin typeface="Trebuchet MS"/>
                <a:cs typeface="Trebuchet MS"/>
              </a:rPr>
              <a:t> </a:t>
            </a:r>
            <a:r>
              <a:rPr sz="2000" i="1" spc="90" dirty="0">
                <a:latin typeface="Trebuchet MS"/>
                <a:cs typeface="Trebuchet MS"/>
              </a:rPr>
              <a:t>lugar</a:t>
            </a:r>
            <a:r>
              <a:rPr sz="2000" i="1" spc="-5" dirty="0">
                <a:latin typeface="Trebuchet MS"/>
                <a:cs typeface="Trebuchet MS"/>
              </a:rPr>
              <a:t> </a:t>
            </a:r>
            <a:r>
              <a:rPr sz="2000" i="1" spc="190" dirty="0">
                <a:latin typeface="Trebuchet MS"/>
                <a:cs typeface="Trebuchet MS"/>
              </a:rPr>
              <a:t>de</a:t>
            </a:r>
            <a:r>
              <a:rPr sz="2000" i="1" dirty="0">
                <a:latin typeface="Trebuchet MS"/>
                <a:cs typeface="Trebuchet MS"/>
              </a:rPr>
              <a:t> </a:t>
            </a:r>
            <a:r>
              <a:rPr sz="2000" i="1" spc="155" dirty="0">
                <a:latin typeface="Trebuchet MS"/>
                <a:cs typeface="Trebuchet MS"/>
              </a:rPr>
              <a:t>un</a:t>
            </a:r>
            <a:r>
              <a:rPr sz="2000" i="1" dirty="0">
                <a:latin typeface="Trebuchet MS"/>
                <a:cs typeface="Trebuchet MS"/>
              </a:rPr>
              <a:t> </a:t>
            </a:r>
            <a:r>
              <a:rPr sz="2000" i="1" spc="70" dirty="0">
                <a:latin typeface="Trebuchet MS"/>
                <a:cs typeface="Trebuchet MS"/>
              </a:rPr>
              <a:t>software</a:t>
            </a:r>
            <a:r>
              <a:rPr sz="2000" i="1" spc="-5" dirty="0">
                <a:latin typeface="Trebuchet MS"/>
                <a:cs typeface="Trebuchet MS"/>
              </a:rPr>
              <a:t> </a:t>
            </a:r>
            <a:r>
              <a:rPr sz="2000" i="1" spc="190" dirty="0">
                <a:latin typeface="Trebuchet MS"/>
                <a:cs typeface="Trebuchet MS"/>
              </a:rPr>
              <a:t>de</a:t>
            </a:r>
            <a:r>
              <a:rPr sz="2000" i="1" dirty="0">
                <a:latin typeface="Trebuchet MS"/>
                <a:cs typeface="Trebuchet MS"/>
              </a:rPr>
              <a:t> </a:t>
            </a:r>
            <a:r>
              <a:rPr sz="2000" i="1" spc="75" dirty="0">
                <a:latin typeface="Trebuchet MS"/>
                <a:cs typeface="Trebuchet MS"/>
              </a:rPr>
              <a:t>análisis</a:t>
            </a:r>
            <a:r>
              <a:rPr sz="2000" i="1" dirty="0">
                <a:latin typeface="Trebuchet MS"/>
                <a:cs typeface="Trebuchet MS"/>
              </a:rPr>
              <a:t> </a:t>
            </a:r>
            <a:r>
              <a:rPr sz="2000" i="1" spc="190" dirty="0">
                <a:latin typeface="Trebuchet MS"/>
                <a:cs typeface="Trebuchet MS"/>
              </a:rPr>
              <a:t>de</a:t>
            </a:r>
            <a:r>
              <a:rPr sz="2000" i="1" spc="-5" dirty="0">
                <a:latin typeface="Trebuchet MS"/>
                <a:cs typeface="Trebuchet MS"/>
              </a:rPr>
              <a:t> </a:t>
            </a:r>
            <a:r>
              <a:rPr sz="2000" i="1" spc="55" dirty="0">
                <a:latin typeface="Trebuchet MS"/>
                <a:cs typeface="Trebuchet MS"/>
              </a:rPr>
              <a:t>datos.</a:t>
            </a:r>
            <a:endParaRPr sz="2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000" dirty="0">
              <a:latin typeface="Trebuchet MS"/>
              <a:cs typeface="Trebuchet MS"/>
            </a:endParaRPr>
          </a:p>
          <a:p>
            <a:pPr marL="63500">
              <a:lnSpc>
                <a:spcPct val="100000"/>
              </a:lnSpc>
            </a:pPr>
            <a:r>
              <a:rPr sz="1900" b="1" spc="145" dirty="0">
                <a:latin typeface="Trebuchet MS"/>
                <a:cs typeface="Trebuchet MS"/>
              </a:rPr>
              <a:t>Competencia</a:t>
            </a:r>
            <a:r>
              <a:rPr sz="1900" b="1" spc="-130" dirty="0">
                <a:latin typeface="Trebuchet MS"/>
                <a:cs typeface="Trebuchet MS"/>
              </a:rPr>
              <a:t> </a:t>
            </a:r>
            <a:r>
              <a:rPr sz="1900" b="1" spc="50" dirty="0">
                <a:latin typeface="Trebuchet MS"/>
                <a:cs typeface="Trebuchet MS"/>
              </a:rPr>
              <a:t>Latente</a:t>
            </a:r>
            <a:endParaRPr sz="19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900" dirty="0">
                <a:latin typeface="Lucida Sans Unicode"/>
                <a:cs typeface="Lucida Sans Unicode"/>
              </a:rPr>
              <a:t>Negocios</a:t>
            </a:r>
            <a:r>
              <a:rPr sz="1900" spc="-20" dirty="0">
                <a:latin typeface="Lucida Sans Unicode"/>
                <a:cs typeface="Lucida Sans Unicode"/>
              </a:rPr>
              <a:t> </a:t>
            </a:r>
            <a:r>
              <a:rPr sz="1900" spc="70" dirty="0">
                <a:latin typeface="Lucida Sans Unicode"/>
                <a:cs typeface="Lucida Sans Unicode"/>
              </a:rPr>
              <a:t>que</a:t>
            </a:r>
            <a:r>
              <a:rPr sz="1900" spc="-20" dirty="0">
                <a:latin typeface="Lucida Sans Unicode"/>
                <a:cs typeface="Lucida Sans Unicode"/>
              </a:rPr>
              <a:t> </a:t>
            </a:r>
            <a:r>
              <a:rPr sz="1900" spc="95" dirty="0">
                <a:latin typeface="Lucida Sans Unicode"/>
                <a:cs typeface="Lucida Sans Unicode"/>
              </a:rPr>
              <a:t>aún</a:t>
            </a:r>
            <a:r>
              <a:rPr sz="1900" spc="-15" dirty="0">
                <a:latin typeface="Lucida Sans Unicode"/>
                <a:cs typeface="Lucida Sans Unicode"/>
              </a:rPr>
              <a:t> </a:t>
            </a:r>
            <a:r>
              <a:rPr sz="1900" dirty="0">
                <a:latin typeface="Lucida Sans Unicode"/>
                <a:cs typeface="Lucida Sans Unicode"/>
              </a:rPr>
              <a:t>no</a:t>
            </a:r>
            <a:r>
              <a:rPr sz="1900" spc="-20" dirty="0">
                <a:latin typeface="Lucida Sans Unicode"/>
                <a:cs typeface="Lucida Sans Unicode"/>
              </a:rPr>
              <a:t> </a:t>
            </a:r>
            <a:r>
              <a:rPr sz="1900" spc="70" dirty="0">
                <a:latin typeface="Lucida Sans Unicode"/>
                <a:cs typeface="Lucida Sans Unicode"/>
              </a:rPr>
              <a:t>están</a:t>
            </a:r>
            <a:r>
              <a:rPr sz="1900" spc="-15" dirty="0">
                <a:latin typeface="Lucida Sans Unicode"/>
                <a:cs typeface="Lucida Sans Unicode"/>
              </a:rPr>
              <a:t> </a:t>
            </a:r>
            <a:r>
              <a:rPr sz="1900" spc="65" dirty="0">
                <a:latin typeface="Lucida Sans Unicode"/>
                <a:cs typeface="Lucida Sans Unicode"/>
              </a:rPr>
              <a:t>en</a:t>
            </a:r>
            <a:r>
              <a:rPr sz="1900" spc="-20" dirty="0">
                <a:latin typeface="Lucida Sans Unicode"/>
                <a:cs typeface="Lucida Sans Unicode"/>
              </a:rPr>
              <a:t> </a:t>
            </a:r>
            <a:r>
              <a:rPr sz="1900" dirty="0">
                <a:latin typeface="Lucida Sans Unicode"/>
                <a:cs typeface="Lucida Sans Unicode"/>
              </a:rPr>
              <a:t>tu</a:t>
            </a:r>
            <a:r>
              <a:rPr sz="1900" spc="-20" dirty="0">
                <a:latin typeface="Lucida Sans Unicode"/>
                <a:cs typeface="Lucida Sans Unicode"/>
              </a:rPr>
              <a:t> </a:t>
            </a:r>
            <a:r>
              <a:rPr sz="1900" spc="60" dirty="0">
                <a:latin typeface="Lucida Sans Unicode"/>
                <a:cs typeface="Lucida Sans Unicode"/>
              </a:rPr>
              <a:t>mercado,</a:t>
            </a:r>
            <a:r>
              <a:rPr sz="1900" spc="-15" dirty="0">
                <a:latin typeface="Lucida Sans Unicode"/>
                <a:cs typeface="Lucida Sans Unicode"/>
              </a:rPr>
              <a:t> </a:t>
            </a:r>
            <a:r>
              <a:rPr sz="1900" dirty="0">
                <a:latin typeface="Lucida Sans Unicode"/>
                <a:cs typeface="Lucida Sans Unicode"/>
              </a:rPr>
              <a:t>pero</a:t>
            </a:r>
            <a:r>
              <a:rPr sz="1900" spc="-20" dirty="0">
                <a:latin typeface="Lucida Sans Unicode"/>
                <a:cs typeface="Lucida Sans Unicode"/>
              </a:rPr>
              <a:t> </a:t>
            </a:r>
            <a:r>
              <a:rPr sz="1900" spc="70" dirty="0">
                <a:latin typeface="Lucida Sans Unicode"/>
                <a:cs typeface="Lucida Sans Unicode"/>
              </a:rPr>
              <a:t>pueden</a:t>
            </a:r>
            <a:r>
              <a:rPr sz="1900" spc="-15" dirty="0">
                <a:latin typeface="Lucida Sans Unicode"/>
                <a:cs typeface="Lucida Sans Unicode"/>
              </a:rPr>
              <a:t> </a:t>
            </a:r>
            <a:r>
              <a:rPr sz="1900" dirty="0">
                <a:latin typeface="Lucida Sans Unicode"/>
                <a:cs typeface="Lucida Sans Unicode"/>
              </a:rPr>
              <a:t>ingresar</a:t>
            </a:r>
            <a:r>
              <a:rPr sz="1900" spc="-20" dirty="0">
                <a:latin typeface="Lucida Sans Unicode"/>
                <a:cs typeface="Lucida Sans Unicode"/>
              </a:rPr>
              <a:t> </a:t>
            </a:r>
            <a:r>
              <a:rPr sz="1900" spc="75" dirty="0">
                <a:latin typeface="Lucida Sans Unicode"/>
                <a:cs typeface="Lucida Sans Unicode"/>
              </a:rPr>
              <a:t>y</a:t>
            </a:r>
            <a:r>
              <a:rPr sz="1900" spc="-20" dirty="0">
                <a:latin typeface="Lucida Sans Unicode"/>
                <a:cs typeface="Lucida Sans Unicode"/>
              </a:rPr>
              <a:t> </a:t>
            </a:r>
            <a:r>
              <a:rPr sz="1900" dirty="0">
                <a:latin typeface="Lucida Sans Unicode"/>
                <a:cs typeface="Lucida Sans Unicode"/>
              </a:rPr>
              <a:t>volverse</a:t>
            </a:r>
            <a:r>
              <a:rPr sz="1900" spc="-15" dirty="0">
                <a:latin typeface="Lucida Sans Unicode"/>
                <a:cs typeface="Lucida Sans Unicode"/>
              </a:rPr>
              <a:t> </a:t>
            </a:r>
            <a:r>
              <a:rPr sz="1900" spc="95" dirty="0">
                <a:latin typeface="Lucida Sans Unicode"/>
                <a:cs typeface="Lucida Sans Unicode"/>
              </a:rPr>
              <a:t>una</a:t>
            </a:r>
            <a:r>
              <a:rPr sz="1900" spc="-20" dirty="0">
                <a:latin typeface="Lucida Sans Unicode"/>
                <a:cs typeface="Lucida Sans Unicode"/>
              </a:rPr>
              <a:t> </a:t>
            </a:r>
            <a:r>
              <a:rPr sz="1900" spc="55" dirty="0">
                <a:latin typeface="Lucida Sans Unicode"/>
                <a:cs typeface="Lucida Sans Unicode"/>
              </a:rPr>
              <a:t>amenaza.</a:t>
            </a:r>
            <a:endParaRPr sz="19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2100" spc="-30" dirty="0">
                <a:latin typeface="SimSun-ExtB"/>
                <a:cs typeface="SimSun-ExtB"/>
              </a:rPr>
              <a:t>📌</a:t>
            </a:r>
            <a:r>
              <a:rPr sz="2100" spc="-665" dirty="0">
                <a:latin typeface="SimSun-ExtB"/>
                <a:cs typeface="SimSun-ExtB"/>
              </a:rPr>
              <a:t> </a:t>
            </a:r>
            <a:r>
              <a:rPr sz="1900" spc="-10" dirty="0">
                <a:latin typeface="Lucida Sans Unicode"/>
                <a:cs typeface="Lucida Sans Unicode"/>
              </a:rPr>
              <a:t>Ejemplo:</a:t>
            </a:r>
            <a:r>
              <a:rPr sz="1900" spc="10" dirty="0">
                <a:latin typeface="Lucida Sans Unicode"/>
                <a:cs typeface="Lucida Sans Unicode"/>
              </a:rPr>
              <a:t> </a:t>
            </a:r>
            <a:r>
              <a:rPr sz="1900" dirty="0">
                <a:latin typeface="Lucida Sans Unicode"/>
                <a:cs typeface="Lucida Sans Unicode"/>
              </a:rPr>
              <a:t>Un</a:t>
            </a:r>
            <a:r>
              <a:rPr sz="1900" spc="10" dirty="0">
                <a:latin typeface="Lucida Sans Unicode"/>
                <a:cs typeface="Lucida Sans Unicode"/>
              </a:rPr>
              <a:t> </a:t>
            </a:r>
            <a:r>
              <a:rPr sz="1900" spc="60" dirty="0">
                <a:latin typeface="Lucida Sans Unicode"/>
                <a:cs typeface="Lucida Sans Unicode"/>
              </a:rPr>
              <a:t>gigante</a:t>
            </a:r>
            <a:r>
              <a:rPr sz="1900" spc="10" dirty="0">
                <a:latin typeface="Lucida Sans Unicode"/>
                <a:cs typeface="Lucida Sans Unicode"/>
              </a:rPr>
              <a:t> </a:t>
            </a:r>
            <a:r>
              <a:rPr sz="1900" dirty="0">
                <a:latin typeface="Lucida Sans Unicode"/>
                <a:cs typeface="Lucida Sans Unicode"/>
              </a:rPr>
              <a:t>tecnológico</a:t>
            </a:r>
            <a:r>
              <a:rPr sz="1900" spc="10" dirty="0">
                <a:latin typeface="Lucida Sans Unicode"/>
                <a:cs typeface="Lucida Sans Unicode"/>
              </a:rPr>
              <a:t> </a:t>
            </a:r>
            <a:r>
              <a:rPr sz="1900" dirty="0">
                <a:latin typeface="Lucida Sans Unicode"/>
                <a:cs typeface="Lucida Sans Unicode"/>
              </a:rPr>
              <a:t>global</a:t>
            </a:r>
            <a:r>
              <a:rPr sz="1900" spc="10" dirty="0">
                <a:latin typeface="Lucida Sans Unicode"/>
                <a:cs typeface="Lucida Sans Unicode"/>
              </a:rPr>
              <a:t> </a:t>
            </a:r>
            <a:r>
              <a:rPr sz="1900" dirty="0">
                <a:latin typeface="Lucida Sans Unicode"/>
                <a:cs typeface="Lucida Sans Unicode"/>
              </a:rPr>
              <a:t>lanzando</a:t>
            </a:r>
            <a:r>
              <a:rPr sz="1900" spc="10" dirty="0">
                <a:latin typeface="Lucida Sans Unicode"/>
                <a:cs typeface="Lucida Sans Unicode"/>
              </a:rPr>
              <a:t> </a:t>
            </a:r>
            <a:r>
              <a:rPr sz="1900" spc="95" dirty="0">
                <a:latin typeface="Lucida Sans Unicode"/>
                <a:cs typeface="Lucida Sans Unicode"/>
              </a:rPr>
              <a:t>una</a:t>
            </a:r>
            <a:r>
              <a:rPr sz="1900" spc="10" dirty="0">
                <a:latin typeface="Lucida Sans Unicode"/>
                <a:cs typeface="Lucida Sans Unicode"/>
              </a:rPr>
              <a:t> </a:t>
            </a:r>
            <a:r>
              <a:rPr sz="1900" spc="55" dirty="0" err="1">
                <a:latin typeface="Lucida Sans Unicode"/>
                <a:cs typeface="Lucida Sans Unicode"/>
              </a:rPr>
              <a:t>herramienta</a:t>
            </a:r>
            <a:r>
              <a:rPr sz="1900" spc="10" dirty="0">
                <a:latin typeface="Lucida Sans Unicode"/>
                <a:cs typeface="Lucida Sans Unicode"/>
              </a:rPr>
              <a:t> </a:t>
            </a:r>
            <a:r>
              <a:rPr lang="es-MX" sz="1900" spc="-10" dirty="0">
                <a:latin typeface="Lucida Sans Unicode"/>
                <a:cs typeface="Lucida Sans Unicode"/>
              </a:rPr>
              <a:t>de gestión agrícola integrando inteligencia artificial y análisis masivo de datos (data </a:t>
            </a:r>
            <a:r>
              <a:rPr lang="es-MX" sz="1900" spc="-10" dirty="0" err="1">
                <a:latin typeface="Lucida Sans Unicode"/>
                <a:cs typeface="Lucida Sans Unicode"/>
              </a:rPr>
              <a:t>mining</a:t>
            </a:r>
            <a:r>
              <a:rPr lang="es-MX" sz="1900" spc="-10" dirty="0">
                <a:latin typeface="Lucida Sans Unicode"/>
                <a:cs typeface="Lucida Sans Unicode"/>
              </a:rPr>
              <a:t>). </a:t>
            </a:r>
            <a:endParaRPr sz="1900" dirty="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001288" y="1345189"/>
            <a:ext cx="695325" cy="695325"/>
          </a:xfrm>
          <a:custGeom>
            <a:avLst/>
            <a:gdLst/>
            <a:ahLst/>
            <a:cxnLst/>
            <a:rect l="l" t="t" r="r" b="b"/>
            <a:pathLst>
              <a:path w="695325" h="695325">
                <a:moveTo>
                  <a:pt x="347548" y="695097"/>
                </a:moveTo>
                <a:lnTo>
                  <a:pt x="300388" y="691925"/>
                </a:lnTo>
                <a:lnTo>
                  <a:pt x="255156" y="682683"/>
                </a:lnTo>
                <a:lnTo>
                  <a:pt x="212267" y="667785"/>
                </a:lnTo>
                <a:lnTo>
                  <a:pt x="172134" y="647647"/>
                </a:lnTo>
                <a:lnTo>
                  <a:pt x="135172" y="622681"/>
                </a:lnTo>
                <a:lnTo>
                  <a:pt x="101794" y="593303"/>
                </a:lnTo>
                <a:lnTo>
                  <a:pt x="72416" y="559925"/>
                </a:lnTo>
                <a:lnTo>
                  <a:pt x="47450" y="522963"/>
                </a:lnTo>
                <a:lnTo>
                  <a:pt x="27312" y="482830"/>
                </a:lnTo>
                <a:lnTo>
                  <a:pt x="12414" y="439941"/>
                </a:lnTo>
                <a:lnTo>
                  <a:pt x="3172" y="394709"/>
                </a:lnTo>
                <a:lnTo>
                  <a:pt x="0" y="347548"/>
                </a:lnTo>
                <a:lnTo>
                  <a:pt x="3172" y="300388"/>
                </a:lnTo>
                <a:lnTo>
                  <a:pt x="12414" y="255156"/>
                </a:lnTo>
                <a:lnTo>
                  <a:pt x="27312" y="212267"/>
                </a:lnTo>
                <a:lnTo>
                  <a:pt x="47450" y="172134"/>
                </a:lnTo>
                <a:lnTo>
                  <a:pt x="72416" y="135172"/>
                </a:lnTo>
                <a:lnTo>
                  <a:pt x="101794" y="101794"/>
                </a:lnTo>
                <a:lnTo>
                  <a:pt x="135172" y="72416"/>
                </a:lnTo>
                <a:lnTo>
                  <a:pt x="172134" y="47450"/>
                </a:lnTo>
                <a:lnTo>
                  <a:pt x="212267" y="27312"/>
                </a:lnTo>
                <a:lnTo>
                  <a:pt x="255156" y="12414"/>
                </a:lnTo>
                <a:lnTo>
                  <a:pt x="300388" y="3172"/>
                </a:lnTo>
                <a:lnTo>
                  <a:pt x="347548" y="0"/>
                </a:lnTo>
                <a:lnTo>
                  <a:pt x="394709" y="3172"/>
                </a:lnTo>
                <a:lnTo>
                  <a:pt x="439941" y="12414"/>
                </a:lnTo>
                <a:lnTo>
                  <a:pt x="482830" y="27312"/>
                </a:lnTo>
                <a:lnTo>
                  <a:pt x="522963" y="47450"/>
                </a:lnTo>
                <a:lnTo>
                  <a:pt x="559926" y="72416"/>
                </a:lnTo>
                <a:lnTo>
                  <a:pt x="593303" y="101794"/>
                </a:lnTo>
                <a:lnTo>
                  <a:pt x="622682" y="135172"/>
                </a:lnTo>
                <a:lnTo>
                  <a:pt x="647647" y="172134"/>
                </a:lnTo>
                <a:lnTo>
                  <a:pt x="667786" y="212267"/>
                </a:lnTo>
                <a:lnTo>
                  <a:pt x="682683" y="255156"/>
                </a:lnTo>
                <a:lnTo>
                  <a:pt x="691925" y="300388"/>
                </a:lnTo>
                <a:lnTo>
                  <a:pt x="695098" y="347548"/>
                </a:lnTo>
                <a:lnTo>
                  <a:pt x="691925" y="394709"/>
                </a:lnTo>
                <a:lnTo>
                  <a:pt x="682683" y="439941"/>
                </a:lnTo>
                <a:lnTo>
                  <a:pt x="667786" y="482830"/>
                </a:lnTo>
                <a:lnTo>
                  <a:pt x="647647" y="522963"/>
                </a:lnTo>
                <a:lnTo>
                  <a:pt x="622682" y="559925"/>
                </a:lnTo>
                <a:lnTo>
                  <a:pt x="593303" y="593303"/>
                </a:lnTo>
                <a:lnTo>
                  <a:pt x="559926" y="622681"/>
                </a:lnTo>
                <a:lnTo>
                  <a:pt x="522963" y="647647"/>
                </a:lnTo>
                <a:lnTo>
                  <a:pt x="482830" y="667785"/>
                </a:lnTo>
                <a:lnTo>
                  <a:pt x="439941" y="682683"/>
                </a:lnTo>
                <a:lnTo>
                  <a:pt x="394709" y="691925"/>
                </a:lnTo>
                <a:lnTo>
                  <a:pt x="347548" y="695097"/>
                </a:lnTo>
                <a:close/>
              </a:path>
            </a:pathLst>
          </a:custGeom>
          <a:solidFill>
            <a:srgbClr val="00C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7520209" y="5848977"/>
            <a:ext cx="459105" cy="459105"/>
          </a:xfrm>
          <a:custGeom>
            <a:avLst/>
            <a:gdLst/>
            <a:ahLst/>
            <a:cxnLst/>
            <a:rect l="l" t="t" r="r" b="b"/>
            <a:pathLst>
              <a:path w="459105" h="459104">
                <a:moveTo>
                  <a:pt x="229549" y="459099"/>
                </a:moveTo>
                <a:lnTo>
                  <a:pt x="183287" y="454436"/>
                </a:lnTo>
                <a:lnTo>
                  <a:pt x="140198" y="441060"/>
                </a:lnTo>
                <a:lnTo>
                  <a:pt x="101206" y="419896"/>
                </a:lnTo>
                <a:lnTo>
                  <a:pt x="67233" y="391866"/>
                </a:lnTo>
                <a:lnTo>
                  <a:pt x="39203" y="357893"/>
                </a:lnTo>
                <a:lnTo>
                  <a:pt x="18039" y="318900"/>
                </a:lnTo>
                <a:lnTo>
                  <a:pt x="4663" y="275812"/>
                </a:lnTo>
                <a:lnTo>
                  <a:pt x="0" y="229550"/>
                </a:lnTo>
                <a:lnTo>
                  <a:pt x="4663" y="183287"/>
                </a:lnTo>
                <a:lnTo>
                  <a:pt x="18039" y="140198"/>
                </a:lnTo>
                <a:lnTo>
                  <a:pt x="39203" y="101206"/>
                </a:lnTo>
                <a:lnTo>
                  <a:pt x="67233" y="67233"/>
                </a:lnTo>
                <a:lnTo>
                  <a:pt x="101206" y="39203"/>
                </a:lnTo>
                <a:lnTo>
                  <a:pt x="140198" y="18039"/>
                </a:lnTo>
                <a:lnTo>
                  <a:pt x="183287" y="4663"/>
                </a:lnTo>
                <a:lnTo>
                  <a:pt x="229549" y="0"/>
                </a:lnTo>
                <a:lnTo>
                  <a:pt x="275812" y="4663"/>
                </a:lnTo>
                <a:lnTo>
                  <a:pt x="318900" y="18039"/>
                </a:lnTo>
                <a:lnTo>
                  <a:pt x="357893" y="39203"/>
                </a:lnTo>
                <a:lnTo>
                  <a:pt x="391865" y="67233"/>
                </a:lnTo>
                <a:lnTo>
                  <a:pt x="419895" y="101206"/>
                </a:lnTo>
                <a:lnTo>
                  <a:pt x="441059" y="140198"/>
                </a:lnTo>
                <a:lnTo>
                  <a:pt x="454435" y="183287"/>
                </a:lnTo>
                <a:lnTo>
                  <a:pt x="459098" y="229550"/>
                </a:lnTo>
                <a:lnTo>
                  <a:pt x="454435" y="275812"/>
                </a:lnTo>
                <a:lnTo>
                  <a:pt x="441059" y="318900"/>
                </a:lnTo>
                <a:lnTo>
                  <a:pt x="419895" y="357893"/>
                </a:lnTo>
                <a:lnTo>
                  <a:pt x="391865" y="391866"/>
                </a:lnTo>
                <a:lnTo>
                  <a:pt x="357893" y="419896"/>
                </a:lnTo>
                <a:lnTo>
                  <a:pt x="318900" y="441060"/>
                </a:lnTo>
                <a:lnTo>
                  <a:pt x="275812" y="454436"/>
                </a:lnTo>
                <a:lnTo>
                  <a:pt x="229549" y="459099"/>
                </a:lnTo>
                <a:close/>
              </a:path>
            </a:pathLst>
          </a:custGeom>
          <a:solidFill>
            <a:srgbClr val="FFA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86668" y="8916268"/>
            <a:ext cx="684530" cy="684530"/>
          </a:xfrm>
          <a:custGeom>
            <a:avLst/>
            <a:gdLst/>
            <a:ahLst/>
            <a:cxnLst/>
            <a:rect l="l" t="t" r="r" b="b"/>
            <a:pathLst>
              <a:path w="684530" h="684529">
                <a:moveTo>
                  <a:pt x="342031" y="684062"/>
                </a:moveTo>
                <a:lnTo>
                  <a:pt x="295619" y="680940"/>
                </a:lnTo>
                <a:lnTo>
                  <a:pt x="251105" y="671844"/>
                </a:lnTo>
                <a:lnTo>
                  <a:pt x="208897" y="657183"/>
                </a:lnTo>
                <a:lnTo>
                  <a:pt x="169401" y="637365"/>
                </a:lnTo>
                <a:lnTo>
                  <a:pt x="133026" y="612795"/>
                </a:lnTo>
                <a:lnTo>
                  <a:pt x="100178" y="583883"/>
                </a:lnTo>
                <a:lnTo>
                  <a:pt x="71266" y="551036"/>
                </a:lnTo>
                <a:lnTo>
                  <a:pt x="46697" y="514660"/>
                </a:lnTo>
                <a:lnTo>
                  <a:pt x="26878" y="475165"/>
                </a:lnTo>
                <a:lnTo>
                  <a:pt x="12217" y="432956"/>
                </a:lnTo>
                <a:lnTo>
                  <a:pt x="3122" y="388442"/>
                </a:lnTo>
                <a:lnTo>
                  <a:pt x="0" y="342031"/>
                </a:lnTo>
                <a:lnTo>
                  <a:pt x="3122" y="295619"/>
                </a:lnTo>
                <a:lnTo>
                  <a:pt x="12217" y="251105"/>
                </a:lnTo>
                <a:lnTo>
                  <a:pt x="26878" y="208896"/>
                </a:lnTo>
                <a:lnTo>
                  <a:pt x="46697" y="169401"/>
                </a:lnTo>
                <a:lnTo>
                  <a:pt x="71266" y="133025"/>
                </a:lnTo>
                <a:lnTo>
                  <a:pt x="100178" y="100178"/>
                </a:lnTo>
                <a:lnTo>
                  <a:pt x="133026" y="71266"/>
                </a:lnTo>
                <a:lnTo>
                  <a:pt x="169401" y="46697"/>
                </a:lnTo>
                <a:lnTo>
                  <a:pt x="208897" y="26878"/>
                </a:lnTo>
                <a:lnTo>
                  <a:pt x="251105" y="12217"/>
                </a:lnTo>
                <a:lnTo>
                  <a:pt x="295619" y="3122"/>
                </a:lnTo>
                <a:lnTo>
                  <a:pt x="342031" y="0"/>
                </a:lnTo>
                <a:lnTo>
                  <a:pt x="388442" y="3122"/>
                </a:lnTo>
                <a:lnTo>
                  <a:pt x="432956" y="12217"/>
                </a:lnTo>
                <a:lnTo>
                  <a:pt x="475165" y="26878"/>
                </a:lnTo>
                <a:lnTo>
                  <a:pt x="514660" y="46697"/>
                </a:lnTo>
                <a:lnTo>
                  <a:pt x="551036" y="71266"/>
                </a:lnTo>
                <a:lnTo>
                  <a:pt x="583883" y="100178"/>
                </a:lnTo>
                <a:lnTo>
                  <a:pt x="612795" y="133025"/>
                </a:lnTo>
                <a:lnTo>
                  <a:pt x="637365" y="169401"/>
                </a:lnTo>
                <a:lnTo>
                  <a:pt x="657183" y="208896"/>
                </a:lnTo>
                <a:lnTo>
                  <a:pt x="671844" y="251105"/>
                </a:lnTo>
                <a:lnTo>
                  <a:pt x="680940" y="295619"/>
                </a:lnTo>
                <a:lnTo>
                  <a:pt x="684062" y="342031"/>
                </a:lnTo>
                <a:lnTo>
                  <a:pt x="680940" y="388442"/>
                </a:lnTo>
                <a:lnTo>
                  <a:pt x="671844" y="432956"/>
                </a:lnTo>
                <a:lnTo>
                  <a:pt x="657183" y="475165"/>
                </a:lnTo>
                <a:lnTo>
                  <a:pt x="637365" y="514660"/>
                </a:lnTo>
                <a:lnTo>
                  <a:pt x="612795" y="551036"/>
                </a:lnTo>
                <a:lnTo>
                  <a:pt x="583883" y="583883"/>
                </a:lnTo>
                <a:lnTo>
                  <a:pt x="551036" y="612795"/>
                </a:lnTo>
                <a:lnTo>
                  <a:pt x="514660" y="637365"/>
                </a:lnTo>
                <a:lnTo>
                  <a:pt x="475165" y="657183"/>
                </a:lnTo>
                <a:lnTo>
                  <a:pt x="432956" y="671844"/>
                </a:lnTo>
                <a:lnTo>
                  <a:pt x="388442" y="680940"/>
                </a:lnTo>
                <a:lnTo>
                  <a:pt x="342031" y="684062"/>
                </a:lnTo>
                <a:close/>
              </a:path>
            </a:pathLst>
          </a:custGeom>
          <a:solidFill>
            <a:srgbClr val="FF4D6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91648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869" y="7016122"/>
            <a:ext cx="5073015" cy="2111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540"/>
              </a:lnSpc>
              <a:spcBef>
                <a:spcPts val="100"/>
              </a:spcBef>
            </a:pPr>
            <a:r>
              <a:rPr sz="4500" spc="170" dirty="0">
                <a:solidFill>
                  <a:srgbClr val="4E6AFF"/>
                </a:solidFill>
                <a:latin typeface="Arial MT"/>
                <a:cs typeface="Arial MT"/>
              </a:rPr>
              <a:t>¿POR</a:t>
            </a:r>
            <a:r>
              <a:rPr sz="4500" spc="250" dirty="0">
                <a:solidFill>
                  <a:srgbClr val="4E6AFF"/>
                </a:solidFill>
                <a:latin typeface="Arial MT"/>
                <a:cs typeface="Arial MT"/>
              </a:rPr>
              <a:t> </a:t>
            </a:r>
            <a:r>
              <a:rPr sz="4500" spc="320" dirty="0">
                <a:solidFill>
                  <a:srgbClr val="4E6AFF"/>
                </a:solidFill>
                <a:latin typeface="Arial MT"/>
                <a:cs typeface="Arial MT"/>
              </a:rPr>
              <a:t>QUÉ</a:t>
            </a:r>
            <a:r>
              <a:rPr sz="4500" spc="254" dirty="0">
                <a:solidFill>
                  <a:srgbClr val="4E6AFF"/>
                </a:solidFill>
                <a:latin typeface="Arial MT"/>
                <a:cs typeface="Arial MT"/>
              </a:rPr>
              <a:t> </a:t>
            </a:r>
            <a:r>
              <a:rPr sz="4500" spc="215" dirty="0">
                <a:solidFill>
                  <a:srgbClr val="4E6AFF"/>
                </a:solidFill>
                <a:latin typeface="Arial MT"/>
                <a:cs typeface="Arial MT"/>
              </a:rPr>
              <a:t>ES</a:t>
            </a:r>
            <a:endParaRPr sz="4500">
              <a:latin typeface="Arial MT"/>
              <a:cs typeface="Arial MT"/>
            </a:endParaRPr>
          </a:p>
          <a:p>
            <a:pPr marL="12700">
              <a:lnSpc>
                <a:spcPts val="3675"/>
              </a:lnSpc>
            </a:pPr>
            <a:r>
              <a:rPr sz="4500" spc="375" dirty="0">
                <a:solidFill>
                  <a:srgbClr val="4E6AFF"/>
                </a:solidFill>
                <a:latin typeface="Arial MT"/>
                <a:cs typeface="Arial MT"/>
              </a:rPr>
              <a:t>CLAVE</a:t>
            </a:r>
            <a:endParaRPr sz="4500">
              <a:latin typeface="Arial MT"/>
              <a:cs typeface="Arial MT"/>
            </a:endParaRPr>
          </a:p>
          <a:p>
            <a:pPr marL="12700" marR="5080">
              <a:lnSpc>
                <a:spcPct val="68100"/>
              </a:lnSpc>
              <a:spcBef>
                <a:spcPts val="860"/>
              </a:spcBef>
            </a:pPr>
            <a:r>
              <a:rPr sz="4500" spc="270" dirty="0">
                <a:solidFill>
                  <a:srgbClr val="4E6AFF"/>
                </a:solidFill>
                <a:latin typeface="Arial MT"/>
                <a:cs typeface="Arial MT"/>
              </a:rPr>
              <a:t>CONOCER</a:t>
            </a:r>
            <a:r>
              <a:rPr sz="4500" spc="250" dirty="0">
                <a:solidFill>
                  <a:srgbClr val="4E6AFF"/>
                </a:solidFill>
                <a:latin typeface="Arial MT"/>
                <a:cs typeface="Arial MT"/>
              </a:rPr>
              <a:t> </a:t>
            </a:r>
            <a:r>
              <a:rPr sz="4500" spc="480" dirty="0">
                <a:solidFill>
                  <a:srgbClr val="4E6AFF"/>
                </a:solidFill>
                <a:latin typeface="Arial MT"/>
                <a:cs typeface="Arial MT"/>
              </a:rPr>
              <a:t>A</a:t>
            </a:r>
            <a:r>
              <a:rPr sz="4500" spc="250" dirty="0">
                <a:solidFill>
                  <a:srgbClr val="4E6AFF"/>
                </a:solidFill>
                <a:latin typeface="Arial MT"/>
                <a:cs typeface="Arial MT"/>
              </a:rPr>
              <a:t> </a:t>
            </a:r>
            <a:r>
              <a:rPr sz="4500" spc="465" dirty="0">
                <a:solidFill>
                  <a:srgbClr val="4E6AFF"/>
                </a:solidFill>
                <a:latin typeface="Arial MT"/>
                <a:cs typeface="Arial MT"/>
              </a:rPr>
              <a:t>LA </a:t>
            </a:r>
            <a:r>
              <a:rPr sz="4500" spc="330" dirty="0">
                <a:solidFill>
                  <a:srgbClr val="4E6AFF"/>
                </a:solidFill>
                <a:latin typeface="Arial MT"/>
                <a:cs typeface="Arial MT"/>
              </a:rPr>
              <a:t>COMPETENCIA?</a:t>
            </a:r>
            <a:endParaRPr sz="4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67528" y="6632582"/>
            <a:ext cx="2562225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 algn="ctr">
              <a:lnSpc>
                <a:spcPct val="116700"/>
              </a:lnSpc>
              <a:spcBef>
                <a:spcPts val="95"/>
              </a:spcBef>
            </a:pPr>
            <a:r>
              <a:rPr sz="3000" i="1" dirty="0">
                <a:latin typeface="Trebuchet MS"/>
                <a:cs typeface="Trebuchet MS"/>
              </a:rPr>
              <a:t>Te</a:t>
            </a:r>
            <a:r>
              <a:rPr sz="3000" i="1" spc="5" dirty="0">
                <a:latin typeface="Trebuchet MS"/>
                <a:cs typeface="Trebuchet MS"/>
              </a:rPr>
              <a:t> </a:t>
            </a:r>
            <a:r>
              <a:rPr sz="3000" i="1" spc="315" dirty="0">
                <a:latin typeface="Trebuchet MS"/>
                <a:cs typeface="Trebuchet MS"/>
              </a:rPr>
              <a:t>ayuda</a:t>
            </a:r>
            <a:r>
              <a:rPr sz="3000" i="1" spc="10" dirty="0">
                <a:latin typeface="Trebuchet MS"/>
                <a:cs typeface="Trebuchet MS"/>
              </a:rPr>
              <a:t> </a:t>
            </a:r>
            <a:r>
              <a:rPr sz="3000" i="1" spc="390" dirty="0">
                <a:latin typeface="Trebuchet MS"/>
                <a:cs typeface="Trebuchet MS"/>
              </a:rPr>
              <a:t>a </a:t>
            </a:r>
            <a:r>
              <a:rPr sz="3000" i="1" spc="140" dirty="0">
                <a:latin typeface="Trebuchet MS"/>
                <a:cs typeface="Trebuchet MS"/>
              </a:rPr>
              <a:t>encontrar ventajas </a:t>
            </a:r>
            <a:r>
              <a:rPr sz="3000" i="1" spc="95" dirty="0">
                <a:latin typeface="Trebuchet MS"/>
                <a:cs typeface="Trebuchet MS"/>
              </a:rPr>
              <a:t>competitivas.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38667" y="6632582"/>
            <a:ext cx="322961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6700"/>
              </a:lnSpc>
              <a:spcBef>
                <a:spcPts val="95"/>
              </a:spcBef>
            </a:pPr>
            <a:r>
              <a:rPr sz="3000" i="1" dirty="0">
                <a:latin typeface="Trebuchet MS"/>
                <a:cs typeface="Trebuchet MS"/>
              </a:rPr>
              <a:t>Te</a:t>
            </a:r>
            <a:r>
              <a:rPr sz="3000" i="1" spc="30" dirty="0">
                <a:latin typeface="Trebuchet MS"/>
                <a:cs typeface="Trebuchet MS"/>
              </a:rPr>
              <a:t> </a:t>
            </a:r>
            <a:r>
              <a:rPr sz="3000" i="1" spc="100" dirty="0">
                <a:latin typeface="Trebuchet MS"/>
                <a:cs typeface="Trebuchet MS"/>
              </a:rPr>
              <a:t>permite </a:t>
            </a:r>
            <a:r>
              <a:rPr sz="3000" i="1" spc="140" dirty="0">
                <a:latin typeface="Trebuchet MS"/>
                <a:cs typeface="Trebuchet MS"/>
              </a:rPr>
              <a:t>innovar</a:t>
            </a:r>
            <a:r>
              <a:rPr sz="3000" i="1" spc="-15" dirty="0">
                <a:latin typeface="Trebuchet MS"/>
                <a:cs typeface="Trebuchet MS"/>
              </a:rPr>
              <a:t> </a:t>
            </a:r>
            <a:r>
              <a:rPr sz="3000" i="1" spc="240" dirty="0">
                <a:latin typeface="Trebuchet MS"/>
                <a:cs typeface="Trebuchet MS"/>
              </a:rPr>
              <a:t>en</a:t>
            </a:r>
            <a:r>
              <a:rPr sz="3000" i="1" spc="-15" dirty="0">
                <a:latin typeface="Trebuchet MS"/>
                <a:cs typeface="Trebuchet MS"/>
              </a:rPr>
              <a:t> </a:t>
            </a:r>
            <a:r>
              <a:rPr sz="3000" i="1" spc="240" dirty="0">
                <a:latin typeface="Trebuchet MS"/>
                <a:cs typeface="Trebuchet MS"/>
              </a:rPr>
              <a:t>áreas </a:t>
            </a:r>
            <a:r>
              <a:rPr sz="3000" i="1" spc="290" dirty="0">
                <a:latin typeface="Trebuchet MS"/>
                <a:cs typeface="Trebuchet MS"/>
              </a:rPr>
              <a:t>donde</a:t>
            </a:r>
            <a:r>
              <a:rPr sz="3000" i="1" spc="-10" dirty="0">
                <a:latin typeface="Trebuchet MS"/>
                <a:cs typeface="Trebuchet MS"/>
              </a:rPr>
              <a:t> </a:t>
            </a:r>
            <a:r>
              <a:rPr sz="3000" i="1" spc="90" dirty="0">
                <a:latin typeface="Trebuchet MS"/>
                <a:cs typeface="Trebuchet MS"/>
              </a:rPr>
              <a:t>otros </a:t>
            </a:r>
            <a:r>
              <a:rPr sz="3000" i="1" spc="-10" dirty="0">
                <a:latin typeface="Trebuchet MS"/>
                <a:cs typeface="Trebuchet MS"/>
              </a:rPr>
              <a:t>fallan.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346409" y="6632582"/>
            <a:ext cx="3422015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 algn="ctr">
              <a:lnSpc>
                <a:spcPct val="116700"/>
              </a:lnSpc>
              <a:spcBef>
                <a:spcPts val="95"/>
              </a:spcBef>
            </a:pPr>
            <a:r>
              <a:rPr sz="3000" i="1" dirty="0">
                <a:latin typeface="Trebuchet MS"/>
                <a:cs typeface="Trebuchet MS"/>
              </a:rPr>
              <a:t>Evita</a:t>
            </a:r>
            <a:r>
              <a:rPr sz="3000" i="1" spc="10" dirty="0">
                <a:latin typeface="Trebuchet MS"/>
                <a:cs typeface="Trebuchet MS"/>
              </a:rPr>
              <a:t> </a:t>
            </a:r>
            <a:r>
              <a:rPr sz="3000" i="1" spc="90" dirty="0">
                <a:latin typeface="Trebuchet MS"/>
                <a:cs typeface="Trebuchet MS"/>
              </a:rPr>
              <a:t>lanzar</a:t>
            </a:r>
            <a:r>
              <a:rPr sz="3000" i="1" spc="15" dirty="0">
                <a:latin typeface="Trebuchet MS"/>
                <a:cs typeface="Trebuchet MS"/>
              </a:rPr>
              <a:t> </a:t>
            </a:r>
            <a:r>
              <a:rPr sz="3000" i="1" spc="204" dirty="0">
                <a:latin typeface="Trebuchet MS"/>
                <a:cs typeface="Trebuchet MS"/>
              </a:rPr>
              <a:t>un </a:t>
            </a:r>
            <a:r>
              <a:rPr sz="3000" i="1" spc="195" dirty="0">
                <a:latin typeface="Trebuchet MS"/>
                <a:cs typeface="Trebuchet MS"/>
              </a:rPr>
              <a:t>producto</a:t>
            </a:r>
            <a:r>
              <a:rPr sz="3000" i="1" spc="-5" dirty="0">
                <a:latin typeface="Trebuchet MS"/>
                <a:cs typeface="Trebuchet MS"/>
              </a:rPr>
              <a:t> </a:t>
            </a:r>
            <a:r>
              <a:rPr sz="3000" i="1" spc="80" dirty="0">
                <a:latin typeface="Trebuchet MS"/>
                <a:cs typeface="Trebuchet MS"/>
              </a:rPr>
              <a:t>sin </a:t>
            </a:r>
            <a:r>
              <a:rPr sz="3000" i="1" spc="70" dirty="0">
                <a:latin typeface="Trebuchet MS"/>
                <a:cs typeface="Trebuchet MS"/>
              </a:rPr>
              <a:t>diferenciarlo</a:t>
            </a:r>
            <a:r>
              <a:rPr sz="3000" i="1" spc="-10" dirty="0">
                <a:latin typeface="Trebuchet MS"/>
                <a:cs typeface="Trebuchet MS"/>
              </a:rPr>
              <a:t> </a:t>
            </a:r>
            <a:r>
              <a:rPr sz="3000" i="1" spc="240" dirty="0">
                <a:latin typeface="Trebuchet MS"/>
                <a:cs typeface="Trebuchet MS"/>
              </a:rPr>
              <a:t>en</a:t>
            </a:r>
            <a:r>
              <a:rPr sz="3000" i="1" spc="-10" dirty="0">
                <a:latin typeface="Trebuchet MS"/>
                <a:cs typeface="Trebuchet MS"/>
              </a:rPr>
              <a:t> </a:t>
            </a:r>
            <a:r>
              <a:rPr sz="3000" i="1" spc="-25" dirty="0">
                <a:latin typeface="Trebuchet MS"/>
                <a:cs typeface="Trebuchet MS"/>
              </a:rPr>
              <a:t>el </a:t>
            </a:r>
            <a:r>
              <a:rPr sz="3000" i="1" spc="190" dirty="0">
                <a:latin typeface="Trebuchet MS"/>
                <a:cs typeface="Trebuchet MS"/>
              </a:rPr>
              <a:t>mercado.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23747" y="9073604"/>
            <a:ext cx="11053445" cy="927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47695" marR="5080" indent="-3135630">
              <a:lnSpc>
                <a:spcPct val="103400"/>
              </a:lnSpc>
            </a:pPr>
            <a:r>
              <a:rPr sz="2900" spc="-65" dirty="0">
                <a:latin typeface="SimSun-ExtB"/>
                <a:cs typeface="SimSun-ExtB"/>
              </a:rPr>
              <a:t>📌</a:t>
            </a:r>
            <a:r>
              <a:rPr sz="2900" spc="-960" dirty="0">
                <a:latin typeface="SimSun-ExtB"/>
                <a:cs typeface="SimSun-ExtB"/>
              </a:rPr>
              <a:t> </a:t>
            </a:r>
            <a:r>
              <a:rPr sz="2600" spc="75" dirty="0">
                <a:latin typeface="Lucida Sans Unicode"/>
                <a:cs typeface="Lucida Sans Unicode"/>
              </a:rPr>
              <a:t>Regla</a:t>
            </a:r>
            <a:r>
              <a:rPr sz="2600" spc="-35" dirty="0">
                <a:latin typeface="Lucida Sans Unicode"/>
                <a:cs typeface="Lucida Sans Unicode"/>
              </a:rPr>
              <a:t> </a:t>
            </a:r>
            <a:r>
              <a:rPr sz="2600" spc="65" dirty="0">
                <a:latin typeface="Lucida Sans Unicode"/>
                <a:cs typeface="Lucida Sans Unicode"/>
              </a:rPr>
              <a:t>clave:</a:t>
            </a:r>
            <a:r>
              <a:rPr sz="2600" spc="-40" dirty="0">
                <a:latin typeface="Lucida Sans Unicode"/>
                <a:cs typeface="Lucida Sans Unicode"/>
              </a:rPr>
              <a:t> </a:t>
            </a:r>
            <a:r>
              <a:rPr sz="2600" dirty="0">
                <a:latin typeface="Lucida Sans Unicode"/>
                <a:cs typeface="Lucida Sans Unicode"/>
              </a:rPr>
              <a:t>Si</a:t>
            </a:r>
            <a:r>
              <a:rPr sz="2600" spc="-35" dirty="0">
                <a:latin typeface="Lucida Sans Unicode"/>
                <a:cs typeface="Lucida Sans Unicode"/>
              </a:rPr>
              <a:t> </a:t>
            </a:r>
            <a:r>
              <a:rPr sz="2600" spc="50" dirty="0">
                <a:latin typeface="Lucida Sans Unicode"/>
                <a:cs typeface="Lucida Sans Unicode"/>
              </a:rPr>
              <a:t>no</a:t>
            </a:r>
            <a:r>
              <a:rPr sz="2600" spc="-35" dirty="0">
                <a:latin typeface="Lucida Sans Unicode"/>
                <a:cs typeface="Lucida Sans Unicode"/>
              </a:rPr>
              <a:t> </a:t>
            </a:r>
            <a:r>
              <a:rPr sz="2600" spc="120" dirty="0">
                <a:latin typeface="Lucida Sans Unicode"/>
                <a:cs typeface="Lucida Sans Unicode"/>
              </a:rPr>
              <a:t>sabes</a:t>
            </a:r>
            <a:r>
              <a:rPr sz="2600" spc="-40" dirty="0">
                <a:latin typeface="Lucida Sans Unicode"/>
                <a:cs typeface="Lucida Sans Unicode"/>
              </a:rPr>
              <a:t> </a:t>
            </a:r>
            <a:r>
              <a:rPr sz="2600" spc="105" dirty="0">
                <a:latin typeface="Lucida Sans Unicode"/>
                <a:cs typeface="Lucida Sans Unicode"/>
              </a:rPr>
              <a:t>con</a:t>
            </a:r>
            <a:r>
              <a:rPr sz="2600" spc="-35" dirty="0">
                <a:latin typeface="Lucida Sans Unicode"/>
                <a:cs typeface="Lucida Sans Unicode"/>
              </a:rPr>
              <a:t> </a:t>
            </a:r>
            <a:r>
              <a:rPr sz="2600" dirty="0">
                <a:latin typeface="Lucida Sans Unicode"/>
                <a:cs typeface="Lucida Sans Unicode"/>
              </a:rPr>
              <a:t>quién</a:t>
            </a:r>
            <a:r>
              <a:rPr sz="2600" spc="-35" dirty="0">
                <a:latin typeface="Lucida Sans Unicode"/>
                <a:cs typeface="Lucida Sans Unicode"/>
              </a:rPr>
              <a:t> </a:t>
            </a:r>
            <a:r>
              <a:rPr sz="2600" dirty="0">
                <a:latin typeface="Lucida Sans Unicode"/>
                <a:cs typeface="Lucida Sans Unicode"/>
              </a:rPr>
              <a:t>compites,</a:t>
            </a:r>
            <a:r>
              <a:rPr sz="2600" spc="-40" dirty="0">
                <a:latin typeface="Lucida Sans Unicode"/>
                <a:cs typeface="Lucida Sans Unicode"/>
              </a:rPr>
              <a:t> </a:t>
            </a:r>
            <a:r>
              <a:rPr sz="2600" dirty="0">
                <a:latin typeface="Lucida Sans Unicode"/>
                <a:cs typeface="Lucida Sans Unicode"/>
              </a:rPr>
              <a:t>tu</a:t>
            </a:r>
            <a:r>
              <a:rPr sz="2600" spc="-35" dirty="0">
                <a:latin typeface="Lucida Sans Unicode"/>
                <a:cs typeface="Lucida Sans Unicode"/>
              </a:rPr>
              <a:t> </a:t>
            </a:r>
            <a:r>
              <a:rPr sz="2600" dirty="0">
                <a:latin typeface="Lucida Sans Unicode"/>
                <a:cs typeface="Lucida Sans Unicode"/>
              </a:rPr>
              <a:t>cliente</a:t>
            </a:r>
            <a:r>
              <a:rPr sz="2600" spc="-35" dirty="0">
                <a:latin typeface="Lucida Sans Unicode"/>
                <a:cs typeface="Lucida Sans Unicode"/>
              </a:rPr>
              <a:t> </a:t>
            </a:r>
            <a:r>
              <a:rPr sz="2600" spc="125" dirty="0">
                <a:latin typeface="Lucida Sans Unicode"/>
                <a:cs typeface="Lucida Sans Unicode"/>
              </a:rPr>
              <a:t>tampoco </a:t>
            </a:r>
            <a:r>
              <a:rPr sz="2600" spc="130" dirty="0">
                <a:latin typeface="Lucida Sans Unicode"/>
                <a:cs typeface="Lucida Sans Unicode"/>
              </a:rPr>
              <a:t>sabrá</a:t>
            </a:r>
            <a:r>
              <a:rPr sz="2600" spc="-75" dirty="0">
                <a:latin typeface="Lucida Sans Unicode"/>
                <a:cs typeface="Lucida Sans Unicode"/>
              </a:rPr>
              <a:t> </a:t>
            </a:r>
            <a:r>
              <a:rPr sz="2600" dirty="0">
                <a:latin typeface="Lucida Sans Unicode"/>
                <a:cs typeface="Lucida Sans Unicode"/>
              </a:rPr>
              <a:t>por</a:t>
            </a:r>
            <a:r>
              <a:rPr sz="2600" spc="-75" dirty="0">
                <a:latin typeface="Lucida Sans Unicode"/>
                <a:cs typeface="Lucida Sans Unicode"/>
              </a:rPr>
              <a:t> </a:t>
            </a:r>
            <a:r>
              <a:rPr sz="2600" spc="100" dirty="0">
                <a:latin typeface="Lucida Sans Unicode"/>
                <a:cs typeface="Lucida Sans Unicode"/>
              </a:rPr>
              <a:t>qué</a:t>
            </a:r>
            <a:r>
              <a:rPr sz="2600" spc="-75" dirty="0">
                <a:latin typeface="Lucida Sans Unicode"/>
                <a:cs typeface="Lucida Sans Unicode"/>
              </a:rPr>
              <a:t> </a:t>
            </a:r>
            <a:r>
              <a:rPr sz="2600" dirty="0">
                <a:latin typeface="Lucida Sans Unicode"/>
                <a:cs typeface="Lucida Sans Unicode"/>
              </a:rPr>
              <a:t>elegirte</a:t>
            </a:r>
            <a:r>
              <a:rPr sz="2600" spc="-75" dirty="0">
                <a:latin typeface="Lucida Sans Unicode"/>
                <a:cs typeface="Lucida Sans Unicode"/>
              </a:rPr>
              <a:t> </a:t>
            </a:r>
            <a:r>
              <a:rPr sz="2600" spc="315" dirty="0">
                <a:latin typeface="Lucida Sans Unicode"/>
                <a:cs typeface="Lucida Sans Unicode"/>
              </a:rPr>
              <a:t>a</a:t>
            </a:r>
            <a:r>
              <a:rPr sz="2600" spc="-70" dirty="0">
                <a:latin typeface="Lucida Sans Unicode"/>
                <a:cs typeface="Lucida Sans Unicode"/>
              </a:rPr>
              <a:t> </a:t>
            </a:r>
            <a:r>
              <a:rPr sz="2600" spc="-150" dirty="0">
                <a:latin typeface="Lucida Sans Unicode"/>
                <a:cs typeface="Lucida Sans Unicode"/>
              </a:rPr>
              <a:t>ti.</a:t>
            </a:r>
            <a:r>
              <a:rPr sz="2600" spc="-75" dirty="0">
                <a:latin typeface="Lucida Sans Unicode"/>
                <a:cs typeface="Lucida Sans Unicode"/>
              </a:rPr>
              <a:t> </a:t>
            </a:r>
            <a:r>
              <a:rPr sz="2900" spc="-50" dirty="0">
                <a:latin typeface="SimSun-ExtB"/>
                <a:cs typeface="SimSun-ExtB"/>
              </a:rPr>
              <a:t>🚀</a:t>
            </a:r>
            <a:endParaRPr sz="2900">
              <a:latin typeface="SimSun-ExtB"/>
              <a:cs typeface="SimSun-ExtB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442064"/>
            <a:ext cx="18282285" cy="5845175"/>
          </a:xfrm>
          <a:custGeom>
            <a:avLst/>
            <a:gdLst/>
            <a:ahLst/>
            <a:cxnLst/>
            <a:rect l="l" t="t" r="r" b="b"/>
            <a:pathLst>
              <a:path w="18282285" h="5845175">
                <a:moveTo>
                  <a:pt x="0" y="0"/>
                </a:moveTo>
                <a:lnTo>
                  <a:pt x="18282142" y="0"/>
                </a:lnTo>
                <a:lnTo>
                  <a:pt x="18282142" y="5844935"/>
                </a:lnTo>
                <a:lnTo>
                  <a:pt x="0" y="5844935"/>
                </a:lnTo>
                <a:lnTo>
                  <a:pt x="0" y="0"/>
                </a:lnTo>
                <a:close/>
              </a:path>
            </a:pathLst>
          </a:custGeom>
          <a:solidFill>
            <a:srgbClr val="4E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8288000" cy="778510"/>
            <a:chOff x="0" y="0"/>
            <a:chExt cx="18288000" cy="77851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8288000" cy="778510"/>
            </a:xfrm>
            <a:custGeom>
              <a:avLst/>
              <a:gdLst/>
              <a:ahLst/>
              <a:cxnLst/>
              <a:rect l="l" t="t" r="r" b="b"/>
              <a:pathLst>
                <a:path w="18288000" h="778510">
                  <a:moveTo>
                    <a:pt x="18288000" y="777885"/>
                  </a:moveTo>
                  <a:lnTo>
                    <a:pt x="0" y="777885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777885"/>
                  </a:lnTo>
                  <a:close/>
                </a:path>
              </a:pathLst>
            </a:custGeom>
            <a:solidFill>
              <a:srgbClr val="4E6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053220" y="247166"/>
              <a:ext cx="1206500" cy="297180"/>
            </a:xfrm>
            <a:custGeom>
              <a:avLst/>
              <a:gdLst/>
              <a:ahLst/>
              <a:cxnLst/>
              <a:rect l="l" t="t" r="r" b="b"/>
              <a:pathLst>
                <a:path w="1206500" h="297180">
                  <a:moveTo>
                    <a:pt x="297053" y="148526"/>
                  </a:moveTo>
                  <a:lnTo>
                    <a:pt x="289471" y="101574"/>
                  </a:lnTo>
                  <a:lnTo>
                    <a:pt x="268389" y="60807"/>
                  </a:lnTo>
                  <a:lnTo>
                    <a:pt x="236245" y="28651"/>
                  </a:lnTo>
                  <a:lnTo>
                    <a:pt x="195465" y="7569"/>
                  </a:lnTo>
                  <a:lnTo>
                    <a:pt x="148526" y="0"/>
                  </a:lnTo>
                  <a:lnTo>
                    <a:pt x="101587" y="7569"/>
                  </a:lnTo>
                  <a:lnTo>
                    <a:pt x="60807" y="28651"/>
                  </a:lnTo>
                  <a:lnTo>
                    <a:pt x="28663" y="60807"/>
                  </a:lnTo>
                  <a:lnTo>
                    <a:pt x="7569" y="101574"/>
                  </a:lnTo>
                  <a:lnTo>
                    <a:pt x="0" y="148526"/>
                  </a:lnTo>
                  <a:lnTo>
                    <a:pt x="7569" y="195465"/>
                  </a:lnTo>
                  <a:lnTo>
                    <a:pt x="28663" y="236232"/>
                  </a:lnTo>
                  <a:lnTo>
                    <a:pt x="60807" y="268389"/>
                  </a:lnTo>
                  <a:lnTo>
                    <a:pt x="101587" y="289471"/>
                  </a:lnTo>
                  <a:lnTo>
                    <a:pt x="148526" y="297040"/>
                  </a:lnTo>
                  <a:lnTo>
                    <a:pt x="195465" y="289471"/>
                  </a:lnTo>
                  <a:lnTo>
                    <a:pt x="236245" y="268389"/>
                  </a:lnTo>
                  <a:lnTo>
                    <a:pt x="268389" y="236232"/>
                  </a:lnTo>
                  <a:lnTo>
                    <a:pt x="289471" y="195465"/>
                  </a:lnTo>
                  <a:lnTo>
                    <a:pt x="297053" y="148526"/>
                  </a:lnTo>
                  <a:close/>
                </a:path>
                <a:path w="1206500" h="297180">
                  <a:moveTo>
                    <a:pt x="751560" y="148526"/>
                  </a:moveTo>
                  <a:lnTo>
                    <a:pt x="743991" y="101574"/>
                  </a:lnTo>
                  <a:lnTo>
                    <a:pt x="722909" y="60807"/>
                  </a:lnTo>
                  <a:lnTo>
                    <a:pt x="690753" y="28651"/>
                  </a:lnTo>
                  <a:lnTo>
                    <a:pt x="649986" y="7569"/>
                  </a:lnTo>
                  <a:lnTo>
                    <a:pt x="603034" y="0"/>
                  </a:lnTo>
                  <a:lnTo>
                    <a:pt x="556094" y="7569"/>
                  </a:lnTo>
                  <a:lnTo>
                    <a:pt x="515327" y="28651"/>
                  </a:lnTo>
                  <a:lnTo>
                    <a:pt x="483171" y="60807"/>
                  </a:lnTo>
                  <a:lnTo>
                    <a:pt x="462089" y="101574"/>
                  </a:lnTo>
                  <a:lnTo>
                    <a:pt x="454520" y="148526"/>
                  </a:lnTo>
                  <a:lnTo>
                    <a:pt x="462089" y="195465"/>
                  </a:lnTo>
                  <a:lnTo>
                    <a:pt x="483171" y="236232"/>
                  </a:lnTo>
                  <a:lnTo>
                    <a:pt x="515327" y="268389"/>
                  </a:lnTo>
                  <a:lnTo>
                    <a:pt x="556094" y="289471"/>
                  </a:lnTo>
                  <a:lnTo>
                    <a:pt x="603034" y="297040"/>
                  </a:lnTo>
                  <a:lnTo>
                    <a:pt x="649986" y="289471"/>
                  </a:lnTo>
                  <a:lnTo>
                    <a:pt x="690753" y="268389"/>
                  </a:lnTo>
                  <a:lnTo>
                    <a:pt x="722909" y="236232"/>
                  </a:lnTo>
                  <a:lnTo>
                    <a:pt x="743991" y="195465"/>
                  </a:lnTo>
                  <a:lnTo>
                    <a:pt x="751560" y="148526"/>
                  </a:lnTo>
                  <a:close/>
                </a:path>
                <a:path w="1206500" h="297180">
                  <a:moveTo>
                    <a:pt x="1206068" y="148526"/>
                  </a:moveTo>
                  <a:lnTo>
                    <a:pt x="1198499" y="101574"/>
                  </a:lnTo>
                  <a:lnTo>
                    <a:pt x="1177417" y="60807"/>
                  </a:lnTo>
                  <a:lnTo>
                    <a:pt x="1145273" y="28651"/>
                  </a:lnTo>
                  <a:lnTo>
                    <a:pt x="1104493" y="7569"/>
                  </a:lnTo>
                  <a:lnTo>
                    <a:pt x="1057554" y="0"/>
                  </a:lnTo>
                  <a:lnTo>
                    <a:pt x="1010602" y="7569"/>
                  </a:lnTo>
                  <a:lnTo>
                    <a:pt x="969835" y="28651"/>
                  </a:lnTo>
                  <a:lnTo>
                    <a:pt x="937691" y="60807"/>
                  </a:lnTo>
                  <a:lnTo>
                    <a:pt x="916597" y="101574"/>
                  </a:lnTo>
                  <a:lnTo>
                    <a:pt x="909027" y="148526"/>
                  </a:lnTo>
                  <a:lnTo>
                    <a:pt x="916597" y="195465"/>
                  </a:lnTo>
                  <a:lnTo>
                    <a:pt x="937691" y="236232"/>
                  </a:lnTo>
                  <a:lnTo>
                    <a:pt x="969835" y="268389"/>
                  </a:lnTo>
                  <a:lnTo>
                    <a:pt x="1010602" y="289471"/>
                  </a:lnTo>
                  <a:lnTo>
                    <a:pt x="1057554" y="297040"/>
                  </a:lnTo>
                  <a:lnTo>
                    <a:pt x="1104493" y="289471"/>
                  </a:lnTo>
                  <a:lnTo>
                    <a:pt x="1145273" y="268389"/>
                  </a:lnTo>
                  <a:lnTo>
                    <a:pt x="1177417" y="236232"/>
                  </a:lnTo>
                  <a:lnTo>
                    <a:pt x="1198499" y="195465"/>
                  </a:lnTo>
                  <a:lnTo>
                    <a:pt x="1206068" y="1485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7603392" y="1477543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237950" y="475901"/>
                </a:moveTo>
                <a:lnTo>
                  <a:pt x="189995" y="471066"/>
                </a:lnTo>
                <a:lnTo>
                  <a:pt x="145329" y="457201"/>
                </a:lnTo>
                <a:lnTo>
                  <a:pt x="104910" y="435262"/>
                </a:lnTo>
                <a:lnTo>
                  <a:pt x="69694" y="406206"/>
                </a:lnTo>
                <a:lnTo>
                  <a:pt x="40638" y="370990"/>
                </a:lnTo>
                <a:lnTo>
                  <a:pt x="18699" y="330571"/>
                </a:lnTo>
                <a:lnTo>
                  <a:pt x="4834" y="285905"/>
                </a:lnTo>
                <a:lnTo>
                  <a:pt x="0" y="237950"/>
                </a:lnTo>
                <a:lnTo>
                  <a:pt x="4834" y="189995"/>
                </a:lnTo>
                <a:lnTo>
                  <a:pt x="18699" y="145329"/>
                </a:lnTo>
                <a:lnTo>
                  <a:pt x="40638" y="104910"/>
                </a:lnTo>
                <a:lnTo>
                  <a:pt x="69694" y="69694"/>
                </a:lnTo>
                <a:lnTo>
                  <a:pt x="104910" y="40638"/>
                </a:lnTo>
                <a:lnTo>
                  <a:pt x="145329" y="18699"/>
                </a:lnTo>
                <a:lnTo>
                  <a:pt x="189995" y="4834"/>
                </a:lnTo>
                <a:lnTo>
                  <a:pt x="237950" y="0"/>
                </a:lnTo>
                <a:lnTo>
                  <a:pt x="285906" y="4834"/>
                </a:lnTo>
                <a:lnTo>
                  <a:pt x="330571" y="18699"/>
                </a:lnTo>
                <a:lnTo>
                  <a:pt x="370991" y="40638"/>
                </a:lnTo>
                <a:lnTo>
                  <a:pt x="406206" y="69694"/>
                </a:lnTo>
                <a:lnTo>
                  <a:pt x="435262" y="104910"/>
                </a:lnTo>
                <a:lnTo>
                  <a:pt x="457201" y="145329"/>
                </a:lnTo>
                <a:lnTo>
                  <a:pt x="471066" y="189995"/>
                </a:lnTo>
                <a:lnTo>
                  <a:pt x="475900" y="237950"/>
                </a:lnTo>
                <a:lnTo>
                  <a:pt x="471066" y="285905"/>
                </a:lnTo>
                <a:lnTo>
                  <a:pt x="457201" y="330571"/>
                </a:lnTo>
                <a:lnTo>
                  <a:pt x="435262" y="370990"/>
                </a:lnTo>
                <a:lnTo>
                  <a:pt x="406206" y="406206"/>
                </a:lnTo>
                <a:lnTo>
                  <a:pt x="370991" y="435262"/>
                </a:lnTo>
                <a:lnTo>
                  <a:pt x="330571" y="457201"/>
                </a:lnTo>
                <a:lnTo>
                  <a:pt x="285906" y="471066"/>
                </a:lnTo>
                <a:lnTo>
                  <a:pt x="237950" y="475901"/>
                </a:lnTo>
                <a:close/>
              </a:path>
            </a:pathLst>
          </a:custGeom>
          <a:solidFill>
            <a:srgbClr val="00C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8422" y="1602257"/>
            <a:ext cx="5328978" cy="11699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25"/>
              </a:lnSpc>
              <a:spcBef>
                <a:spcPts val="100"/>
              </a:spcBef>
            </a:pPr>
            <a:r>
              <a:rPr sz="3600" spc="490" dirty="0">
                <a:solidFill>
                  <a:srgbClr val="4E6AFF"/>
                </a:solidFill>
                <a:latin typeface="Arial MT"/>
                <a:cs typeface="Arial MT"/>
              </a:rPr>
              <a:t>MATRIZ</a:t>
            </a:r>
            <a:r>
              <a:rPr sz="3600" spc="290" dirty="0">
                <a:solidFill>
                  <a:srgbClr val="4E6AFF"/>
                </a:solidFill>
                <a:latin typeface="Arial MT"/>
                <a:cs typeface="Arial MT"/>
              </a:rPr>
              <a:t> </a:t>
            </a:r>
            <a:r>
              <a:rPr sz="3600" spc="220" dirty="0">
                <a:solidFill>
                  <a:srgbClr val="4E6AFF"/>
                </a:solidFill>
                <a:latin typeface="Arial MT"/>
                <a:cs typeface="Arial MT"/>
              </a:rPr>
              <a:t>DE</a:t>
            </a:r>
            <a:endParaRPr sz="3600" dirty="0">
              <a:latin typeface="Arial MT"/>
              <a:cs typeface="Arial MT"/>
            </a:endParaRPr>
          </a:p>
          <a:p>
            <a:pPr marL="12700" marR="5080">
              <a:lnSpc>
                <a:spcPct val="67500"/>
              </a:lnSpc>
              <a:spcBef>
                <a:spcPts val="975"/>
              </a:spcBef>
            </a:pPr>
            <a:r>
              <a:rPr sz="3600" spc="405" dirty="0">
                <a:solidFill>
                  <a:srgbClr val="4E6AFF"/>
                </a:solidFill>
                <a:latin typeface="Arial MT"/>
                <a:cs typeface="Arial MT"/>
              </a:rPr>
              <a:t>COMPETITI </a:t>
            </a:r>
            <a:r>
              <a:rPr sz="3600" spc="409" dirty="0">
                <a:solidFill>
                  <a:srgbClr val="4E6AFF"/>
                </a:solidFill>
                <a:latin typeface="Arial MT"/>
                <a:cs typeface="Arial MT"/>
              </a:rPr>
              <a:t>VIDAD</a:t>
            </a:r>
            <a:endParaRPr sz="3600" dirty="0">
              <a:latin typeface="Arial MT"/>
              <a:cs typeface="Arial MT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6324600" y="1025676"/>
            <a:ext cx="11073012" cy="860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500" b="1" i="1" spc="325" dirty="0">
                <a:solidFill>
                  <a:srgbClr val="000000"/>
                </a:solidFill>
                <a:latin typeface="Trebuchet MS"/>
                <a:cs typeface="Trebuchet MS"/>
              </a:rPr>
              <a:t>¿Cómo</a:t>
            </a:r>
            <a:r>
              <a:rPr sz="2500" b="1" i="1" spc="54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500" b="1" i="1" spc="200" dirty="0">
                <a:solidFill>
                  <a:srgbClr val="000000"/>
                </a:solidFill>
                <a:latin typeface="Trebuchet MS"/>
                <a:cs typeface="Trebuchet MS"/>
              </a:rPr>
              <a:t>se</a:t>
            </a:r>
            <a:r>
              <a:rPr sz="2500" b="1" i="1" spc="5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500" b="1" i="1" spc="210" dirty="0">
                <a:solidFill>
                  <a:srgbClr val="000000"/>
                </a:solidFill>
                <a:latin typeface="Trebuchet MS"/>
                <a:cs typeface="Trebuchet MS"/>
              </a:rPr>
              <a:t>mide</a:t>
            </a:r>
            <a:r>
              <a:rPr sz="2500" b="1" i="1" spc="5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500" b="1" i="1" spc="70" dirty="0">
                <a:solidFill>
                  <a:srgbClr val="000000"/>
                </a:solidFill>
                <a:latin typeface="Trebuchet MS"/>
                <a:cs typeface="Trebuchet MS"/>
              </a:rPr>
              <a:t>la</a:t>
            </a:r>
            <a:r>
              <a:rPr sz="2500" b="1" i="1" spc="54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500" b="1" i="1" spc="95" dirty="0">
                <a:solidFill>
                  <a:srgbClr val="000000"/>
                </a:solidFill>
                <a:latin typeface="Trebuchet MS"/>
                <a:cs typeface="Trebuchet MS"/>
              </a:rPr>
              <a:t>ventaja</a:t>
            </a:r>
            <a:r>
              <a:rPr sz="2500" b="1" i="1" spc="5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500" b="1" i="1" spc="120" dirty="0">
                <a:solidFill>
                  <a:srgbClr val="000000"/>
                </a:solidFill>
                <a:latin typeface="Trebuchet MS"/>
                <a:cs typeface="Trebuchet MS"/>
              </a:rPr>
              <a:t>competitiva</a:t>
            </a:r>
            <a:r>
              <a:rPr sz="2500" b="1" i="1" spc="5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500" b="1" i="1" spc="50" dirty="0">
                <a:solidFill>
                  <a:srgbClr val="000000"/>
                </a:solidFill>
                <a:latin typeface="Trebuchet MS"/>
                <a:cs typeface="Trebuchet MS"/>
              </a:rPr>
              <a:t>frente</a:t>
            </a:r>
            <a:r>
              <a:rPr sz="2500" b="1" i="1" spc="5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500" b="1" i="1" spc="204" dirty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sz="2500" b="1" i="1" spc="54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500" b="1" i="1" spc="80" dirty="0">
                <a:solidFill>
                  <a:srgbClr val="000000"/>
                </a:solidFill>
                <a:latin typeface="Trebuchet MS"/>
                <a:cs typeface="Trebuchet MS"/>
              </a:rPr>
              <a:t>otros</a:t>
            </a:r>
            <a:r>
              <a:rPr sz="2500" b="1" i="1" spc="5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500" b="1" i="1" spc="140" dirty="0">
                <a:solidFill>
                  <a:srgbClr val="000000"/>
                </a:solidFill>
                <a:latin typeface="Trebuchet MS"/>
                <a:cs typeface="Trebuchet MS"/>
              </a:rPr>
              <a:t>jugadores</a:t>
            </a:r>
            <a:r>
              <a:rPr sz="2500" b="1" i="1" spc="5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500" b="1" i="1" spc="70" dirty="0">
                <a:solidFill>
                  <a:srgbClr val="000000"/>
                </a:solidFill>
                <a:latin typeface="Trebuchet MS"/>
                <a:cs typeface="Trebuchet MS"/>
              </a:rPr>
              <a:t>del </a:t>
            </a:r>
            <a:r>
              <a:rPr sz="2500" b="1" i="1" spc="220" dirty="0">
                <a:solidFill>
                  <a:srgbClr val="000000"/>
                </a:solidFill>
                <a:latin typeface="Trebuchet MS"/>
                <a:cs typeface="Trebuchet MS"/>
              </a:rPr>
              <a:t>mercado?</a:t>
            </a:r>
            <a:endParaRPr sz="2500" dirty="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622" y="5333145"/>
            <a:ext cx="85725" cy="857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622" y="5857020"/>
            <a:ext cx="85725" cy="857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622" y="6380895"/>
            <a:ext cx="85725" cy="857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622" y="6904770"/>
            <a:ext cx="85725" cy="8572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324600" y="2615929"/>
            <a:ext cx="10796152" cy="81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100"/>
              </a:lnSpc>
              <a:spcBef>
                <a:spcPts val="100"/>
              </a:spcBef>
            </a:pPr>
            <a:r>
              <a:rPr sz="2300" dirty="0">
                <a:latin typeface="Lucida Sans Unicode"/>
                <a:cs typeface="Lucida Sans Unicode"/>
              </a:rPr>
              <a:t>La</a:t>
            </a:r>
            <a:r>
              <a:rPr sz="2300" spc="-95" dirty="0">
                <a:latin typeface="Lucida Sans Unicode"/>
                <a:cs typeface="Lucida Sans Unicode"/>
              </a:rPr>
              <a:t> </a:t>
            </a:r>
            <a:r>
              <a:rPr sz="2300" spc="-45" dirty="0">
                <a:latin typeface="Lucida Sans Unicode"/>
                <a:cs typeface="Lucida Sans Unicode"/>
              </a:rPr>
              <a:t>Matriz</a:t>
            </a:r>
            <a:r>
              <a:rPr sz="2300" spc="-95" dirty="0">
                <a:latin typeface="Lucida Sans Unicode"/>
                <a:cs typeface="Lucida Sans Unicode"/>
              </a:rPr>
              <a:t> </a:t>
            </a:r>
            <a:r>
              <a:rPr sz="2300" spc="110" dirty="0">
                <a:latin typeface="Lucida Sans Unicode"/>
                <a:cs typeface="Lucida Sans Unicode"/>
              </a:rPr>
              <a:t>de</a:t>
            </a:r>
            <a:r>
              <a:rPr sz="2300" spc="-90" dirty="0">
                <a:latin typeface="Lucida Sans Unicode"/>
                <a:cs typeface="Lucida Sans Unicode"/>
              </a:rPr>
              <a:t> </a:t>
            </a:r>
            <a:r>
              <a:rPr sz="2300" spc="55" dirty="0">
                <a:latin typeface="Lucida Sans Unicode"/>
                <a:cs typeface="Lucida Sans Unicode"/>
              </a:rPr>
              <a:t>Competitividad</a:t>
            </a:r>
            <a:r>
              <a:rPr sz="2300" spc="-95" dirty="0">
                <a:latin typeface="Lucida Sans Unicode"/>
                <a:cs typeface="Lucida Sans Unicode"/>
              </a:rPr>
              <a:t> </a:t>
            </a:r>
            <a:r>
              <a:rPr sz="2300" spc="45" dirty="0">
                <a:latin typeface="Lucida Sans Unicode"/>
                <a:cs typeface="Lucida Sans Unicode"/>
              </a:rPr>
              <a:t>permite</a:t>
            </a:r>
            <a:r>
              <a:rPr sz="2300" spc="-95" dirty="0">
                <a:latin typeface="Lucida Sans Unicode"/>
                <a:cs typeface="Lucida Sans Unicode"/>
              </a:rPr>
              <a:t> </a:t>
            </a:r>
            <a:r>
              <a:rPr sz="2300" spc="110" dirty="0">
                <a:latin typeface="Lucida Sans Unicode"/>
                <a:cs typeface="Lucida Sans Unicode"/>
              </a:rPr>
              <a:t>comparar</a:t>
            </a:r>
            <a:r>
              <a:rPr sz="2300" spc="-9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tu</a:t>
            </a:r>
            <a:r>
              <a:rPr sz="2300" spc="-95" dirty="0">
                <a:latin typeface="Lucida Sans Unicode"/>
                <a:cs typeface="Lucida Sans Unicode"/>
              </a:rPr>
              <a:t> </a:t>
            </a:r>
            <a:r>
              <a:rPr sz="2300" spc="65" dirty="0">
                <a:latin typeface="Lucida Sans Unicode"/>
                <a:cs typeface="Lucida Sans Unicode"/>
              </a:rPr>
              <a:t>negocio</a:t>
            </a:r>
            <a:r>
              <a:rPr sz="2300" spc="-95" dirty="0">
                <a:latin typeface="Lucida Sans Unicode"/>
                <a:cs typeface="Lucida Sans Unicode"/>
              </a:rPr>
              <a:t> </a:t>
            </a:r>
            <a:r>
              <a:rPr sz="2300" spc="100" dirty="0">
                <a:latin typeface="Lucida Sans Unicode"/>
                <a:cs typeface="Lucida Sans Unicode"/>
              </a:rPr>
              <a:t>con</a:t>
            </a:r>
            <a:r>
              <a:rPr sz="2300" spc="-90" dirty="0">
                <a:latin typeface="Lucida Sans Unicode"/>
                <a:cs typeface="Lucida Sans Unicode"/>
              </a:rPr>
              <a:t> </a:t>
            </a:r>
            <a:r>
              <a:rPr sz="2300" spc="80" dirty="0">
                <a:latin typeface="Lucida Sans Unicode"/>
                <a:cs typeface="Lucida Sans Unicode"/>
              </a:rPr>
              <a:t>la</a:t>
            </a:r>
            <a:r>
              <a:rPr sz="2300" spc="-95" dirty="0">
                <a:latin typeface="Lucida Sans Unicode"/>
                <a:cs typeface="Lucida Sans Unicode"/>
              </a:rPr>
              <a:t> </a:t>
            </a:r>
            <a:r>
              <a:rPr sz="2300" spc="95" dirty="0">
                <a:latin typeface="Lucida Sans Unicode"/>
                <a:cs typeface="Lucida Sans Unicode"/>
              </a:rPr>
              <a:t>competencia </a:t>
            </a:r>
            <a:r>
              <a:rPr sz="2300" spc="65" dirty="0">
                <a:latin typeface="Lucida Sans Unicode"/>
                <a:cs typeface="Lucida Sans Unicode"/>
              </a:rPr>
              <a:t>directa</a:t>
            </a:r>
            <a:r>
              <a:rPr sz="2300" spc="-10" dirty="0">
                <a:latin typeface="Lucida Sans Unicode"/>
                <a:cs typeface="Lucida Sans Unicode"/>
              </a:rPr>
              <a:t> </a:t>
            </a:r>
            <a:r>
              <a:rPr sz="2300" spc="125" dirty="0">
                <a:latin typeface="Lucida Sans Unicode"/>
                <a:cs typeface="Lucida Sans Unicode"/>
              </a:rPr>
              <a:t>e</a:t>
            </a:r>
            <a:r>
              <a:rPr sz="2300" spc="-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indirecta</a:t>
            </a:r>
            <a:r>
              <a:rPr sz="2300" spc="-5" dirty="0">
                <a:latin typeface="Lucida Sans Unicode"/>
                <a:cs typeface="Lucida Sans Unicode"/>
              </a:rPr>
              <a:t> </a:t>
            </a:r>
            <a:r>
              <a:rPr sz="2300" spc="80" dirty="0">
                <a:latin typeface="Lucida Sans Unicode"/>
                <a:cs typeface="Lucida Sans Unicode"/>
              </a:rPr>
              <a:t>en</a:t>
            </a:r>
            <a:r>
              <a:rPr sz="2300" spc="-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diferentes</a:t>
            </a:r>
            <a:r>
              <a:rPr sz="2300" spc="-5" dirty="0">
                <a:latin typeface="Lucida Sans Unicode"/>
                <a:cs typeface="Lucida Sans Unicode"/>
              </a:rPr>
              <a:t> </a:t>
            </a:r>
            <a:r>
              <a:rPr sz="2300" spc="60" dirty="0">
                <a:latin typeface="Lucida Sans Unicode"/>
                <a:cs typeface="Lucida Sans Unicode"/>
              </a:rPr>
              <a:t>variables</a:t>
            </a:r>
            <a:r>
              <a:rPr sz="2300" spc="-5" dirty="0">
                <a:latin typeface="Lucida Sans Unicode"/>
                <a:cs typeface="Lucida Sans Unicode"/>
              </a:rPr>
              <a:t> </a:t>
            </a:r>
            <a:r>
              <a:rPr sz="2300" spc="45" dirty="0">
                <a:latin typeface="Lucida Sans Unicode"/>
                <a:cs typeface="Lucida Sans Unicode"/>
              </a:rPr>
              <a:t>clave.</a:t>
            </a:r>
            <a:endParaRPr sz="2300" dirty="0">
              <a:latin typeface="Lucida Sans Unicode"/>
              <a:cs typeface="Lucida Sans Unicode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622" y="8158160"/>
            <a:ext cx="85725" cy="857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622" y="8682035"/>
            <a:ext cx="85725" cy="8572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622" y="9205910"/>
            <a:ext cx="85725" cy="8572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622" y="9729785"/>
            <a:ext cx="85725" cy="8572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538422" y="4509398"/>
            <a:ext cx="11689715" cy="5420995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2000" b="1" spc="220" dirty="0">
                <a:solidFill>
                  <a:srgbClr val="FFFFFF"/>
                </a:solidFill>
                <a:latin typeface="Trebuchet MS"/>
                <a:cs typeface="Trebuchet MS"/>
              </a:rPr>
              <a:t>¿Cómo</a:t>
            </a:r>
            <a:r>
              <a:rPr sz="2000" b="1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160" dirty="0">
                <a:solidFill>
                  <a:srgbClr val="FFFFFF"/>
                </a:solidFill>
                <a:latin typeface="Trebuchet MS"/>
                <a:cs typeface="Trebuchet MS"/>
              </a:rPr>
              <a:t>se</a:t>
            </a:r>
            <a:r>
              <a:rPr sz="2000" b="1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120" dirty="0">
                <a:solidFill>
                  <a:srgbClr val="FFFFFF"/>
                </a:solidFill>
                <a:latin typeface="Trebuchet MS"/>
                <a:cs typeface="Trebuchet MS"/>
              </a:rPr>
              <a:t>construye?</a:t>
            </a:r>
            <a:endParaRPr sz="2000" dirty="0">
              <a:latin typeface="Trebuchet MS"/>
              <a:cs typeface="Trebuchet MS"/>
            </a:endParaRPr>
          </a:p>
          <a:p>
            <a:pPr marL="443865">
              <a:lnSpc>
                <a:spcPct val="100000"/>
              </a:lnSpc>
              <a:spcBef>
                <a:spcPts val="1725"/>
              </a:spcBef>
            </a:pPr>
            <a:r>
              <a:rPr sz="2250" spc="135" dirty="0">
                <a:solidFill>
                  <a:srgbClr val="FFFFFF"/>
                </a:solidFill>
                <a:latin typeface="SimSun-ExtB"/>
                <a:cs typeface="SimSun-ExtB"/>
              </a:rPr>
              <a:t>  </a:t>
            </a:r>
            <a:r>
              <a:rPr sz="20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Selecciona</a:t>
            </a:r>
            <a:r>
              <a:rPr sz="20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20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3 </a:t>
            </a:r>
            <a:r>
              <a:rPr sz="2000" spc="24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0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FFFFFF"/>
                </a:solidFill>
                <a:latin typeface="Lucida Sans Unicode"/>
                <a:cs typeface="Lucida Sans Unicode"/>
              </a:rPr>
              <a:t>5</a:t>
            </a:r>
            <a:r>
              <a:rPr sz="20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competidores</a:t>
            </a:r>
            <a:r>
              <a:rPr sz="20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(directos</a:t>
            </a:r>
            <a:r>
              <a:rPr sz="20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0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indirectos).</a:t>
            </a:r>
            <a:endParaRPr sz="2000" dirty="0">
              <a:latin typeface="Lucida Sans Unicode"/>
              <a:cs typeface="Lucida Sans Unicode"/>
            </a:endParaRPr>
          </a:p>
          <a:p>
            <a:pPr marL="443865">
              <a:lnSpc>
                <a:spcPct val="100000"/>
              </a:lnSpc>
              <a:spcBef>
                <a:spcPts val="1725"/>
              </a:spcBef>
            </a:pPr>
            <a:r>
              <a:rPr sz="2250" spc="275" dirty="0">
                <a:solidFill>
                  <a:srgbClr val="FFFFFF"/>
                </a:solidFill>
                <a:latin typeface="SimSun-ExtB"/>
                <a:cs typeface="SimSun-ExtB"/>
              </a:rPr>
              <a:t>  </a:t>
            </a:r>
            <a:r>
              <a:rPr sz="2000" dirty="0">
                <a:solidFill>
                  <a:srgbClr val="FFFFFF"/>
                </a:solidFill>
                <a:latin typeface="Lucida Sans Unicode"/>
                <a:cs typeface="Lucida Sans Unicode"/>
              </a:rPr>
              <a:t>Define</a:t>
            </a:r>
            <a:r>
              <a:rPr sz="20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FFFFFF"/>
                </a:solidFill>
                <a:latin typeface="Lucida Sans Unicode"/>
                <a:cs typeface="Lucida Sans Unicode"/>
              </a:rPr>
              <a:t>los</a:t>
            </a:r>
            <a:r>
              <a:rPr sz="20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FFFFFF"/>
                </a:solidFill>
                <a:latin typeface="Lucida Sans Unicode"/>
                <a:cs typeface="Lucida Sans Unicode"/>
              </a:rPr>
              <a:t>criterios</a:t>
            </a:r>
            <a:r>
              <a:rPr sz="20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clave</a:t>
            </a:r>
            <a:r>
              <a:rPr sz="20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FFFFFF"/>
                </a:solidFill>
                <a:latin typeface="Lucida Sans Unicode"/>
                <a:cs typeface="Lucida Sans Unicode"/>
              </a:rPr>
              <a:t>(precio,</a:t>
            </a:r>
            <a:r>
              <a:rPr sz="20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facilidad</a:t>
            </a:r>
            <a:r>
              <a:rPr sz="20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20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uso,</a:t>
            </a:r>
            <a:r>
              <a:rPr sz="20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FFFFFF"/>
                </a:solidFill>
                <a:latin typeface="Lucida Sans Unicode"/>
                <a:cs typeface="Lucida Sans Unicode"/>
              </a:rPr>
              <a:t>innovación,</a:t>
            </a:r>
            <a:r>
              <a:rPr sz="20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FFFFFF"/>
                </a:solidFill>
                <a:latin typeface="Lucida Sans Unicode"/>
                <a:cs typeface="Lucida Sans Unicode"/>
              </a:rPr>
              <a:t>servicio</a:t>
            </a:r>
            <a:r>
              <a:rPr sz="20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FFFFFF"/>
                </a:solidFill>
                <a:latin typeface="Lucida Sans Unicode"/>
                <a:cs typeface="Lucida Sans Unicode"/>
              </a:rPr>
              <a:t>postventa,</a:t>
            </a:r>
            <a:r>
              <a:rPr sz="20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etc.).</a:t>
            </a:r>
            <a:endParaRPr sz="2000" dirty="0">
              <a:latin typeface="Lucida Sans Unicode"/>
              <a:cs typeface="Lucida Sans Unicode"/>
            </a:endParaRPr>
          </a:p>
          <a:p>
            <a:pPr marL="443865">
              <a:lnSpc>
                <a:spcPct val="100000"/>
              </a:lnSpc>
              <a:spcBef>
                <a:spcPts val="1725"/>
              </a:spcBef>
            </a:pPr>
            <a:r>
              <a:rPr sz="2250" spc="190" dirty="0">
                <a:solidFill>
                  <a:srgbClr val="FFFFFF"/>
                </a:solidFill>
                <a:latin typeface="SimSun-ExtB"/>
                <a:cs typeface="SimSun-ExtB"/>
              </a:rPr>
              <a:t>  </a:t>
            </a:r>
            <a:r>
              <a:rPr sz="2000" dirty="0">
                <a:solidFill>
                  <a:srgbClr val="FFFFFF"/>
                </a:solidFill>
                <a:latin typeface="Lucida Sans Unicode"/>
                <a:cs typeface="Lucida Sans Unicode"/>
              </a:rPr>
              <a:t>Asigna</a:t>
            </a:r>
            <a:r>
              <a:rPr sz="20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una</a:t>
            </a:r>
            <a:r>
              <a:rPr sz="20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escala</a:t>
            </a:r>
            <a:r>
              <a:rPr sz="20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20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puntuación</a:t>
            </a:r>
            <a:r>
              <a:rPr sz="20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FFFFFF"/>
                </a:solidFill>
                <a:latin typeface="Lucida Sans Unicode"/>
                <a:cs typeface="Lucida Sans Unicode"/>
              </a:rPr>
              <a:t>(ej:</a:t>
            </a:r>
            <a:r>
              <a:rPr sz="20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360" dirty="0">
                <a:solidFill>
                  <a:srgbClr val="FFFFFF"/>
                </a:solidFill>
                <a:latin typeface="Lucida Sans Unicode"/>
                <a:cs typeface="Lucida Sans Unicode"/>
              </a:rPr>
              <a:t>1-</a:t>
            </a:r>
            <a:r>
              <a:rPr sz="20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5)</a:t>
            </a:r>
            <a:r>
              <a:rPr sz="20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en</a:t>
            </a:r>
            <a:r>
              <a:rPr sz="20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185" dirty="0">
                <a:solidFill>
                  <a:srgbClr val="FFFFFF"/>
                </a:solidFill>
                <a:latin typeface="Lucida Sans Unicode"/>
                <a:cs typeface="Lucida Sans Unicode"/>
              </a:rPr>
              <a:t>cada</a:t>
            </a:r>
            <a:r>
              <a:rPr sz="20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criterio.</a:t>
            </a:r>
            <a:endParaRPr sz="2000" dirty="0">
              <a:latin typeface="Lucida Sans Unicode"/>
              <a:cs typeface="Lucida Sans Unicode"/>
            </a:endParaRPr>
          </a:p>
          <a:p>
            <a:pPr marL="443865">
              <a:lnSpc>
                <a:spcPct val="100000"/>
              </a:lnSpc>
              <a:spcBef>
                <a:spcPts val="1725"/>
              </a:spcBef>
            </a:pPr>
            <a:r>
              <a:rPr sz="2250" spc="235" dirty="0">
                <a:solidFill>
                  <a:srgbClr val="FFFFFF"/>
                </a:solidFill>
                <a:latin typeface="SimSun-ExtB"/>
                <a:cs typeface="SimSun-ExtB"/>
              </a:rPr>
              <a:t>  </a:t>
            </a:r>
            <a:r>
              <a:rPr sz="2000" dirty="0">
                <a:solidFill>
                  <a:srgbClr val="FFFFFF"/>
                </a:solidFill>
                <a:latin typeface="Lucida Sans Unicode"/>
                <a:cs typeface="Lucida Sans Unicode"/>
              </a:rPr>
              <a:t>Identifica</a:t>
            </a:r>
            <a:r>
              <a:rPr sz="20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FFFFFF"/>
                </a:solidFill>
                <a:latin typeface="Lucida Sans Unicode"/>
                <a:cs typeface="Lucida Sans Unicode"/>
              </a:rPr>
              <a:t>tus</a:t>
            </a:r>
            <a:r>
              <a:rPr sz="20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FFFFFF"/>
                </a:solidFill>
                <a:latin typeface="Lucida Sans Unicode"/>
                <a:cs typeface="Lucida Sans Unicode"/>
              </a:rPr>
              <a:t>fortalezas</a:t>
            </a:r>
            <a:r>
              <a:rPr sz="20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20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debilidades</a:t>
            </a:r>
            <a:r>
              <a:rPr sz="20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FFFFFF"/>
                </a:solidFill>
                <a:latin typeface="Lucida Sans Unicode"/>
                <a:cs typeface="Lucida Sans Unicode"/>
              </a:rPr>
              <a:t>frente</a:t>
            </a:r>
            <a:r>
              <a:rPr sz="20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24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0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sz="20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competencia.</a:t>
            </a:r>
            <a:endParaRPr sz="20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20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000" b="1" spc="75" dirty="0">
                <a:solidFill>
                  <a:srgbClr val="FFFFFF"/>
                </a:solidFill>
                <a:latin typeface="Trebuchet MS"/>
                <a:cs typeface="Trebuchet MS"/>
              </a:rPr>
              <a:t>Ejemplo</a:t>
            </a:r>
            <a:r>
              <a:rPr sz="2000" b="1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13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1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135" dirty="0">
                <a:solidFill>
                  <a:srgbClr val="FFFFFF"/>
                </a:solidFill>
                <a:latin typeface="Trebuchet MS"/>
                <a:cs typeface="Trebuchet MS"/>
              </a:rPr>
              <a:t>variables</a:t>
            </a:r>
            <a:r>
              <a:rPr sz="2000" b="1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28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000" b="1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90" dirty="0">
                <a:solidFill>
                  <a:srgbClr val="FFFFFF"/>
                </a:solidFill>
                <a:latin typeface="Trebuchet MS"/>
                <a:cs typeface="Trebuchet MS"/>
              </a:rPr>
              <a:t>evaluar:</a:t>
            </a:r>
            <a:endParaRPr sz="2000" dirty="0">
              <a:latin typeface="Trebuchet MS"/>
              <a:cs typeface="Trebuchet MS"/>
            </a:endParaRPr>
          </a:p>
          <a:p>
            <a:pPr marL="497840">
              <a:lnSpc>
                <a:spcPct val="100000"/>
              </a:lnSpc>
              <a:spcBef>
                <a:spcPts val="1475"/>
              </a:spcBef>
            </a:pPr>
            <a:r>
              <a:rPr sz="2250" spc="-75" dirty="0">
                <a:solidFill>
                  <a:srgbClr val="FFFFFF"/>
                </a:solidFill>
                <a:latin typeface="SimSun-ExtB"/>
                <a:cs typeface="SimSun-ExtB"/>
              </a:rPr>
              <a:t>🚀</a:t>
            </a:r>
            <a:r>
              <a:rPr sz="2250" spc="-770" dirty="0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sz="2000" b="1" spc="75" dirty="0">
                <a:solidFill>
                  <a:srgbClr val="FFFFFF"/>
                </a:solidFill>
                <a:latin typeface="Trebuchet MS"/>
                <a:cs typeface="Trebuchet MS"/>
              </a:rPr>
              <a:t>Diferenciación:</a:t>
            </a:r>
            <a:r>
              <a:rPr sz="2000" b="1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¿Qué</a:t>
            </a:r>
            <a:r>
              <a:rPr sz="20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tan</a:t>
            </a:r>
            <a:r>
              <a:rPr sz="20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FFFFFF"/>
                </a:solidFill>
                <a:latin typeface="Lucida Sans Unicode"/>
                <a:cs typeface="Lucida Sans Unicode"/>
              </a:rPr>
              <a:t>único</a:t>
            </a:r>
            <a:r>
              <a:rPr sz="20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es</a:t>
            </a:r>
            <a:r>
              <a:rPr sz="20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FFFFFF"/>
                </a:solidFill>
                <a:latin typeface="Lucida Sans Unicode"/>
                <a:cs typeface="Lucida Sans Unicode"/>
              </a:rPr>
              <a:t>tu</a:t>
            </a:r>
            <a:r>
              <a:rPr sz="20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producto?</a:t>
            </a:r>
            <a:endParaRPr sz="2000" dirty="0">
              <a:latin typeface="Lucida Sans Unicode"/>
              <a:cs typeface="Lucida Sans Unicode"/>
            </a:endParaRPr>
          </a:p>
          <a:p>
            <a:pPr marL="443865">
              <a:lnSpc>
                <a:spcPct val="100000"/>
              </a:lnSpc>
              <a:spcBef>
                <a:spcPts val="1425"/>
              </a:spcBef>
            </a:pPr>
            <a:r>
              <a:rPr sz="2250" spc="-210" dirty="0">
                <a:solidFill>
                  <a:srgbClr val="FFFFFF"/>
                </a:solidFill>
                <a:latin typeface="SimSun-ExtB"/>
                <a:cs typeface="SimSun-ExtB"/>
              </a:rPr>
              <a:t>💰</a:t>
            </a:r>
            <a:r>
              <a:rPr sz="2250" spc="-620" dirty="0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rebuchet MS"/>
                <a:cs typeface="Trebuchet MS"/>
              </a:rPr>
              <a:t>Precio:</a:t>
            </a: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¿Más</a:t>
            </a:r>
            <a:r>
              <a:rPr sz="20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caro</a:t>
            </a:r>
            <a:r>
              <a:rPr sz="20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accesible</a:t>
            </a:r>
            <a:r>
              <a:rPr sz="20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2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sz="20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competencia?</a:t>
            </a:r>
            <a:endParaRPr sz="2000" dirty="0">
              <a:latin typeface="Lucida Sans Unicode"/>
              <a:cs typeface="Lucida Sans Unicode"/>
            </a:endParaRPr>
          </a:p>
          <a:p>
            <a:pPr marL="497840">
              <a:lnSpc>
                <a:spcPct val="100000"/>
              </a:lnSpc>
              <a:spcBef>
                <a:spcPts val="1425"/>
              </a:spcBef>
            </a:pPr>
            <a:r>
              <a:rPr sz="2250" spc="-75" dirty="0">
                <a:solidFill>
                  <a:srgbClr val="FFFFFF"/>
                </a:solidFill>
                <a:latin typeface="SimSun-ExtB"/>
                <a:cs typeface="SimSun-ExtB"/>
              </a:rPr>
              <a:t>🛠</a:t>
            </a:r>
            <a:r>
              <a:rPr sz="2250" spc="-885" dirty="0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sz="2000" b="1" spc="110" dirty="0">
                <a:solidFill>
                  <a:srgbClr val="FFFFFF"/>
                </a:solidFill>
                <a:latin typeface="Trebuchet MS"/>
                <a:cs typeface="Trebuchet MS"/>
              </a:rPr>
              <a:t>Facilidad</a:t>
            </a:r>
            <a:r>
              <a:rPr sz="2000" b="1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13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1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85" dirty="0">
                <a:solidFill>
                  <a:srgbClr val="FFFFFF"/>
                </a:solidFill>
                <a:latin typeface="Trebuchet MS"/>
                <a:cs typeface="Trebuchet MS"/>
              </a:rPr>
              <a:t>uso:</a:t>
            </a:r>
            <a:r>
              <a:rPr sz="2000" b="1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Lucida Sans Unicode"/>
                <a:cs typeface="Lucida Sans Unicode"/>
              </a:rPr>
              <a:t>¿Es</a:t>
            </a:r>
            <a:r>
              <a:rPr sz="20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intuitivo</a:t>
            </a:r>
            <a:r>
              <a:rPr sz="20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0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FFFFFF"/>
                </a:solidFill>
                <a:latin typeface="Lucida Sans Unicode"/>
                <a:cs typeface="Lucida Sans Unicode"/>
              </a:rPr>
              <a:t>requiere</a:t>
            </a:r>
            <a:r>
              <a:rPr sz="20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capacitación?</a:t>
            </a:r>
            <a:endParaRPr sz="2000" dirty="0">
              <a:latin typeface="Lucida Sans Unicode"/>
              <a:cs typeface="Lucida Sans Unicode"/>
            </a:endParaRPr>
          </a:p>
          <a:p>
            <a:pPr marL="497840">
              <a:lnSpc>
                <a:spcPct val="100000"/>
              </a:lnSpc>
              <a:spcBef>
                <a:spcPts val="1575"/>
              </a:spcBef>
            </a:pPr>
            <a:r>
              <a:rPr sz="2100" spc="80" dirty="0">
                <a:solidFill>
                  <a:srgbClr val="FFFFFF"/>
                </a:solidFill>
                <a:latin typeface="SimSun-ExtB"/>
                <a:cs typeface="SimSun-ExtB"/>
              </a:rPr>
              <a:t>📢</a:t>
            </a:r>
            <a:r>
              <a:rPr sz="2100" spc="-810" dirty="0">
                <a:solidFill>
                  <a:srgbClr val="FFFFFF"/>
                </a:solidFill>
                <a:latin typeface="SimSun-ExtB"/>
                <a:cs typeface="SimSun-ExtB"/>
              </a:rPr>
              <a:t> </a:t>
            </a:r>
            <a:r>
              <a:rPr sz="2000" b="1" spc="150" dirty="0">
                <a:solidFill>
                  <a:srgbClr val="FFFFFF"/>
                </a:solidFill>
                <a:latin typeface="Trebuchet MS"/>
                <a:cs typeface="Trebuchet MS"/>
              </a:rPr>
              <a:t>Alcance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13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1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155" dirty="0">
                <a:solidFill>
                  <a:srgbClr val="FFFFFF"/>
                </a:solidFill>
                <a:latin typeface="Trebuchet MS"/>
                <a:cs typeface="Trebuchet MS"/>
              </a:rPr>
              <a:t>marca:</a:t>
            </a:r>
            <a:r>
              <a:rPr sz="20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Lucida Sans Unicode"/>
                <a:cs typeface="Lucida Sans Unicode"/>
              </a:rPr>
              <a:t>¿Es</a:t>
            </a:r>
            <a:r>
              <a:rPr sz="20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conocida</a:t>
            </a:r>
            <a:r>
              <a:rPr sz="20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en</a:t>
            </a:r>
            <a:r>
              <a:rPr sz="20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FFFFFF"/>
                </a:solidFill>
                <a:latin typeface="Lucida Sans Unicode"/>
                <a:cs typeface="Lucida Sans Unicode"/>
              </a:rPr>
              <a:t>el</a:t>
            </a:r>
            <a:r>
              <a:rPr sz="20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mercado</a:t>
            </a:r>
            <a:r>
              <a:rPr sz="20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objetivo?</a:t>
            </a:r>
            <a:endParaRPr sz="20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442064"/>
            <a:ext cx="18288000" cy="5845175"/>
          </a:xfrm>
          <a:custGeom>
            <a:avLst/>
            <a:gdLst/>
            <a:ahLst/>
            <a:cxnLst/>
            <a:rect l="l" t="t" r="r" b="b"/>
            <a:pathLst>
              <a:path w="18288000" h="5845175">
                <a:moveTo>
                  <a:pt x="18287999" y="5844935"/>
                </a:moveTo>
                <a:lnTo>
                  <a:pt x="0" y="5844935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5844935"/>
                </a:lnTo>
                <a:close/>
              </a:path>
            </a:pathLst>
          </a:custGeom>
          <a:solidFill>
            <a:srgbClr val="4E6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8288000" cy="778510"/>
            <a:chOff x="0" y="0"/>
            <a:chExt cx="18288000" cy="77851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8288000" cy="778510"/>
            </a:xfrm>
            <a:custGeom>
              <a:avLst/>
              <a:gdLst/>
              <a:ahLst/>
              <a:cxnLst/>
              <a:rect l="l" t="t" r="r" b="b"/>
              <a:pathLst>
                <a:path w="18288000" h="778510">
                  <a:moveTo>
                    <a:pt x="18288000" y="777885"/>
                  </a:moveTo>
                  <a:lnTo>
                    <a:pt x="0" y="777885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777885"/>
                  </a:lnTo>
                  <a:close/>
                </a:path>
              </a:pathLst>
            </a:custGeom>
            <a:solidFill>
              <a:srgbClr val="4E6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053220" y="247166"/>
              <a:ext cx="1206500" cy="297180"/>
            </a:xfrm>
            <a:custGeom>
              <a:avLst/>
              <a:gdLst/>
              <a:ahLst/>
              <a:cxnLst/>
              <a:rect l="l" t="t" r="r" b="b"/>
              <a:pathLst>
                <a:path w="1206500" h="297180">
                  <a:moveTo>
                    <a:pt x="297053" y="148526"/>
                  </a:moveTo>
                  <a:lnTo>
                    <a:pt x="289471" y="101574"/>
                  </a:lnTo>
                  <a:lnTo>
                    <a:pt x="268389" y="60807"/>
                  </a:lnTo>
                  <a:lnTo>
                    <a:pt x="236245" y="28651"/>
                  </a:lnTo>
                  <a:lnTo>
                    <a:pt x="195465" y="7569"/>
                  </a:lnTo>
                  <a:lnTo>
                    <a:pt x="148526" y="0"/>
                  </a:lnTo>
                  <a:lnTo>
                    <a:pt x="101587" y="7569"/>
                  </a:lnTo>
                  <a:lnTo>
                    <a:pt x="60807" y="28651"/>
                  </a:lnTo>
                  <a:lnTo>
                    <a:pt x="28663" y="60807"/>
                  </a:lnTo>
                  <a:lnTo>
                    <a:pt x="7569" y="101574"/>
                  </a:lnTo>
                  <a:lnTo>
                    <a:pt x="0" y="148526"/>
                  </a:lnTo>
                  <a:lnTo>
                    <a:pt x="7569" y="195465"/>
                  </a:lnTo>
                  <a:lnTo>
                    <a:pt x="28663" y="236232"/>
                  </a:lnTo>
                  <a:lnTo>
                    <a:pt x="60807" y="268389"/>
                  </a:lnTo>
                  <a:lnTo>
                    <a:pt x="101587" y="289471"/>
                  </a:lnTo>
                  <a:lnTo>
                    <a:pt x="148526" y="297040"/>
                  </a:lnTo>
                  <a:lnTo>
                    <a:pt x="195465" y="289471"/>
                  </a:lnTo>
                  <a:lnTo>
                    <a:pt x="236245" y="268389"/>
                  </a:lnTo>
                  <a:lnTo>
                    <a:pt x="268389" y="236232"/>
                  </a:lnTo>
                  <a:lnTo>
                    <a:pt x="289471" y="195465"/>
                  </a:lnTo>
                  <a:lnTo>
                    <a:pt x="297053" y="148526"/>
                  </a:lnTo>
                  <a:close/>
                </a:path>
                <a:path w="1206500" h="297180">
                  <a:moveTo>
                    <a:pt x="751560" y="148526"/>
                  </a:moveTo>
                  <a:lnTo>
                    <a:pt x="743991" y="101574"/>
                  </a:lnTo>
                  <a:lnTo>
                    <a:pt x="722909" y="60807"/>
                  </a:lnTo>
                  <a:lnTo>
                    <a:pt x="690753" y="28651"/>
                  </a:lnTo>
                  <a:lnTo>
                    <a:pt x="649986" y="7569"/>
                  </a:lnTo>
                  <a:lnTo>
                    <a:pt x="603034" y="0"/>
                  </a:lnTo>
                  <a:lnTo>
                    <a:pt x="556094" y="7569"/>
                  </a:lnTo>
                  <a:lnTo>
                    <a:pt x="515327" y="28651"/>
                  </a:lnTo>
                  <a:lnTo>
                    <a:pt x="483171" y="60807"/>
                  </a:lnTo>
                  <a:lnTo>
                    <a:pt x="462089" y="101574"/>
                  </a:lnTo>
                  <a:lnTo>
                    <a:pt x="454520" y="148526"/>
                  </a:lnTo>
                  <a:lnTo>
                    <a:pt x="462089" y="195465"/>
                  </a:lnTo>
                  <a:lnTo>
                    <a:pt x="483171" y="236232"/>
                  </a:lnTo>
                  <a:lnTo>
                    <a:pt x="515327" y="268389"/>
                  </a:lnTo>
                  <a:lnTo>
                    <a:pt x="556094" y="289471"/>
                  </a:lnTo>
                  <a:lnTo>
                    <a:pt x="603034" y="297040"/>
                  </a:lnTo>
                  <a:lnTo>
                    <a:pt x="649986" y="289471"/>
                  </a:lnTo>
                  <a:lnTo>
                    <a:pt x="690753" y="268389"/>
                  </a:lnTo>
                  <a:lnTo>
                    <a:pt x="722909" y="236232"/>
                  </a:lnTo>
                  <a:lnTo>
                    <a:pt x="743991" y="195465"/>
                  </a:lnTo>
                  <a:lnTo>
                    <a:pt x="751560" y="148526"/>
                  </a:lnTo>
                  <a:close/>
                </a:path>
                <a:path w="1206500" h="297180">
                  <a:moveTo>
                    <a:pt x="1206068" y="148526"/>
                  </a:moveTo>
                  <a:lnTo>
                    <a:pt x="1198499" y="101574"/>
                  </a:lnTo>
                  <a:lnTo>
                    <a:pt x="1177417" y="60807"/>
                  </a:lnTo>
                  <a:lnTo>
                    <a:pt x="1145273" y="28651"/>
                  </a:lnTo>
                  <a:lnTo>
                    <a:pt x="1104493" y="7569"/>
                  </a:lnTo>
                  <a:lnTo>
                    <a:pt x="1057554" y="0"/>
                  </a:lnTo>
                  <a:lnTo>
                    <a:pt x="1010602" y="7569"/>
                  </a:lnTo>
                  <a:lnTo>
                    <a:pt x="969835" y="28651"/>
                  </a:lnTo>
                  <a:lnTo>
                    <a:pt x="937691" y="60807"/>
                  </a:lnTo>
                  <a:lnTo>
                    <a:pt x="916597" y="101574"/>
                  </a:lnTo>
                  <a:lnTo>
                    <a:pt x="909027" y="148526"/>
                  </a:lnTo>
                  <a:lnTo>
                    <a:pt x="916597" y="195465"/>
                  </a:lnTo>
                  <a:lnTo>
                    <a:pt x="937691" y="236232"/>
                  </a:lnTo>
                  <a:lnTo>
                    <a:pt x="969835" y="268389"/>
                  </a:lnTo>
                  <a:lnTo>
                    <a:pt x="1010602" y="289471"/>
                  </a:lnTo>
                  <a:lnTo>
                    <a:pt x="1057554" y="297040"/>
                  </a:lnTo>
                  <a:lnTo>
                    <a:pt x="1104493" y="289471"/>
                  </a:lnTo>
                  <a:lnTo>
                    <a:pt x="1145273" y="268389"/>
                  </a:lnTo>
                  <a:lnTo>
                    <a:pt x="1177417" y="236232"/>
                  </a:lnTo>
                  <a:lnTo>
                    <a:pt x="1198499" y="195465"/>
                  </a:lnTo>
                  <a:lnTo>
                    <a:pt x="1206068" y="1485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7603392" y="1477543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237950" y="475901"/>
                </a:moveTo>
                <a:lnTo>
                  <a:pt x="189995" y="471066"/>
                </a:lnTo>
                <a:lnTo>
                  <a:pt x="145329" y="457201"/>
                </a:lnTo>
                <a:lnTo>
                  <a:pt x="104910" y="435262"/>
                </a:lnTo>
                <a:lnTo>
                  <a:pt x="69694" y="406206"/>
                </a:lnTo>
                <a:lnTo>
                  <a:pt x="40638" y="370990"/>
                </a:lnTo>
                <a:lnTo>
                  <a:pt x="18699" y="330571"/>
                </a:lnTo>
                <a:lnTo>
                  <a:pt x="4834" y="285905"/>
                </a:lnTo>
                <a:lnTo>
                  <a:pt x="0" y="237950"/>
                </a:lnTo>
                <a:lnTo>
                  <a:pt x="4834" y="189995"/>
                </a:lnTo>
                <a:lnTo>
                  <a:pt x="18699" y="145329"/>
                </a:lnTo>
                <a:lnTo>
                  <a:pt x="40638" y="104910"/>
                </a:lnTo>
                <a:lnTo>
                  <a:pt x="69694" y="69694"/>
                </a:lnTo>
                <a:lnTo>
                  <a:pt x="104910" y="40638"/>
                </a:lnTo>
                <a:lnTo>
                  <a:pt x="145329" y="18699"/>
                </a:lnTo>
                <a:lnTo>
                  <a:pt x="189995" y="4834"/>
                </a:lnTo>
                <a:lnTo>
                  <a:pt x="237950" y="0"/>
                </a:lnTo>
                <a:lnTo>
                  <a:pt x="285906" y="4834"/>
                </a:lnTo>
                <a:lnTo>
                  <a:pt x="330571" y="18699"/>
                </a:lnTo>
                <a:lnTo>
                  <a:pt x="370991" y="40638"/>
                </a:lnTo>
                <a:lnTo>
                  <a:pt x="406206" y="69694"/>
                </a:lnTo>
                <a:lnTo>
                  <a:pt x="435262" y="104910"/>
                </a:lnTo>
                <a:lnTo>
                  <a:pt x="457201" y="145329"/>
                </a:lnTo>
                <a:lnTo>
                  <a:pt x="471066" y="189995"/>
                </a:lnTo>
                <a:lnTo>
                  <a:pt x="475900" y="237950"/>
                </a:lnTo>
                <a:lnTo>
                  <a:pt x="471066" y="285905"/>
                </a:lnTo>
                <a:lnTo>
                  <a:pt x="457201" y="330571"/>
                </a:lnTo>
                <a:lnTo>
                  <a:pt x="435262" y="370990"/>
                </a:lnTo>
                <a:lnTo>
                  <a:pt x="406206" y="406206"/>
                </a:lnTo>
                <a:lnTo>
                  <a:pt x="370991" y="435262"/>
                </a:lnTo>
                <a:lnTo>
                  <a:pt x="330571" y="457201"/>
                </a:lnTo>
                <a:lnTo>
                  <a:pt x="285906" y="471066"/>
                </a:lnTo>
                <a:lnTo>
                  <a:pt x="237950" y="475901"/>
                </a:lnTo>
                <a:close/>
              </a:path>
            </a:pathLst>
          </a:custGeom>
          <a:solidFill>
            <a:srgbClr val="00C89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9645" y="5143500"/>
            <a:ext cx="16411574" cy="3257549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538422" y="1655232"/>
            <a:ext cx="6198235" cy="1301750"/>
          </a:xfrm>
          <a:prstGeom prst="rect">
            <a:avLst/>
          </a:prstGeom>
        </p:spPr>
        <p:txBody>
          <a:bodyPr vert="horz" wrap="square" lIns="0" tIns="260350" rIns="0" bIns="0" rtlCol="0">
            <a:spAutoFit/>
          </a:bodyPr>
          <a:lstStyle/>
          <a:p>
            <a:pPr marL="12700" marR="5080">
              <a:lnSpc>
                <a:spcPct val="67500"/>
              </a:lnSpc>
              <a:spcBef>
                <a:spcPts val="2050"/>
              </a:spcBef>
            </a:pPr>
            <a:r>
              <a:rPr sz="5000" spc="490" dirty="0"/>
              <a:t>MATRIZ</a:t>
            </a:r>
            <a:r>
              <a:rPr sz="5000" spc="290" dirty="0"/>
              <a:t> </a:t>
            </a:r>
            <a:r>
              <a:rPr sz="5000" spc="220" dirty="0"/>
              <a:t>DE </a:t>
            </a:r>
            <a:r>
              <a:rPr sz="5000" spc="405" dirty="0"/>
              <a:t>COMPETITIVIDAD</a:t>
            </a:r>
            <a:endParaRPr sz="5000"/>
          </a:p>
        </p:txBody>
      </p:sp>
      <p:sp>
        <p:nvSpPr>
          <p:cNvPr id="9" name="object 9"/>
          <p:cNvSpPr txBox="1"/>
          <p:nvPr/>
        </p:nvSpPr>
        <p:spPr>
          <a:xfrm>
            <a:off x="1166531" y="3304268"/>
            <a:ext cx="544830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Lucida Sans Unicode"/>
                <a:cs typeface="Lucida Sans Unicode"/>
              </a:rPr>
              <a:t>Ejemplo</a:t>
            </a:r>
            <a:r>
              <a:rPr sz="2300" spc="-80" dirty="0">
                <a:latin typeface="Lucida Sans Unicode"/>
                <a:cs typeface="Lucida Sans Unicode"/>
              </a:rPr>
              <a:t> </a:t>
            </a:r>
            <a:r>
              <a:rPr sz="2300" spc="110" dirty="0">
                <a:latin typeface="Lucida Sans Unicode"/>
                <a:cs typeface="Lucida Sans Unicode"/>
              </a:rPr>
              <a:t>de</a:t>
            </a:r>
            <a:r>
              <a:rPr sz="2300" spc="-8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matríz</a:t>
            </a:r>
            <a:r>
              <a:rPr sz="2300" spc="-75" dirty="0">
                <a:latin typeface="Lucida Sans Unicode"/>
                <a:cs typeface="Lucida Sans Unicode"/>
              </a:rPr>
              <a:t> </a:t>
            </a:r>
            <a:r>
              <a:rPr sz="2300" spc="110" dirty="0">
                <a:latin typeface="Lucida Sans Unicode"/>
                <a:cs typeface="Lucida Sans Unicode"/>
              </a:rPr>
              <a:t>de</a:t>
            </a:r>
            <a:r>
              <a:rPr sz="2300" spc="-80" dirty="0">
                <a:latin typeface="Lucida Sans Unicode"/>
                <a:cs typeface="Lucida Sans Unicode"/>
              </a:rPr>
              <a:t> </a:t>
            </a:r>
            <a:r>
              <a:rPr sz="2300" spc="45" dirty="0">
                <a:latin typeface="Lucida Sans Unicode"/>
                <a:cs typeface="Lucida Sans Unicode"/>
              </a:rPr>
              <a:t>Competitividad</a:t>
            </a:r>
            <a:endParaRPr sz="23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670787" y="5802788"/>
            <a:ext cx="3241675" cy="3336925"/>
            <a:chOff x="13670787" y="5802788"/>
            <a:chExt cx="3241675" cy="3336925"/>
          </a:xfrm>
        </p:grpSpPr>
        <p:sp>
          <p:nvSpPr>
            <p:cNvPr id="3" name="object 3"/>
            <p:cNvSpPr/>
            <p:nvPr/>
          </p:nvSpPr>
          <p:spPr>
            <a:xfrm>
              <a:off x="13670787" y="9115707"/>
              <a:ext cx="3241675" cy="0"/>
            </a:xfrm>
            <a:custGeom>
              <a:avLst/>
              <a:gdLst/>
              <a:ahLst/>
              <a:cxnLst/>
              <a:rect l="l" t="t" r="r" b="b"/>
              <a:pathLst>
                <a:path w="3241675">
                  <a:moveTo>
                    <a:pt x="0" y="0"/>
                  </a:moveTo>
                  <a:lnTo>
                    <a:pt x="3241600" y="0"/>
                  </a:lnTo>
                </a:path>
              </a:pathLst>
            </a:custGeom>
            <a:ln w="47624">
              <a:solidFill>
                <a:srgbClr val="0352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887650" y="5802788"/>
              <a:ext cx="0" cy="3313429"/>
            </a:xfrm>
            <a:custGeom>
              <a:avLst/>
              <a:gdLst/>
              <a:ahLst/>
              <a:cxnLst/>
              <a:rect l="l" t="t" r="r" b="b"/>
              <a:pathLst>
                <a:path h="3313429">
                  <a:moveTo>
                    <a:pt x="0" y="0"/>
                  </a:moveTo>
                  <a:lnTo>
                    <a:pt x="0" y="3312924"/>
                  </a:lnTo>
                </a:path>
              </a:pathLst>
            </a:custGeom>
            <a:ln w="47624">
              <a:solidFill>
                <a:srgbClr val="0352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1687585" y="8867573"/>
            <a:ext cx="546100" cy="546100"/>
          </a:xfrm>
          <a:custGeom>
            <a:avLst/>
            <a:gdLst/>
            <a:ahLst/>
            <a:cxnLst/>
            <a:rect l="l" t="t" r="r" b="b"/>
            <a:pathLst>
              <a:path w="546100" h="546100">
                <a:moveTo>
                  <a:pt x="545656" y="272828"/>
                </a:moveTo>
                <a:lnTo>
                  <a:pt x="272828" y="545657"/>
                </a:lnTo>
                <a:lnTo>
                  <a:pt x="0" y="272828"/>
                </a:lnTo>
                <a:lnTo>
                  <a:pt x="272828" y="0"/>
                </a:lnTo>
                <a:lnTo>
                  <a:pt x="545656" y="272828"/>
                </a:lnTo>
                <a:close/>
              </a:path>
            </a:pathLst>
          </a:custGeom>
          <a:solidFill>
            <a:srgbClr val="1C75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312384" y="8867573"/>
            <a:ext cx="546100" cy="546100"/>
          </a:xfrm>
          <a:custGeom>
            <a:avLst/>
            <a:gdLst/>
            <a:ahLst/>
            <a:cxnLst/>
            <a:rect l="l" t="t" r="r" b="b"/>
            <a:pathLst>
              <a:path w="546100" h="546100">
                <a:moveTo>
                  <a:pt x="545656" y="272828"/>
                </a:moveTo>
                <a:lnTo>
                  <a:pt x="272828" y="545656"/>
                </a:lnTo>
                <a:lnTo>
                  <a:pt x="0" y="272828"/>
                </a:lnTo>
                <a:lnTo>
                  <a:pt x="272828" y="0"/>
                </a:lnTo>
                <a:lnTo>
                  <a:pt x="545656" y="272828"/>
                </a:lnTo>
                <a:close/>
              </a:path>
            </a:pathLst>
          </a:custGeom>
          <a:solidFill>
            <a:srgbClr val="4FC1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937183" y="8867573"/>
            <a:ext cx="546100" cy="546100"/>
          </a:xfrm>
          <a:custGeom>
            <a:avLst/>
            <a:gdLst/>
            <a:ahLst/>
            <a:cxnLst/>
            <a:rect l="l" t="t" r="r" b="b"/>
            <a:pathLst>
              <a:path w="546100" h="546100">
                <a:moveTo>
                  <a:pt x="545657" y="272828"/>
                </a:moveTo>
                <a:lnTo>
                  <a:pt x="272829" y="545657"/>
                </a:lnTo>
                <a:lnTo>
                  <a:pt x="0" y="272828"/>
                </a:lnTo>
                <a:lnTo>
                  <a:pt x="272828" y="0"/>
                </a:lnTo>
                <a:lnTo>
                  <a:pt x="545657" y="272828"/>
                </a:lnTo>
                <a:close/>
              </a:path>
            </a:pathLst>
          </a:custGeom>
          <a:solidFill>
            <a:srgbClr val="1C755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1376478" y="1121879"/>
            <a:ext cx="3269615" cy="3359150"/>
            <a:chOff x="1376478" y="1121879"/>
            <a:chExt cx="3269615" cy="3359150"/>
          </a:xfrm>
        </p:grpSpPr>
        <p:sp>
          <p:nvSpPr>
            <p:cNvPr id="9" name="object 9"/>
            <p:cNvSpPr/>
            <p:nvPr/>
          </p:nvSpPr>
          <p:spPr>
            <a:xfrm>
              <a:off x="1400343" y="1146559"/>
              <a:ext cx="3245485" cy="0"/>
            </a:xfrm>
            <a:custGeom>
              <a:avLst/>
              <a:gdLst/>
              <a:ahLst/>
              <a:cxnLst/>
              <a:rect l="l" t="t" r="r" b="b"/>
              <a:pathLst>
                <a:path w="3245485">
                  <a:moveTo>
                    <a:pt x="0" y="0"/>
                  </a:moveTo>
                  <a:lnTo>
                    <a:pt x="3245336" y="0"/>
                  </a:lnTo>
                </a:path>
              </a:pathLst>
            </a:custGeom>
            <a:ln w="47624">
              <a:solidFill>
                <a:srgbClr val="0352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00291" y="1121879"/>
              <a:ext cx="0" cy="3359150"/>
            </a:xfrm>
            <a:custGeom>
              <a:avLst/>
              <a:gdLst/>
              <a:ahLst/>
              <a:cxnLst/>
              <a:rect l="l" t="t" r="r" b="b"/>
              <a:pathLst>
                <a:path h="3359150">
                  <a:moveTo>
                    <a:pt x="0" y="0"/>
                  </a:moveTo>
                  <a:lnTo>
                    <a:pt x="0" y="3359155"/>
                  </a:lnTo>
                </a:path>
              </a:pathLst>
            </a:custGeom>
            <a:ln w="47624">
              <a:solidFill>
                <a:srgbClr val="0352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4841004" y="873693"/>
            <a:ext cx="546100" cy="546100"/>
          </a:xfrm>
          <a:custGeom>
            <a:avLst/>
            <a:gdLst/>
            <a:ahLst/>
            <a:cxnLst/>
            <a:rect l="l" t="t" r="r" b="b"/>
            <a:pathLst>
              <a:path w="546100" h="546100">
                <a:moveTo>
                  <a:pt x="545657" y="272828"/>
                </a:moveTo>
                <a:lnTo>
                  <a:pt x="272828" y="545656"/>
                </a:lnTo>
                <a:lnTo>
                  <a:pt x="0" y="272828"/>
                </a:lnTo>
                <a:lnTo>
                  <a:pt x="272828" y="0"/>
                </a:lnTo>
                <a:lnTo>
                  <a:pt x="545657" y="272828"/>
                </a:lnTo>
                <a:close/>
              </a:path>
            </a:pathLst>
          </a:custGeom>
          <a:solidFill>
            <a:srgbClr val="1C75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65803" y="873693"/>
            <a:ext cx="546100" cy="546100"/>
          </a:xfrm>
          <a:custGeom>
            <a:avLst/>
            <a:gdLst/>
            <a:ahLst/>
            <a:cxnLst/>
            <a:rect l="l" t="t" r="r" b="b"/>
            <a:pathLst>
              <a:path w="546100" h="546100">
                <a:moveTo>
                  <a:pt x="545657" y="272828"/>
                </a:moveTo>
                <a:lnTo>
                  <a:pt x="272828" y="545656"/>
                </a:lnTo>
                <a:lnTo>
                  <a:pt x="0" y="272828"/>
                </a:lnTo>
                <a:lnTo>
                  <a:pt x="272828" y="0"/>
                </a:lnTo>
                <a:lnTo>
                  <a:pt x="545657" y="272828"/>
                </a:lnTo>
                <a:close/>
              </a:path>
            </a:pathLst>
          </a:custGeom>
          <a:solidFill>
            <a:srgbClr val="4FC1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90603" y="873693"/>
            <a:ext cx="546100" cy="546100"/>
          </a:xfrm>
          <a:custGeom>
            <a:avLst/>
            <a:gdLst/>
            <a:ahLst/>
            <a:cxnLst/>
            <a:rect l="l" t="t" r="r" b="b"/>
            <a:pathLst>
              <a:path w="546100" h="546100">
                <a:moveTo>
                  <a:pt x="545657" y="272828"/>
                </a:moveTo>
                <a:lnTo>
                  <a:pt x="272828" y="545656"/>
                </a:lnTo>
                <a:lnTo>
                  <a:pt x="0" y="272828"/>
                </a:lnTo>
                <a:lnTo>
                  <a:pt x="272828" y="0"/>
                </a:lnTo>
                <a:lnTo>
                  <a:pt x="545657" y="272828"/>
                </a:lnTo>
                <a:close/>
              </a:path>
            </a:pathLst>
          </a:custGeom>
          <a:solidFill>
            <a:srgbClr val="1C75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2995450" y="3376413"/>
            <a:ext cx="12297410" cy="339407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algn="ctr">
              <a:lnSpc>
                <a:spcPts val="13250"/>
              </a:lnSpc>
              <a:spcBef>
                <a:spcPts val="115"/>
              </a:spcBef>
            </a:pPr>
            <a:r>
              <a:rPr sz="12150" spc="1550" dirty="0"/>
              <a:t>BUSINESS</a:t>
            </a:r>
            <a:endParaRPr sz="12150"/>
          </a:p>
          <a:p>
            <a:pPr algn="ctr">
              <a:lnSpc>
                <a:spcPts val="13250"/>
              </a:lnSpc>
            </a:pPr>
            <a:r>
              <a:rPr sz="12150" b="0" spc="1115" dirty="0">
                <a:solidFill>
                  <a:srgbClr val="000000"/>
                </a:solidFill>
                <a:latin typeface="Trebuchet MS"/>
                <a:cs typeface="Trebuchet MS"/>
              </a:rPr>
              <a:t>MODEL</a:t>
            </a:r>
            <a:r>
              <a:rPr sz="12150" b="0" spc="-844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2150" b="0" spc="1420" dirty="0">
                <a:solidFill>
                  <a:srgbClr val="000000"/>
                </a:solidFill>
                <a:latin typeface="Trebuchet MS"/>
                <a:cs typeface="Trebuchet MS"/>
              </a:rPr>
              <a:t>CANVAS</a:t>
            </a:r>
            <a:endParaRPr sz="1215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4126881" y="-8"/>
            <a:ext cx="4161154" cy="4132579"/>
            <a:chOff x="14126881" y="-8"/>
            <a:chExt cx="4161154" cy="4132579"/>
          </a:xfrm>
        </p:grpSpPr>
        <p:sp>
          <p:nvSpPr>
            <p:cNvPr id="16" name="object 16"/>
            <p:cNvSpPr/>
            <p:nvPr/>
          </p:nvSpPr>
          <p:spPr>
            <a:xfrm>
              <a:off x="16269833" y="96120"/>
              <a:ext cx="2018664" cy="4036695"/>
            </a:xfrm>
            <a:custGeom>
              <a:avLst/>
              <a:gdLst/>
              <a:ahLst/>
              <a:cxnLst/>
              <a:rect l="l" t="t" r="r" b="b"/>
              <a:pathLst>
                <a:path w="2018665" h="4036695">
                  <a:moveTo>
                    <a:pt x="2018167" y="4036336"/>
                  </a:moveTo>
                  <a:lnTo>
                    <a:pt x="0" y="2018167"/>
                  </a:lnTo>
                  <a:lnTo>
                    <a:pt x="2018167" y="0"/>
                  </a:lnTo>
                  <a:lnTo>
                    <a:pt x="2018167" y="4036336"/>
                  </a:lnTo>
                  <a:close/>
                </a:path>
              </a:pathLst>
            </a:custGeom>
            <a:solidFill>
              <a:srgbClr val="0352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126881" y="0"/>
              <a:ext cx="4021454" cy="2011045"/>
            </a:xfrm>
            <a:custGeom>
              <a:avLst/>
              <a:gdLst/>
              <a:ahLst/>
              <a:cxnLst/>
              <a:rect l="l" t="t" r="r" b="b"/>
              <a:pathLst>
                <a:path w="4021455" h="2011045">
                  <a:moveTo>
                    <a:pt x="4021176" y="0"/>
                  </a:moveTo>
                  <a:lnTo>
                    <a:pt x="2010588" y="2010588"/>
                  </a:lnTo>
                  <a:lnTo>
                    <a:pt x="0" y="0"/>
                  </a:lnTo>
                  <a:lnTo>
                    <a:pt x="4021176" y="0"/>
                  </a:lnTo>
                  <a:close/>
                </a:path>
              </a:pathLst>
            </a:custGeom>
            <a:solidFill>
              <a:srgbClr val="1C75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669138" y="1"/>
              <a:ext cx="2619375" cy="2619375"/>
            </a:xfrm>
            <a:custGeom>
              <a:avLst/>
              <a:gdLst/>
              <a:ahLst/>
              <a:cxnLst/>
              <a:rect l="l" t="t" r="r" b="b"/>
              <a:pathLst>
                <a:path w="2619375" h="2619375">
                  <a:moveTo>
                    <a:pt x="2618860" y="2618860"/>
                  </a:moveTo>
                  <a:lnTo>
                    <a:pt x="0" y="0"/>
                  </a:lnTo>
                  <a:lnTo>
                    <a:pt x="2618860" y="0"/>
                  </a:lnTo>
                  <a:lnTo>
                    <a:pt x="2618860" y="2618860"/>
                  </a:lnTo>
                  <a:close/>
                </a:path>
              </a:pathLst>
            </a:custGeom>
            <a:solidFill>
              <a:srgbClr val="000000">
                <a:alpha val="16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856989" y="-8"/>
              <a:ext cx="2431415" cy="2431415"/>
            </a:xfrm>
            <a:custGeom>
              <a:avLst/>
              <a:gdLst/>
              <a:ahLst/>
              <a:cxnLst/>
              <a:rect l="l" t="t" r="r" b="b"/>
              <a:pathLst>
                <a:path w="2431415" h="2431415">
                  <a:moveTo>
                    <a:pt x="2431013" y="2431003"/>
                  </a:moveTo>
                  <a:lnTo>
                    <a:pt x="0" y="0"/>
                  </a:lnTo>
                  <a:lnTo>
                    <a:pt x="2431009" y="8"/>
                  </a:lnTo>
                  <a:lnTo>
                    <a:pt x="2431009" y="2431003"/>
                  </a:lnTo>
                  <a:close/>
                </a:path>
              </a:pathLst>
            </a:custGeom>
            <a:solidFill>
              <a:srgbClr val="4FC1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0" y="5968450"/>
            <a:ext cx="4347210" cy="4318635"/>
            <a:chOff x="0" y="5968450"/>
            <a:chExt cx="4347210" cy="4318635"/>
          </a:xfrm>
        </p:grpSpPr>
        <p:sp>
          <p:nvSpPr>
            <p:cNvPr id="21" name="object 21"/>
            <p:cNvSpPr/>
            <p:nvPr/>
          </p:nvSpPr>
          <p:spPr>
            <a:xfrm>
              <a:off x="249762" y="8238276"/>
              <a:ext cx="4097654" cy="2049145"/>
            </a:xfrm>
            <a:custGeom>
              <a:avLst/>
              <a:gdLst/>
              <a:ahLst/>
              <a:cxnLst/>
              <a:rect l="l" t="t" r="r" b="b"/>
              <a:pathLst>
                <a:path w="4097654" h="2049145">
                  <a:moveTo>
                    <a:pt x="4097446" y="2048722"/>
                  </a:moveTo>
                  <a:lnTo>
                    <a:pt x="0" y="2048723"/>
                  </a:lnTo>
                  <a:lnTo>
                    <a:pt x="2048723" y="0"/>
                  </a:lnTo>
                  <a:lnTo>
                    <a:pt x="4097446" y="2048722"/>
                  </a:lnTo>
                  <a:close/>
                </a:path>
              </a:pathLst>
            </a:custGeom>
            <a:solidFill>
              <a:srgbClr val="0352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5968450"/>
              <a:ext cx="2166620" cy="4318635"/>
            </a:xfrm>
            <a:custGeom>
              <a:avLst/>
              <a:gdLst/>
              <a:ahLst/>
              <a:cxnLst/>
              <a:rect l="l" t="t" r="r" b="b"/>
              <a:pathLst>
                <a:path w="2166620" h="4318634">
                  <a:moveTo>
                    <a:pt x="2166124" y="2166124"/>
                  </a:moveTo>
                  <a:lnTo>
                    <a:pt x="13700" y="4318549"/>
                  </a:lnTo>
                  <a:lnTo>
                    <a:pt x="0" y="4318549"/>
                  </a:lnTo>
                  <a:lnTo>
                    <a:pt x="0" y="0"/>
                  </a:lnTo>
                  <a:lnTo>
                    <a:pt x="2166124" y="2166124"/>
                  </a:lnTo>
                  <a:close/>
                </a:path>
              </a:pathLst>
            </a:custGeom>
            <a:solidFill>
              <a:srgbClr val="1C75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0" y="7855978"/>
              <a:ext cx="2431415" cy="2431415"/>
            </a:xfrm>
            <a:custGeom>
              <a:avLst/>
              <a:gdLst/>
              <a:ahLst/>
              <a:cxnLst/>
              <a:rect l="l" t="t" r="r" b="b"/>
              <a:pathLst>
                <a:path w="2431415" h="2431415">
                  <a:moveTo>
                    <a:pt x="2431006" y="2431013"/>
                  </a:moveTo>
                  <a:lnTo>
                    <a:pt x="0" y="2431021"/>
                  </a:lnTo>
                  <a:lnTo>
                    <a:pt x="3" y="0"/>
                  </a:lnTo>
                  <a:lnTo>
                    <a:pt x="2431006" y="2431013"/>
                  </a:lnTo>
                  <a:close/>
                </a:path>
              </a:pathLst>
            </a:custGeom>
            <a:solidFill>
              <a:srgbClr val="4FC1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2625580" y="9622246"/>
            <a:ext cx="4274820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-30" dirty="0">
                <a:solidFill>
                  <a:srgbClr val="035237"/>
                </a:solidFill>
                <a:latin typeface="Arial MT"/>
                <a:cs typeface="Arial MT"/>
              </a:rPr>
              <a:t>Docente:</a:t>
            </a:r>
            <a:r>
              <a:rPr sz="2300" spc="-65" dirty="0">
                <a:solidFill>
                  <a:srgbClr val="035237"/>
                </a:solidFill>
                <a:latin typeface="Arial MT"/>
                <a:cs typeface="Arial MT"/>
              </a:rPr>
              <a:t> </a:t>
            </a:r>
            <a:r>
              <a:rPr lang="es-MX" sz="2300" spc="-65" dirty="0">
                <a:solidFill>
                  <a:srgbClr val="035237"/>
                </a:solidFill>
                <a:latin typeface="Arial MT"/>
                <a:cs typeface="Arial MT"/>
              </a:rPr>
              <a:t>Ing. Mario Barrios</a:t>
            </a:r>
            <a:endParaRPr sz="23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1667524" y="4053737"/>
            <a:ext cx="9762475" cy="935449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065" marR="5080" indent="-635" algn="ctr">
              <a:lnSpc>
                <a:spcPts val="7650"/>
              </a:lnSpc>
              <a:spcBef>
                <a:spcPts val="950"/>
              </a:spcBef>
            </a:pPr>
            <a:r>
              <a:rPr sz="2500" spc="-80" dirty="0">
                <a:latin typeface="Arial"/>
                <a:cs typeface="Arial"/>
              </a:rPr>
              <a:t>Muestra cómo genera valor el negocio, en una sola imagen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46713" y="7608658"/>
            <a:ext cx="13869669" cy="109220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 marR="5080">
              <a:lnSpc>
                <a:spcPts val="2700"/>
              </a:lnSpc>
              <a:spcBef>
                <a:spcPts val="439"/>
              </a:spcBef>
            </a:pPr>
            <a:r>
              <a:rPr sz="2500" b="1" i="1" spc="-90" dirty="0">
                <a:latin typeface="Arial"/>
                <a:cs typeface="Arial"/>
              </a:rPr>
              <a:t>El</a:t>
            </a:r>
            <a:r>
              <a:rPr sz="2500" b="1" i="1" spc="-60" dirty="0">
                <a:latin typeface="Arial"/>
                <a:cs typeface="Arial"/>
              </a:rPr>
              <a:t> </a:t>
            </a:r>
            <a:r>
              <a:rPr sz="2500" b="1" i="1" spc="-85" dirty="0">
                <a:latin typeface="Arial"/>
                <a:cs typeface="Arial"/>
              </a:rPr>
              <a:t>CBM</a:t>
            </a:r>
            <a:r>
              <a:rPr sz="2500" b="1" i="1" spc="-60" dirty="0">
                <a:latin typeface="Arial"/>
                <a:cs typeface="Arial"/>
              </a:rPr>
              <a:t> </a:t>
            </a:r>
            <a:r>
              <a:rPr sz="2500" b="1" i="1" spc="-80" dirty="0">
                <a:latin typeface="Arial"/>
                <a:cs typeface="Arial"/>
              </a:rPr>
              <a:t>permite</a:t>
            </a:r>
            <a:r>
              <a:rPr sz="2500" b="1" i="1" spc="-60" dirty="0">
                <a:latin typeface="Arial"/>
                <a:cs typeface="Arial"/>
              </a:rPr>
              <a:t> </a:t>
            </a:r>
            <a:r>
              <a:rPr sz="2500" b="1" i="1" spc="-50" dirty="0">
                <a:latin typeface="Arial"/>
                <a:cs typeface="Arial"/>
              </a:rPr>
              <a:t>elaborar</a:t>
            </a:r>
            <a:r>
              <a:rPr sz="2500" b="1" i="1" spc="-60" dirty="0">
                <a:latin typeface="Arial"/>
                <a:cs typeface="Arial"/>
              </a:rPr>
              <a:t> </a:t>
            </a:r>
            <a:r>
              <a:rPr sz="2500" b="1" i="1" spc="-150" dirty="0">
                <a:latin typeface="Arial"/>
                <a:cs typeface="Arial"/>
              </a:rPr>
              <a:t>hipótesis</a:t>
            </a:r>
            <a:r>
              <a:rPr sz="2500" b="1" i="1" spc="-60" dirty="0">
                <a:latin typeface="Arial"/>
                <a:cs typeface="Arial"/>
              </a:rPr>
              <a:t> </a:t>
            </a:r>
            <a:r>
              <a:rPr sz="2500" b="1" i="1" spc="-80" dirty="0">
                <a:latin typeface="Arial"/>
                <a:cs typeface="Arial"/>
              </a:rPr>
              <a:t>acerca</a:t>
            </a:r>
            <a:r>
              <a:rPr sz="2500" b="1" i="1" spc="-60" dirty="0">
                <a:latin typeface="Arial"/>
                <a:cs typeface="Arial"/>
              </a:rPr>
              <a:t> </a:t>
            </a:r>
            <a:r>
              <a:rPr sz="2500" b="1" i="1" spc="-125" dirty="0">
                <a:latin typeface="Arial"/>
                <a:cs typeface="Arial"/>
              </a:rPr>
              <a:t>de</a:t>
            </a:r>
            <a:r>
              <a:rPr sz="2500" b="1" i="1" spc="-60" dirty="0">
                <a:latin typeface="Arial"/>
                <a:cs typeface="Arial"/>
              </a:rPr>
              <a:t> </a:t>
            </a:r>
            <a:r>
              <a:rPr sz="2500" b="1" i="1" spc="-175" dirty="0">
                <a:latin typeface="Arial"/>
                <a:cs typeface="Arial"/>
              </a:rPr>
              <a:t>cómo</a:t>
            </a:r>
            <a:r>
              <a:rPr sz="2500" b="1" i="1" spc="-60" dirty="0">
                <a:latin typeface="Arial"/>
                <a:cs typeface="Arial"/>
              </a:rPr>
              <a:t> </a:t>
            </a:r>
            <a:r>
              <a:rPr sz="2500" b="1" i="1" spc="-65" dirty="0">
                <a:latin typeface="Arial"/>
                <a:cs typeface="Arial"/>
              </a:rPr>
              <a:t>va</a:t>
            </a:r>
            <a:r>
              <a:rPr sz="2500" b="1" i="1" spc="-60" dirty="0">
                <a:latin typeface="Arial"/>
                <a:cs typeface="Arial"/>
              </a:rPr>
              <a:t> </a:t>
            </a:r>
            <a:r>
              <a:rPr sz="2500" b="1" i="1" dirty="0">
                <a:latin typeface="Arial"/>
                <a:cs typeface="Arial"/>
              </a:rPr>
              <a:t>a</a:t>
            </a:r>
            <a:r>
              <a:rPr sz="2500" b="1" i="1" spc="-60" dirty="0">
                <a:latin typeface="Arial"/>
                <a:cs typeface="Arial"/>
              </a:rPr>
              <a:t> </a:t>
            </a:r>
            <a:r>
              <a:rPr sz="2500" b="1" i="1" spc="-100" dirty="0">
                <a:latin typeface="Arial"/>
                <a:cs typeface="Arial"/>
              </a:rPr>
              <a:t>funcionar</a:t>
            </a:r>
            <a:r>
              <a:rPr sz="2500" b="1" i="1" spc="-60" dirty="0">
                <a:latin typeface="Arial"/>
                <a:cs typeface="Arial"/>
              </a:rPr>
              <a:t> </a:t>
            </a:r>
            <a:r>
              <a:rPr sz="2500" b="1" i="1" spc="-30" dirty="0">
                <a:latin typeface="Arial"/>
                <a:cs typeface="Arial"/>
              </a:rPr>
              <a:t>el</a:t>
            </a:r>
            <a:r>
              <a:rPr sz="2500" b="1" i="1" spc="-60" dirty="0">
                <a:latin typeface="Arial"/>
                <a:cs typeface="Arial"/>
              </a:rPr>
              <a:t> </a:t>
            </a:r>
            <a:r>
              <a:rPr sz="2500" b="1" i="1" spc="-130" dirty="0">
                <a:latin typeface="Arial"/>
                <a:cs typeface="Arial"/>
              </a:rPr>
              <a:t>negocio,</a:t>
            </a:r>
            <a:r>
              <a:rPr sz="2500" b="1" i="1" spc="-60" dirty="0">
                <a:latin typeface="Arial"/>
                <a:cs typeface="Arial"/>
              </a:rPr>
              <a:t> </a:t>
            </a:r>
            <a:r>
              <a:rPr sz="2500" b="1" i="1" spc="-125" dirty="0">
                <a:latin typeface="Arial"/>
                <a:cs typeface="Arial"/>
              </a:rPr>
              <a:t>haciendo</a:t>
            </a:r>
            <a:r>
              <a:rPr sz="2500" b="1" i="1" spc="-60" dirty="0">
                <a:latin typeface="Arial"/>
                <a:cs typeface="Arial"/>
              </a:rPr>
              <a:t> </a:t>
            </a:r>
            <a:r>
              <a:rPr sz="2500" b="1" i="1" spc="-10" dirty="0">
                <a:latin typeface="Arial"/>
                <a:cs typeface="Arial"/>
              </a:rPr>
              <a:t>interactuar </a:t>
            </a:r>
            <a:r>
              <a:rPr sz="2500" b="1" i="1" spc="-60" dirty="0">
                <a:latin typeface="Arial"/>
                <a:cs typeface="Arial"/>
              </a:rPr>
              <a:t>cada</a:t>
            </a:r>
            <a:r>
              <a:rPr sz="2500" b="1" i="1" spc="-65" dirty="0">
                <a:latin typeface="Arial"/>
                <a:cs typeface="Arial"/>
              </a:rPr>
              <a:t> una </a:t>
            </a:r>
            <a:r>
              <a:rPr sz="2500" b="1" i="1" spc="-125" dirty="0">
                <a:latin typeface="Arial"/>
                <a:cs typeface="Arial"/>
              </a:rPr>
              <a:t>de</a:t>
            </a:r>
            <a:r>
              <a:rPr sz="2500" b="1" i="1" spc="-60" dirty="0">
                <a:latin typeface="Arial"/>
                <a:cs typeface="Arial"/>
              </a:rPr>
              <a:t> </a:t>
            </a:r>
            <a:r>
              <a:rPr sz="2500" b="1" i="1" spc="-254" dirty="0">
                <a:latin typeface="Arial"/>
                <a:cs typeface="Arial"/>
              </a:rPr>
              <a:t>sus</a:t>
            </a:r>
            <a:r>
              <a:rPr sz="2500" b="1" i="1" spc="-65" dirty="0">
                <a:latin typeface="Arial"/>
                <a:cs typeface="Arial"/>
              </a:rPr>
              <a:t> </a:t>
            </a:r>
            <a:r>
              <a:rPr sz="2500" b="1" i="1" spc="-130" dirty="0">
                <a:latin typeface="Arial"/>
                <a:cs typeface="Arial"/>
              </a:rPr>
              <a:t>componentes.</a:t>
            </a:r>
            <a:r>
              <a:rPr sz="2500" b="1" i="1" spc="-60" dirty="0">
                <a:latin typeface="Arial"/>
                <a:cs typeface="Arial"/>
              </a:rPr>
              <a:t> </a:t>
            </a:r>
            <a:r>
              <a:rPr sz="2500" b="1" i="1" spc="-170" dirty="0">
                <a:latin typeface="Arial"/>
                <a:cs typeface="Arial"/>
              </a:rPr>
              <a:t>A</a:t>
            </a:r>
            <a:r>
              <a:rPr sz="2500" b="1" i="1" spc="-65" dirty="0">
                <a:latin typeface="Arial"/>
                <a:cs typeface="Arial"/>
              </a:rPr>
              <a:t> </a:t>
            </a:r>
            <a:r>
              <a:rPr sz="2500" b="1" i="1" spc="-100" dirty="0">
                <a:latin typeface="Arial"/>
                <a:cs typeface="Arial"/>
              </a:rPr>
              <a:t>medida</a:t>
            </a:r>
            <a:r>
              <a:rPr sz="2500" b="1" i="1" spc="-65" dirty="0">
                <a:latin typeface="Arial"/>
                <a:cs typeface="Arial"/>
              </a:rPr>
              <a:t> </a:t>
            </a:r>
            <a:r>
              <a:rPr sz="2500" b="1" i="1" spc="-125" dirty="0">
                <a:latin typeface="Arial"/>
                <a:cs typeface="Arial"/>
              </a:rPr>
              <a:t>que</a:t>
            </a:r>
            <a:r>
              <a:rPr sz="2500" b="1" i="1" spc="-60" dirty="0">
                <a:latin typeface="Arial"/>
                <a:cs typeface="Arial"/>
              </a:rPr>
              <a:t> </a:t>
            </a:r>
            <a:r>
              <a:rPr sz="2500" b="1" i="1" dirty="0">
                <a:latin typeface="Arial"/>
                <a:cs typeface="Arial"/>
              </a:rPr>
              <a:t>la</a:t>
            </a:r>
            <a:r>
              <a:rPr sz="2500" b="1" i="1" spc="-65" dirty="0">
                <a:latin typeface="Arial"/>
                <a:cs typeface="Arial"/>
              </a:rPr>
              <a:t> </a:t>
            </a:r>
            <a:r>
              <a:rPr sz="2500" b="1" i="1" spc="-60" dirty="0">
                <a:latin typeface="Arial"/>
                <a:cs typeface="Arial"/>
              </a:rPr>
              <a:t>startup </a:t>
            </a:r>
            <a:r>
              <a:rPr sz="2500" b="1" i="1" spc="-70" dirty="0">
                <a:latin typeface="Arial"/>
                <a:cs typeface="Arial"/>
              </a:rPr>
              <a:t>valida</a:t>
            </a:r>
            <a:r>
              <a:rPr sz="2500" b="1" i="1" spc="-65" dirty="0">
                <a:latin typeface="Arial"/>
                <a:cs typeface="Arial"/>
              </a:rPr>
              <a:t> </a:t>
            </a:r>
            <a:r>
              <a:rPr sz="2500" b="1" i="1" spc="-170" dirty="0">
                <a:latin typeface="Arial"/>
                <a:cs typeface="Arial"/>
              </a:rPr>
              <a:t>con</a:t>
            </a:r>
            <a:r>
              <a:rPr sz="2500" b="1" i="1" spc="-65" dirty="0">
                <a:latin typeface="Arial"/>
                <a:cs typeface="Arial"/>
              </a:rPr>
              <a:t> </a:t>
            </a:r>
            <a:r>
              <a:rPr sz="2500" b="1" i="1" spc="-114" dirty="0">
                <a:latin typeface="Arial"/>
                <a:cs typeface="Arial"/>
              </a:rPr>
              <a:t>datos</a:t>
            </a:r>
            <a:r>
              <a:rPr sz="2500" b="1" i="1" spc="-60" dirty="0">
                <a:latin typeface="Arial"/>
                <a:cs typeface="Arial"/>
              </a:rPr>
              <a:t> </a:t>
            </a:r>
            <a:r>
              <a:rPr sz="2500" b="1" i="1" spc="-145" dirty="0">
                <a:latin typeface="Arial"/>
                <a:cs typeface="Arial"/>
              </a:rPr>
              <a:t>y</a:t>
            </a:r>
            <a:r>
              <a:rPr sz="2500" b="1" i="1" spc="-65" dirty="0">
                <a:latin typeface="Arial"/>
                <a:cs typeface="Arial"/>
              </a:rPr>
              <a:t> </a:t>
            </a:r>
            <a:r>
              <a:rPr sz="2500" b="1" i="1" spc="-185" dirty="0">
                <a:latin typeface="Arial"/>
                <a:cs typeface="Arial"/>
              </a:rPr>
              <a:t>hechos</a:t>
            </a:r>
            <a:r>
              <a:rPr sz="2500" b="1" i="1" spc="-60" dirty="0">
                <a:latin typeface="Arial"/>
                <a:cs typeface="Arial"/>
              </a:rPr>
              <a:t> </a:t>
            </a:r>
            <a:r>
              <a:rPr sz="2500" b="1" i="1" spc="-190" dirty="0">
                <a:latin typeface="Arial"/>
                <a:cs typeface="Arial"/>
              </a:rPr>
              <a:t>esas</a:t>
            </a:r>
            <a:r>
              <a:rPr sz="2500" b="1" i="1" spc="-65" dirty="0">
                <a:latin typeface="Arial"/>
                <a:cs typeface="Arial"/>
              </a:rPr>
              <a:t> </a:t>
            </a:r>
            <a:r>
              <a:rPr sz="2500" b="1" i="1" spc="-10" dirty="0">
                <a:latin typeface="Arial"/>
                <a:cs typeface="Arial"/>
              </a:rPr>
              <a:t>hipótesis, </a:t>
            </a:r>
            <a:r>
              <a:rPr sz="2500" b="1" i="1" spc="-180" dirty="0">
                <a:latin typeface="Arial"/>
                <a:cs typeface="Arial"/>
              </a:rPr>
              <a:t>estos</a:t>
            </a:r>
            <a:r>
              <a:rPr sz="2500" b="1" i="1" spc="-50" dirty="0">
                <a:latin typeface="Arial"/>
                <a:cs typeface="Arial"/>
              </a:rPr>
              <a:t> </a:t>
            </a:r>
            <a:r>
              <a:rPr sz="2500" b="1" i="1" spc="-155" dirty="0">
                <a:latin typeface="Arial"/>
                <a:cs typeface="Arial"/>
              </a:rPr>
              <a:t>componentes</a:t>
            </a:r>
            <a:r>
              <a:rPr sz="2500" b="1" i="1" spc="-50" dirty="0">
                <a:latin typeface="Arial"/>
                <a:cs typeface="Arial"/>
              </a:rPr>
              <a:t> </a:t>
            </a:r>
            <a:r>
              <a:rPr sz="2500" b="1" i="1" spc="-105" dirty="0">
                <a:latin typeface="Arial"/>
                <a:cs typeface="Arial"/>
              </a:rPr>
              <a:t>van</a:t>
            </a:r>
            <a:r>
              <a:rPr sz="2500" b="1" i="1" spc="-50" dirty="0">
                <a:latin typeface="Arial"/>
                <a:cs typeface="Arial"/>
              </a:rPr>
              <a:t> </a:t>
            </a:r>
            <a:r>
              <a:rPr sz="2500" b="1" i="1" spc="-125" dirty="0">
                <a:latin typeface="Arial"/>
                <a:cs typeface="Arial"/>
              </a:rPr>
              <a:t>conformando</a:t>
            </a:r>
            <a:r>
              <a:rPr sz="2500" b="1" i="1" spc="-50" dirty="0">
                <a:latin typeface="Arial"/>
                <a:cs typeface="Arial"/>
              </a:rPr>
              <a:t> </a:t>
            </a:r>
            <a:r>
              <a:rPr sz="2500" b="1" i="1" spc="-30" dirty="0">
                <a:latin typeface="Arial"/>
                <a:cs typeface="Arial"/>
              </a:rPr>
              <a:t>el</a:t>
            </a:r>
            <a:r>
              <a:rPr sz="2500" b="1" i="1" spc="-50" dirty="0">
                <a:latin typeface="Arial"/>
                <a:cs typeface="Arial"/>
              </a:rPr>
              <a:t> </a:t>
            </a:r>
            <a:r>
              <a:rPr sz="2500" b="1" i="1" spc="-165" dirty="0">
                <a:latin typeface="Arial"/>
                <a:cs typeface="Arial"/>
              </a:rPr>
              <a:t>diseño</a:t>
            </a:r>
            <a:r>
              <a:rPr sz="2500" b="1" i="1" spc="-50" dirty="0">
                <a:latin typeface="Arial"/>
                <a:cs typeface="Arial"/>
              </a:rPr>
              <a:t> </a:t>
            </a:r>
            <a:r>
              <a:rPr sz="2500" b="1" i="1" spc="-35" dirty="0">
                <a:latin typeface="Arial"/>
                <a:cs typeface="Arial"/>
              </a:rPr>
              <a:t>final</a:t>
            </a:r>
            <a:r>
              <a:rPr sz="2500" b="1" i="1" spc="-50" dirty="0">
                <a:latin typeface="Arial"/>
                <a:cs typeface="Arial"/>
              </a:rPr>
              <a:t> </a:t>
            </a:r>
            <a:r>
              <a:rPr sz="2500" b="1" i="1" spc="-90" dirty="0">
                <a:latin typeface="Arial"/>
                <a:cs typeface="Arial"/>
              </a:rPr>
              <a:t>del</a:t>
            </a:r>
            <a:r>
              <a:rPr sz="2500" b="1" i="1" spc="-50" dirty="0">
                <a:latin typeface="Arial"/>
                <a:cs typeface="Arial"/>
              </a:rPr>
              <a:t> </a:t>
            </a:r>
            <a:r>
              <a:rPr sz="2500" b="1" i="1" spc="-150" dirty="0">
                <a:latin typeface="Arial"/>
                <a:cs typeface="Arial"/>
              </a:rPr>
              <a:t>negocio</a:t>
            </a:r>
            <a:r>
              <a:rPr sz="2500" b="1" i="1" spc="-50" dirty="0">
                <a:latin typeface="Arial"/>
                <a:cs typeface="Arial"/>
              </a:rPr>
              <a:t> </a:t>
            </a:r>
            <a:r>
              <a:rPr sz="2500" b="1" i="1" dirty="0">
                <a:latin typeface="Arial"/>
                <a:cs typeface="Arial"/>
              </a:rPr>
              <a:t>a</a:t>
            </a:r>
            <a:r>
              <a:rPr sz="2500" b="1" i="1" spc="-50" dirty="0">
                <a:latin typeface="Arial"/>
                <a:cs typeface="Arial"/>
              </a:rPr>
              <a:t> </a:t>
            </a:r>
            <a:r>
              <a:rPr sz="2500" b="1" i="1" spc="-10" dirty="0">
                <a:latin typeface="Arial"/>
                <a:cs typeface="Arial"/>
              </a:rPr>
              <a:t>implementar.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422202" y="1327900"/>
            <a:ext cx="2786380" cy="971550"/>
          </a:xfrm>
          <a:custGeom>
            <a:avLst/>
            <a:gdLst/>
            <a:ahLst/>
            <a:cxnLst/>
            <a:rect l="l" t="t" r="r" b="b"/>
            <a:pathLst>
              <a:path w="2786379" h="971550">
                <a:moveTo>
                  <a:pt x="2543824" y="0"/>
                </a:moveTo>
                <a:lnTo>
                  <a:pt x="2786067" y="0"/>
                </a:lnTo>
                <a:lnTo>
                  <a:pt x="2422672" y="971055"/>
                </a:lnTo>
                <a:lnTo>
                  <a:pt x="2180429" y="971055"/>
                </a:lnTo>
                <a:lnTo>
                  <a:pt x="2543824" y="0"/>
                </a:lnTo>
                <a:close/>
              </a:path>
              <a:path w="2786379" h="971550">
                <a:moveTo>
                  <a:pt x="1938126" y="0"/>
                </a:moveTo>
                <a:lnTo>
                  <a:pt x="2301521" y="0"/>
                </a:lnTo>
                <a:lnTo>
                  <a:pt x="1938126" y="971055"/>
                </a:lnTo>
                <a:lnTo>
                  <a:pt x="1574731" y="971055"/>
                </a:lnTo>
                <a:lnTo>
                  <a:pt x="1938126" y="0"/>
                </a:lnTo>
                <a:close/>
              </a:path>
              <a:path w="2786379" h="971550">
                <a:moveTo>
                  <a:pt x="363395" y="0"/>
                </a:moveTo>
                <a:lnTo>
                  <a:pt x="1695882" y="0"/>
                </a:lnTo>
                <a:lnTo>
                  <a:pt x="1332428" y="971055"/>
                </a:lnTo>
                <a:lnTo>
                  <a:pt x="0" y="971055"/>
                </a:lnTo>
                <a:lnTo>
                  <a:pt x="363395" y="0"/>
                </a:lnTo>
                <a:close/>
              </a:path>
            </a:pathLst>
          </a:custGeom>
          <a:solidFill>
            <a:srgbClr val="4FC1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028058" y="1050271"/>
            <a:ext cx="8652510" cy="1162685"/>
          </a:xfrm>
          <a:prstGeom prst="rect">
            <a:avLst/>
          </a:prstGeom>
          <a:solidFill>
            <a:srgbClr val="1C7558"/>
          </a:solidFill>
        </p:spPr>
        <p:txBody>
          <a:bodyPr vert="horz" wrap="square" lIns="0" tIns="2108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60"/>
              </a:spcBef>
            </a:pPr>
            <a:r>
              <a:rPr sz="4450" spc="300" dirty="0">
                <a:solidFill>
                  <a:srgbClr val="FFFFFF"/>
                </a:solidFill>
              </a:rPr>
              <a:t>LIENZO</a:t>
            </a:r>
            <a:r>
              <a:rPr sz="4450" spc="-375" dirty="0">
                <a:solidFill>
                  <a:srgbClr val="FFFFFF"/>
                </a:solidFill>
              </a:rPr>
              <a:t> </a:t>
            </a:r>
            <a:r>
              <a:rPr sz="4450" spc="484" dirty="0">
                <a:solidFill>
                  <a:srgbClr val="FFFFFF"/>
                </a:solidFill>
              </a:rPr>
              <a:t>CANVAS</a:t>
            </a:r>
            <a:endParaRPr sz="4450"/>
          </a:p>
        </p:txBody>
      </p:sp>
      <p:sp>
        <p:nvSpPr>
          <p:cNvPr id="7" name="object 7"/>
          <p:cNvSpPr txBox="1"/>
          <p:nvPr/>
        </p:nvSpPr>
        <p:spPr>
          <a:xfrm>
            <a:off x="16762617" y="8679419"/>
            <a:ext cx="927735" cy="838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360"/>
              </a:lnSpc>
            </a:pPr>
            <a:r>
              <a:rPr sz="5450" b="1" spc="320" dirty="0">
                <a:solidFill>
                  <a:srgbClr val="4FC170"/>
                </a:solidFill>
                <a:latin typeface="Trebuchet MS"/>
                <a:cs typeface="Trebuchet MS"/>
              </a:rPr>
              <a:t>60</a:t>
            </a:r>
            <a:endParaRPr sz="54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10470" y="1644552"/>
            <a:ext cx="4829810" cy="844550"/>
          </a:xfrm>
          <a:prstGeom prst="rect">
            <a:avLst/>
          </a:prstGeom>
          <a:solidFill>
            <a:srgbClr val="1C7558"/>
          </a:solidFill>
        </p:spPr>
        <p:txBody>
          <a:bodyPr vert="horz" wrap="square" lIns="0" tIns="2603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50"/>
              </a:spcBef>
            </a:pPr>
            <a:r>
              <a:rPr sz="20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Concepto</a:t>
            </a:r>
            <a:endParaRPr sz="2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22202" y="1327900"/>
            <a:ext cx="2786380" cy="971550"/>
          </a:xfrm>
          <a:custGeom>
            <a:avLst/>
            <a:gdLst/>
            <a:ahLst/>
            <a:cxnLst/>
            <a:rect l="l" t="t" r="r" b="b"/>
            <a:pathLst>
              <a:path w="2786379" h="971550">
                <a:moveTo>
                  <a:pt x="2543824" y="0"/>
                </a:moveTo>
                <a:lnTo>
                  <a:pt x="2786067" y="0"/>
                </a:lnTo>
                <a:lnTo>
                  <a:pt x="2422672" y="971055"/>
                </a:lnTo>
                <a:lnTo>
                  <a:pt x="2180429" y="971055"/>
                </a:lnTo>
                <a:lnTo>
                  <a:pt x="2543824" y="0"/>
                </a:lnTo>
                <a:close/>
              </a:path>
              <a:path w="2786379" h="971550">
                <a:moveTo>
                  <a:pt x="1938126" y="0"/>
                </a:moveTo>
                <a:lnTo>
                  <a:pt x="2301521" y="0"/>
                </a:lnTo>
                <a:lnTo>
                  <a:pt x="1938126" y="971055"/>
                </a:lnTo>
                <a:lnTo>
                  <a:pt x="1574731" y="971055"/>
                </a:lnTo>
                <a:lnTo>
                  <a:pt x="1938126" y="0"/>
                </a:lnTo>
                <a:close/>
              </a:path>
              <a:path w="2786379" h="971550">
                <a:moveTo>
                  <a:pt x="363395" y="0"/>
                </a:moveTo>
                <a:lnTo>
                  <a:pt x="1695882" y="0"/>
                </a:lnTo>
                <a:lnTo>
                  <a:pt x="1332428" y="971055"/>
                </a:lnTo>
                <a:lnTo>
                  <a:pt x="0" y="971055"/>
                </a:lnTo>
                <a:lnTo>
                  <a:pt x="363395" y="0"/>
                </a:lnTo>
                <a:close/>
              </a:path>
            </a:pathLst>
          </a:custGeom>
          <a:solidFill>
            <a:srgbClr val="4FC1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28058" y="1050271"/>
            <a:ext cx="8652510" cy="1162685"/>
          </a:xfrm>
          <a:prstGeom prst="rect">
            <a:avLst/>
          </a:prstGeom>
          <a:solidFill>
            <a:srgbClr val="1C7558"/>
          </a:solidFill>
        </p:spPr>
        <p:txBody>
          <a:bodyPr vert="horz" wrap="square" lIns="0" tIns="2108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60"/>
              </a:spcBef>
            </a:pPr>
            <a:r>
              <a:rPr sz="4450" spc="300" dirty="0">
                <a:solidFill>
                  <a:srgbClr val="FFFFFF"/>
                </a:solidFill>
              </a:rPr>
              <a:t>LIENZO</a:t>
            </a:r>
            <a:r>
              <a:rPr sz="4450" spc="-375" dirty="0">
                <a:solidFill>
                  <a:srgbClr val="FFFFFF"/>
                </a:solidFill>
              </a:rPr>
              <a:t> </a:t>
            </a:r>
            <a:r>
              <a:rPr sz="4450" spc="484" dirty="0">
                <a:solidFill>
                  <a:srgbClr val="FFFFFF"/>
                </a:solidFill>
              </a:rPr>
              <a:t>CANVAS</a:t>
            </a:r>
            <a:endParaRPr sz="4450"/>
          </a:p>
        </p:txBody>
      </p:sp>
      <p:sp>
        <p:nvSpPr>
          <p:cNvPr id="4" name="object 4"/>
          <p:cNvSpPr txBox="1"/>
          <p:nvPr/>
        </p:nvSpPr>
        <p:spPr>
          <a:xfrm>
            <a:off x="11710470" y="1644552"/>
            <a:ext cx="4829810" cy="844550"/>
          </a:xfrm>
          <a:prstGeom prst="rect">
            <a:avLst/>
          </a:prstGeom>
          <a:solidFill>
            <a:srgbClr val="1C7558"/>
          </a:solidFill>
        </p:spPr>
        <p:txBody>
          <a:bodyPr vert="horz" wrap="square" lIns="0" tIns="2603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50"/>
              </a:spcBef>
            </a:pPr>
            <a:r>
              <a:rPr sz="20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Lienzo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6136" y="2769777"/>
            <a:ext cx="12896849" cy="63912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6752496" y="8679419"/>
            <a:ext cx="948055" cy="838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360"/>
              </a:lnSpc>
            </a:pPr>
            <a:r>
              <a:rPr sz="5450" b="1" spc="400" dirty="0">
                <a:solidFill>
                  <a:srgbClr val="4FC170"/>
                </a:solidFill>
                <a:latin typeface="Trebuchet MS"/>
                <a:cs typeface="Trebuchet MS"/>
              </a:rPr>
              <a:t>59</a:t>
            </a:r>
            <a:endParaRPr sz="5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22202" y="1327900"/>
            <a:ext cx="2786380" cy="971550"/>
          </a:xfrm>
          <a:custGeom>
            <a:avLst/>
            <a:gdLst/>
            <a:ahLst/>
            <a:cxnLst/>
            <a:rect l="l" t="t" r="r" b="b"/>
            <a:pathLst>
              <a:path w="2786379" h="971550">
                <a:moveTo>
                  <a:pt x="2543824" y="0"/>
                </a:moveTo>
                <a:lnTo>
                  <a:pt x="2786067" y="0"/>
                </a:lnTo>
                <a:lnTo>
                  <a:pt x="2422672" y="971055"/>
                </a:lnTo>
                <a:lnTo>
                  <a:pt x="2180429" y="971055"/>
                </a:lnTo>
                <a:lnTo>
                  <a:pt x="2543824" y="0"/>
                </a:lnTo>
                <a:close/>
              </a:path>
              <a:path w="2786379" h="971550">
                <a:moveTo>
                  <a:pt x="1938126" y="0"/>
                </a:moveTo>
                <a:lnTo>
                  <a:pt x="2301521" y="0"/>
                </a:lnTo>
                <a:lnTo>
                  <a:pt x="1938126" y="971055"/>
                </a:lnTo>
                <a:lnTo>
                  <a:pt x="1574731" y="971055"/>
                </a:lnTo>
                <a:lnTo>
                  <a:pt x="1938126" y="0"/>
                </a:lnTo>
                <a:close/>
              </a:path>
              <a:path w="2786379" h="971550">
                <a:moveTo>
                  <a:pt x="363395" y="0"/>
                </a:moveTo>
                <a:lnTo>
                  <a:pt x="1695882" y="0"/>
                </a:lnTo>
                <a:lnTo>
                  <a:pt x="1332428" y="971055"/>
                </a:lnTo>
                <a:lnTo>
                  <a:pt x="0" y="971055"/>
                </a:lnTo>
                <a:lnTo>
                  <a:pt x="363395" y="0"/>
                </a:lnTo>
                <a:close/>
              </a:path>
            </a:pathLst>
          </a:custGeom>
          <a:solidFill>
            <a:srgbClr val="4FC1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57159" y="1022433"/>
            <a:ext cx="2895600" cy="1582484"/>
          </a:xfrm>
          <a:prstGeom prst="rect">
            <a:avLst/>
          </a:prstGeom>
          <a:solidFill>
            <a:srgbClr val="1C7558"/>
          </a:solidFill>
        </p:spPr>
        <p:txBody>
          <a:bodyPr vert="horz" wrap="square" lIns="0" tIns="2108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60"/>
              </a:spcBef>
            </a:pPr>
            <a:r>
              <a:rPr sz="4450" spc="300" dirty="0">
                <a:solidFill>
                  <a:srgbClr val="FFFFFF"/>
                </a:solidFill>
              </a:rPr>
              <a:t>LIENZO</a:t>
            </a:r>
            <a:r>
              <a:rPr sz="4450" spc="-375" dirty="0">
                <a:solidFill>
                  <a:srgbClr val="FFFFFF"/>
                </a:solidFill>
              </a:rPr>
              <a:t> </a:t>
            </a:r>
            <a:r>
              <a:rPr sz="4450" spc="484" dirty="0">
                <a:solidFill>
                  <a:srgbClr val="FFFFFF"/>
                </a:solidFill>
              </a:rPr>
              <a:t>CANVAS</a:t>
            </a:r>
            <a:endParaRPr sz="4450" dirty="0"/>
          </a:p>
        </p:txBody>
      </p:sp>
      <p:sp>
        <p:nvSpPr>
          <p:cNvPr id="4" name="object 4"/>
          <p:cNvSpPr txBox="1"/>
          <p:nvPr/>
        </p:nvSpPr>
        <p:spPr>
          <a:xfrm>
            <a:off x="609600" y="4643524"/>
            <a:ext cx="2620010" cy="570669"/>
          </a:xfrm>
          <a:prstGeom prst="rect">
            <a:avLst/>
          </a:prstGeom>
          <a:solidFill>
            <a:srgbClr val="1C7558"/>
          </a:solidFill>
        </p:spPr>
        <p:txBody>
          <a:bodyPr vert="horz" wrap="square" lIns="0" tIns="2603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50"/>
              </a:spcBef>
            </a:pPr>
            <a:r>
              <a:rPr sz="20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Lienzo</a:t>
            </a:r>
            <a:endParaRPr sz="2000" dirty="0">
              <a:latin typeface="Lucida Sans Unicode"/>
              <a:cs typeface="Lucida Sans Unicode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600" y="647700"/>
            <a:ext cx="13758132" cy="92202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425"/>
              </a:lnSpc>
            </a:pPr>
            <a:r>
              <a:rPr spc="360" dirty="0"/>
              <a:t>61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22202" y="1327900"/>
            <a:ext cx="2786380" cy="971550"/>
          </a:xfrm>
          <a:custGeom>
            <a:avLst/>
            <a:gdLst/>
            <a:ahLst/>
            <a:cxnLst/>
            <a:rect l="l" t="t" r="r" b="b"/>
            <a:pathLst>
              <a:path w="2786379" h="971550">
                <a:moveTo>
                  <a:pt x="2543824" y="0"/>
                </a:moveTo>
                <a:lnTo>
                  <a:pt x="2786067" y="0"/>
                </a:lnTo>
                <a:lnTo>
                  <a:pt x="2422672" y="971055"/>
                </a:lnTo>
                <a:lnTo>
                  <a:pt x="2180429" y="971055"/>
                </a:lnTo>
                <a:lnTo>
                  <a:pt x="2543824" y="0"/>
                </a:lnTo>
                <a:close/>
              </a:path>
              <a:path w="2786379" h="971550">
                <a:moveTo>
                  <a:pt x="1938126" y="0"/>
                </a:moveTo>
                <a:lnTo>
                  <a:pt x="2301521" y="0"/>
                </a:lnTo>
                <a:lnTo>
                  <a:pt x="1938126" y="971055"/>
                </a:lnTo>
                <a:lnTo>
                  <a:pt x="1574731" y="971055"/>
                </a:lnTo>
                <a:lnTo>
                  <a:pt x="1938126" y="0"/>
                </a:lnTo>
                <a:close/>
              </a:path>
              <a:path w="2786379" h="971550">
                <a:moveTo>
                  <a:pt x="363395" y="0"/>
                </a:moveTo>
                <a:lnTo>
                  <a:pt x="1695882" y="0"/>
                </a:lnTo>
                <a:lnTo>
                  <a:pt x="1332428" y="971055"/>
                </a:lnTo>
                <a:lnTo>
                  <a:pt x="0" y="971055"/>
                </a:lnTo>
                <a:lnTo>
                  <a:pt x="363395" y="0"/>
                </a:lnTo>
                <a:close/>
              </a:path>
            </a:pathLst>
          </a:custGeom>
          <a:solidFill>
            <a:srgbClr val="4FC1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28058" y="1050271"/>
            <a:ext cx="8652510" cy="1162685"/>
          </a:xfrm>
          <a:prstGeom prst="rect">
            <a:avLst/>
          </a:prstGeom>
          <a:solidFill>
            <a:srgbClr val="1C7558"/>
          </a:solidFill>
        </p:spPr>
        <p:txBody>
          <a:bodyPr vert="horz" wrap="square" lIns="0" tIns="2108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60"/>
              </a:spcBef>
            </a:pPr>
            <a:r>
              <a:rPr sz="4450" spc="300" dirty="0">
                <a:solidFill>
                  <a:srgbClr val="FFFFFF"/>
                </a:solidFill>
              </a:rPr>
              <a:t>LIENZO</a:t>
            </a:r>
            <a:r>
              <a:rPr sz="4450" spc="-375" dirty="0">
                <a:solidFill>
                  <a:srgbClr val="FFFFFF"/>
                </a:solidFill>
              </a:rPr>
              <a:t> </a:t>
            </a:r>
            <a:r>
              <a:rPr sz="4450" spc="484" dirty="0">
                <a:solidFill>
                  <a:srgbClr val="FFFFFF"/>
                </a:solidFill>
              </a:rPr>
              <a:t>CANVAS</a:t>
            </a:r>
            <a:endParaRPr sz="4450"/>
          </a:p>
        </p:txBody>
      </p:sp>
      <p:sp>
        <p:nvSpPr>
          <p:cNvPr id="4" name="object 4"/>
          <p:cNvSpPr txBox="1"/>
          <p:nvPr/>
        </p:nvSpPr>
        <p:spPr>
          <a:xfrm>
            <a:off x="11710470" y="1644552"/>
            <a:ext cx="4829810" cy="844550"/>
          </a:xfrm>
          <a:prstGeom prst="rect">
            <a:avLst/>
          </a:prstGeom>
          <a:solidFill>
            <a:srgbClr val="1C7558"/>
          </a:solidFill>
        </p:spPr>
        <p:txBody>
          <a:bodyPr vert="horz" wrap="square" lIns="0" tIns="2603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50"/>
              </a:spcBef>
            </a:pPr>
            <a:r>
              <a:rPr sz="20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Lienzo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00" y="2203987"/>
            <a:ext cx="10708202" cy="787727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425"/>
              </a:lnSpc>
            </a:pPr>
            <a:r>
              <a:rPr spc="360" dirty="0"/>
              <a:t>62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536" y="1479839"/>
            <a:ext cx="2407285" cy="7326630"/>
          </a:xfrm>
          <a:custGeom>
            <a:avLst/>
            <a:gdLst/>
            <a:ahLst/>
            <a:cxnLst/>
            <a:rect l="l" t="t" r="r" b="b"/>
            <a:pathLst>
              <a:path w="2407284" h="7326630">
                <a:moveTo>
                  <a:pt x="0" y="3662712"/>
                </a:moveTo>
                <a:lnTo>
                  <a:pt x="636" y="3591478"/>
                </a:lnTo>
                <a:lnTo>
                  <a:pt x="2543" y="3520267"/>
                </a:lnTo>
                <a:lnTo>
                  <a:pt x="5722" y="3449101"/>
                </a:lnTo>
                <a:lnTo>
                  <a:pt x="10172" y="3378004"/>
                </a:lnTo>
                <a:lnTo>
                  <a:pt x="15890" y="3306997"/>
                </a:lnTo>
                <a:lnTo>
                  <a:pt x="22875" y="3236103"/>
                </a:lnTo>
                <a:lnTo>
                  <a:pt x="31125" y="3165346"/>
                </a:lnTo>
                <a:lnTo>
                  <a:pt x="40637" y="3094747"/>
                </a:lnTo>
                <a:lnTo>
                  <a:pt x="51408" y="3024329"/>
                </a:lnTo>
                <a:lnTo>
                  <a:pt x="63434" y="2954115"/>
                </a:lnTo>
                <a:lnTo>
                  <a:pt x="76713" y="2884127"/>
                </a:lnTo>
                <a:lnTo>
                  <a:pt x="91238" y="2814387"/>
                </a:lnTo>
                <a:lnTo>
                  <a:pt x="107008" y="2744918"/>
                </a:lnTo>
                <a:lnTo>
                  <a:pt x="124015" y="2675741"/>
                </a:lnTo>
                <a:lnTo>
                  <a:pt x="142254" y="2606879"/>
                </a:lnTo>
                <a:lnTo>
                  <a:pt x="161721" y="2538353"/>
                </a:lnTo>
                <a:lnTo>
                  <a:pt x="182407" y="2470186"/>
                </a:lnTo>
                <a:lnTo>
                  <a:pt x="204308" y="2402400"/>
                </a:lnTo>
                <a:lnTo>
                  <a:pt x="227415" y="2335015"/>
                </a:lnTo>
                <a:lnTo>
                  <a:pt x="251722" y="2268053"/>
                </a:lnTo>
                <a:lnTo>
                  <a:pt x="277221" y="2201536"/>
                </a:lnTo>
                <a:lnTo>
                  <a:pt x="303904" y="2135485"/>
                </a:lnTo>
                <a:lnTo>
                  <a:pt x="331762" y="2069921"/>
                </a:lnTo>
                <a:lnTo>
                  <a:pt x="360786" y="2004866"/>
                </a:lnTo>
                <a:lnTo>
                  <a:pt x="390966" y="1940338"/>
                </a:lnTo>
                <a:lnTo>
                  <a:pt x="422295" y="1876360"/>
                </a:lnTo>
                <a:lnTo>
                  <a:pt x="454761" y="1812951"/>
                </a:lnTo>
                <a:lnTo>
                  <a:pt x="488354" y="1750133"/>
                </a:lnTo>
                <a:lnTo>
                  <a:pt x="523063" y="1687923"/>
                </a:lnTo>
                <a:lnTo>
                  <a:pt x="558877" y="1626344"/>
                </a:lnTo>
                <a:lnTo>
                  <a:pt x="595785" y="1565414"/>
                </a:lnTo>
                <a:lnTo>
                  <a:pt x="633775" y="1505153"/>
                </a:lnTo>
                <a:lnTo>
                  <a:pt x="672836" y="1445580"/>
                </a:lnTo>
                <a:lnTo>
                  <a:pt x="712953" y="1386713"/>
                </a:lnTo>
                <a:lnTo>
                  <a:pt x="754116" y="1328573"/>
                </a:lnTo>
                <a:lnTo>
                  <a:pt x="796309" y="1271177"/>
                </a:lnTo>
                <a:lnTo>
                  <a:pt x="839522" y="1214543"/>
                </a:lnTo>
                <a:lnTo>
                  <a:pt x="883739" y="1158690"/>
                </a:lnTo>
                <a:lnTo>
                  <a:pt x="928945" y="1103635"/>
                </a:lnTo>
                <a:lnTo>
                  <a:pt x="975128" y="1049397"/>
                </a:lnTo>
                <a:lnTo>
                  <a:pt x="1022272" y="995991"/>
                </a:lnTo>
                <a:lnTo>
                  <a:pt x="1070362" y="943436"/>
                </a:lnTo>
                <a:lnTo>
                  <a:pt x="1119382" y="891748"/>
                </a:lnTo>
                <a:lnTo>
                  <a:pt x="1169318" y="840944"/>
                </a:lnTo>
                <a:lnTo>
                  <a:pt x="1220153" y="791039"/>
                </a:lnTo>
                <a:lnTo>
                  <a:pt x="1271872" y="742050"/>
                </a:lnTo>
                <a:lnTo>
                  <a:pt x="1324456" y="693992"/>
                </a:lnTo>
                <a:lnTo>
                  <a:pt x="1377890" y="646881"/>
                </a:lnTo>
                <a:lnTo>
                  <a:pt x="1432157" y="600731"/>
                </a:lnTo>
                <a:lnTo>
                  <a:pt x="1487239" y="555558"/>
                </a:lnTo>
                <a:lnTo>
                  <a:pt x="1543119" y="511376"/>
                </a:lnTo>
                <a:lnTo>
                  <a:pt x="1599779" y="468198"/>
                </a:lnTo>
                <a:lnTo>
                  <a:pt x="1657201" y="426039"/>
                </a:lnTo>
                <a:lnTo>
                  <a:pt x="1715367" y="384912"/>
                </a:lnTo>
                <a:lnTo>
                  <a:pt x="1774258" y="344830"/>
                </a:lnTo>
                <a:lnTo>
                  <a:pt x="1833855" y="305807"/>
                </a:lnTo>
                <a:lnTo>
                  <a:pt x="1894139" y="267853"/>
                </a:lnTo>
                <a:lnTo>
                  <a:pt x="1955092" y="230982"/>
                </a:lnTo>
                <a:lnTo>
                  <a:pt x="2016693" y="195205"/>
                </a:lnTo>
                <a:lnTo>
                  <a:pt x="2078923" y="160534"/>
                </a:lnTo>
                <a:lnTo>
                  <a:pt x="2141762" y="126980"/>
                </a:lnTo>
                <a:lnTo>
                  <a:pt x="2205191" y="94553"/>
                </a:lnTo>
                <a:lnTo>
                  <a:pt x="2269188" y="63264"/>
                </a:lnTo>
                <a:lnTo>
                  <a:pt x="2333734" y="33122"/>
                </a:lnTo>
                <a:lnTo>
                  <a:pt x="2406933" y="0"/>
                </a:lnTo>
                <a:lnTo>
                  <a:pt x="2406933" y="1921482"/>
                </a:lnTo>
                <a:lnTo>
                  <a:pt x="2377078" y="1962548"/>
                </a:lnTo>
                <a:lnTo>
                  <a:pt x="2347934" y="2004042"/>
                </a:lnTo>
                <a:lnTo>
                  <a:pt x="2319508" y="2045957"/>
                </a:lnTo>
                <a:lnTo>
                  <a:pt x="2291805" y="2088284"/>
                </a:lnTo>
                <a:lnTo>
                  <a:pt x="2264833" y="2131014"/>
                </a:lnTo>
                <a:lnTo>
                  <a:pt x="2238596" y="2174141"/>
                </a:lnTo>
                <a:lnTo>
                  <a:pt x="2213100" y="2217654"/>
                </a:lnTo>
                <a:lnTo>
                  <a:pt x="2188353" y="2261547"/>
                </a:lnTo>
                <a:lnTo>
                  <a:pt x="2164359" y="2305810"/>
                </a:lnTo>
                <a:lnTo>
                  <a:pt x="2141125" y="2350436"/>
                </a:lnTo>
                <a:lnTo>
                  <a:pt x="2118656" y="2395416"/>
                </a:lnTo>
                <a:lnTo>
                  <a:pt x="2096959" y="2440742"/>
                </a:lnTo>
                <a:lnTo>
                  <a:pt x="2076039" y="2486405"/>
                </a:lnTo>
                <a:lnTo>
                  <a:pt x="2055903" y="2532397"/>
                </a:lnTo>
                <a:lnTo>
                  <a:pt x="2036557" y="2578710"/>
                </a:lnTo>
                <a:lnTo>
                  <a:pt x="2018006" y="2625336"/>
                </a:lnTo>
                <a:lnTo>
                  <a:pt x="2000257" y="2672266"/>
                </a:lnTo>
                <a:lnTo>
                  <a:pt x="1983315" y="2719492"/>
                </a:lnTo>
                <a:lnTo>
                  <a:pt x="1967187" y="2767006"/>
                </a:lnTo>
                <a:lnTo>
                  <a:pt x="1951878" y="2814799"/>
                </a:lnTo>
                <a:lnTo>
                  <a:pt x="1937394" y="2862863"/>
                </a:lnTo>
                <a:lnTo>
                  <a:pt x="1923742" y="2911190"/>
                </a:lnTo>
                <a:lnTo>
                  <a:pt x="1910928" y="2959771"/>
                </a:lnTo>
                <a:lnTo>
                  <a:pt x="1898957" y="3008599"/>
                </a:lnTo>
                <a:lnTo>
                  <a:pt x="1887835" y="3057664"/>
                </a:lnTo>
                <a:lnTo>
                  <a:pt x="1877568" y="3106959"/>
                </a:lnTo>
                <a:lnTo>
                  <a:pt x="1868163" y="3156476"/>
                </a:lnTo>
                <a:lnTo>
                  <a:pt x="1859626" y="3206205"/>
                </a:lnTo>
                <a:lnTo>
                  <a:pt x="1851961" y="3256138"/>
                </a:lnTo>
                <a:lnTo>
                  <a:pt x="1845176" y="3306269"/>
                </a:lnTo>
                <a:lnTo>
                  <a:pt x="1839276" y="3356587"/>
                </a:lnTo>
                <a:lnTo>
                  <a:pt x="1834268" y="3407085"/>
                </a:lnTo>
                <a:lnTo>
                  <a:pt x="1830156" y="3457754"/>
                </a:lnTo>
                <a:lnTo>
                  <a:pt x="1826948" y="3508587"/>
                </a:lnTo>
                <a:lnTo>
                  <a:pt x="1824649" y="3559574"/>
                </a:lnTo>
                <a:lnTo>
                  <a:pt x="1823265" y="3610708"/>
                </a:lnTo>
                <a:lnTo>
                  <a:pt x="1822803" y="3661980"/>
                </a:lnTo>
                <a:lnTo>
                  <a:pt x="1823265" y="3713254"/>
                </a:lnTo>
                <a:lnTo>
                  <a:pt x="1824649" y="3764393"/>
                </a:lnTo>
                <a:lnTo>
                  <a:pt x="1826948" y="3815390"/>
                </a:lnTo>
                <a:lnTo>
                  <a:pt x="1830156" y="3866235"/>
                </a:lnTo>
                <a:lnTo>
                  <a:pt x="1834268" y="3916920"/>
                </a:lnTo>
                <a:lnTo>
                  <a:pt x="1839276" y="3967436"/>
                </a:lnTo>
                <a:lnTo>
                  <a:pt x="1845176" y="4017774"/>
                </a:lnTo>
                <a:lnTo>
                  <a:pt x="1851961" y="4067927"/>
                </a:lnTo>
                <a:lnTo>
                  <a:pt x="1859626" y="4117886"/>
                </a:lnTo>
                <a:lnTo>
                  <a:pt x="1868163" y="4167641"/>
                </a:lnTo>
                <a:lnTo>
                  <a:pt x="1877568" y="4217185"/>
                </a:lnTo>
                <a:lnTo>
                  <a:pt x="1887835" y="4266509"/>
                </a:lnTo>
                <a:lnTo>
                  <a:pt x="1898957" y="4315604"/>
                </a:lnTo>
                <a:lnTo>
                  <a:pt x="1910928" y="4364462"/>
                </a:lnTo>
                <a:lnTo>
                  <a:pt x="1923742" y="4413074"/>
                </a:lnTo>
                <a:lnTo>
                  <a:pt x="1937394" y="4461432"/>
                </a:lnTo>
                <a:lnTo>
                  <a:pt x="1951878" y="4509527"/>
                </a:lnTo>
                <a:lnTo>
                  <a:pt x="1967187" y="4557350"/>
                </a:lnTo>
                <a:lnTo>
                  <a:pt x="1983315" y="4604894"/>
                </a:lnTo>
                <a:lnTo>
                  <a:pt x="2000257" y="4652149"/>
                </a:lnTo>
                <a:lnTo>
                  <a:pt x="2018006" y="4699106"/>
                </a:lnTo>
                <a:lnTo>
                  <a:pt x="2036557" y="4745758"/>
                </a:lnTo>
                <a:lnTo>
                  <a:pt x="2055903" y="4792096"/>
                </a:lnTo>
                <a:lnTo>
                  <a:pt x="2076039" y="4838110"/>
                </a:lnTo>
                <a:lnTo>
                  <a:pt x="2096959" y="4883794"/>
                </a:lnTo>
                <a:lnTo>
                  <a:pt x="2118656" y="4929137"/>
                </a:lnTo>
                <a:lnTo>
                  <a:pt x="2141125" y="4974132"/>
                </a:lnTo>
                <a:lnTo>
                  <a:pt x="2164359" y="5018769"/>
                </a:lnTo>
                <a:lnTo>
                  <a:pt x="2188353" y="5063041"/>
                </a:lnTo>
                <a:lnTo>
                  <a:pt x="2213100" y="5106939"/>
                </a:lnTo>
                <a:lnTo>
                  <a:pt x="2238596" y="5150454"/>
                </a:lnTo>
                <a:lnTo>
                  <a:pt x="2264833" y="5193578"/>
                </a:lnTo>
                <a:lnTo>
                  <a:pt x="2291805" y="5236302"/>
                </a:lnTo>
                <a:lnTo>
                  <a:pt x="2319508" y="5278617"/>
                </a:lnTo>
                <a:lnTo>
                  <a:pt x="2347934" y="5320515"/>
                </a:lnTo>
                <a:lnTo>
                  <a:pt x="2377078" y="5361988"/>
                </a:lnTo>
                <a:lnTo>
                  <a:pt x="2406933" y="5403026"/>
                </a:lnTo>
                <a:lnTo>
                  <a:pt x="2406933" y="7326522"/>
                </a:lnTo>
                <a:lnTo>
                  <a:pt x="2269188" y="7262160"/>
                </a:lnTo>
                <a:lnTo>
                  <a:pt x="2205192" y="7230871"/>
                </a:lnTo>
                <a:lnTo>
                  <a:pt x="2141763" y="7198444"/>
                </a:lnTo>
                <a:lnTo>
                  <a:pt x="2078923" y="7164891"/>
                </a:lnTo>
                <a:lnTo>
                  <a:pt x="2016693" y="7130219"/>
                </a:lnTo>
                <a:lnTo>
                  <a:pt x="1955092" y="7094442"/>
                </a:lnTo>
                <a:lnTo>
                  <a:pt x="1894139" y="7057571"/>
                </a:lnTo>
                <a:lnTo>
                  <a:pt x="1833855" y="7019618"/>
                </a:lnTo>
                <a:lnTo>
                  <a:pt x="1774258" y="6980594"/>
                </a:lnTo>
                <a:lnTo>
                  <a:pt x="1715367" y="6940512"/>
                </a:lnTo>
                <a:lnTo>
                  <a:pt x="1657201" y="6899386"/>
                </a:lnTo>
                <a:lnTo>
                  <a:pt x="1599779" y="6857227"/>
                </a:lnTo>
                <a:lnTo>
                  <a:pt x="1543119" y="6814049"/>
                </a:lnTo>
                <a:lnTo>
                  <a:pt x="1487239" y="6769866"/>
                </a:lnTo>
                <a:lnTo>
                  <a:pt x="1432157" y="6724693"/>
                </a:lnTo>
                <a:lnTo>
                  <a:pt x="1377890" y="6678544"/>
                </a:lnTo>
                <a:lnTo>
                  <a:pt x="1324456" y="6631433"/>
                </a:lnTo>
                <a:lnTo>
                  <a:pt x="1271872" y="6583375"/>
                </a:lnTo>
                <a:lnTo>
                  <a:pt x="1220153" y="6534386"/>
                </a:lnTo>
                <a:lnTo>
                  <a:pt x="1169318" y="6484482"/>
                </a:lnTo>
                <a:lnTo>
                  <a:pt x="1119382" y="6433677"/>
                </a:lnTo>
                <a:lnTo>
                  <a:pt x="1070362" y="6381989"/>
                </a:lnTo>
                <a:lnTo>
                  <a:pt x="1022272" y="6329433"/>
                </a:lnTo>
                <a:lnTo>
                  <a:pt x="975128" y="6276028"/>
                </a:lnTo>
                <a:lnTo>
                  <a:pt x="928946" y="6221789"/>
                </a:lnTo>
                <a:lnTo>
                  <a:pt x="883739" y="6166734"/>
                </a:lnTo>
                <a:lnTo>
                  <a:pt x="839522" y="6110881"/>
                </a:lnTo>
                <a:lnTo>
                  <a:pt x="796310" y="6054248"/>
                </a:lnTo>
                <a:lnTo>
                  <a:pt x="754116" y="5996851"/>
                </a:lnTo>
                <a:lnTo>
                  <a:pt x="712954" y="5938710"/>
                </a:lnTo>
                <a:lnTo>
                  <a:pt x="672836" y="5879844"/>
                </a:lnTo>
                <a:lnTo>
                  <a:pt x="633776" y="5820271"/>
                </a:lnTo>
                <a:lnTo>
                  <a:pt x="595786" y="5760010"/>
                </a:lnTo>
                <a:lnTo>
                  <a:pt x="558878" y="5699080"/>
                </a:lnTo>
                <a:lnTo>
                  <a:pt x="523063" y="5637501"/>
                </a:lnTo>
                <a:lnTo>
                  <a:pt x="488354" y="5575292"/>
                </a:lnTo>
                <a:lnTo>
                  <a:pt x="454761" y="5512473"/>
                </a:lnTo>
                <a:lnTo>
                  <a:pt x="422295" y="5449064"/>
                </a:lnTo>
                <a:lnTo>
                  <a:pt x="390967" y="5385086"/>
                </a:lnTo>
                <a:lnTo>
                  <a:pt x="360786" y="5320559"/>
                </a:lnTo>
                <a:lnTo>
                  <a:pt x="331762" y="5255503"/>
                </a:lnTo>
                <a:lnTo>
                  <a:pt x="303904" y="5189939"/>
                </a:lnTo>
                <a:lnTo>
                  <a:pt x="277222" y="5123888"/>
                </a:lnTo>
                <a:lnTo>
                  <a:pt x="251723" y="5057371"/>
                </a:lnTo>
                <a:lnTo>
                  <a:pt x="227416" y="4990410"/>
                </a:lnTo>
                <a:lnTo>
                  <a:pt x="204308" y="4923024"/>
                </a:lnTo>
                <a:lnTo>
                  <a:pt x="182407" y="4855238"/>
                </a:lnTo>
                <a:lnTo>
                  <a:pt x="161721" y="4787071"/>
                </a:lnTo>
                <a:lnTo>
                  <a:pt x="142254" y="4718546"/>
                </a:lnTo>
                <a:lnTo>
                  <a:pt x="124015" y="4649684"/>
                </a:lnTo>
                <a:lnTo>
                  <a:pt x="107008" y="4580507"/>
                </a:lnTo>
                <a:lnTo>
                  <a:pt x="91238" y="4511037"/>
                </a:lnTo>
                <a:lnTo>
                  <a:pt x="76713" y="4441297"/>
                </a:lnTo>
                <a:lnTo>
                  <a:pt x="63434" y="4371309"/>
                </a:lnTo>
                <a:lnTo>
                  <a:pt x="51408" y="4301095"/>
                </a:lnTo>
                <a:lnTo>
                  <a:pt x="40636" y="4230677"/>
                </a:lnTo>
                <a:lnTo>
                  <a:pt x="31125" y="4160078"/>
                </a:lnTo>
                <a:lnTo>
                  <a:pt x="22875" y="4089321"/>
                </a:lnTo>
                <a:lnTo>
                  <a:pt x="15889" y="4018428"/>
                </a:lnTo>
                <a:lnTo>
                  <a:pt x="10171" y="3947421"/>
                </a:lnTo>
                <a:lnTo>
                  <a:pt x="5722" y="3876323"/>
                </a:lnTo>
                <a:lnTo>
                  <a:pt x="2544" y="3805157"/>
                </a:lnTo>
                <a:lnTo>
                  <a:pt x="636" y="3733946"/>
                </a:lnTo>
                <a:lnTo>
                  <a:pt x="0" y="3662712"/>
                </a:lnTo>
                <a:close/>
              </a:path>
            </a:pathLst>
          </a:custGeom>
          <a:solidFill>
            <a:srgbClr val="4E6AFF">
              <a:alpha val="1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211266" y="4612039"/>
            <a:ext cx="1059815" cy="1059180"/>
          </a:xfrm>
          <a:custGeom>
            <a:avLst/>
            <a:gdLst/>
            <a:ahLst/>
            <a:cxnLst/>
            <a:rect l="l" t="t" r="r" b="b"/>
            <a:pathLst>
              <a:path w="1059815" h="1059179">
                <a:moveTo>
                  <a:pt x="0" y="529597"/>
                </a:moveTo>
                <a:lnTo>
                  <a:pt x="1464" y="490984"/>
                </a:lnTo>
                <a:lnTo>
                  <a:pt x="9936" y="427642"/>
                </a:lnTo>
                <a:lnTo>
                  <a:pt x="27778" y="360208"/>
                </a:lnTo>
                <a:lnTo>
                  <a:pt x="52886" y="298470"/>
                </a:lnTo>
                <a:lnTo>
                  <a:pt x="72429" y="262024"/>
                </a:lnTo>
                <a:lnTo>
                  <a:pt x="94621" y="227428"/>
                </a:lnTo>
                <a:lnTo>
                  <a:pt x="119460" y="194681"/>
                </a:lnTo>
                <a:lnTo>
                  <a:pt x="146947" y="163783"/>
                </a:lnTo>
                <a:lnTo>
                  <a:pt x="176593" y="134869"/>
                </a:lnTo>
                <a:lnTo>
                  <a:pt x="213954" y="104305"/>
                </a:lnTo>
                <a:lnTo>
                  <a:pt x="253959" y="77292"/>
                </a:lnTo>
                <a:lnTo>
                  <a:pt x="296261" y="54042"/>
                </a:lnTo>
                <a:lnTo>
                  <a:pt x="340515" y="34765"/>
                </a:lnTo>
                <a:lnTo>
                  <a:pt x="386344" y="19606"/>
                </a:lnTo>
                <a:lnTo>
                  <a:pt x="433368" y="8710"/>
                </a:lnTo>
                <a:lnTo>
                  <a:pt x="481191" y="2151"/>
                </a:lnTo>
                <a:lnTo>
                  <a:pt x="529414" y="0"/>
                </a:lnTo>
                <a:lnTo>
                  <a:pt x="557229" y="0"/>
                </a:lnTo>
                <a:lnTo>
                  <a:pt x="601818" y="4184"/>
                </a:lnTo>
                <a:lnTo>
                  <a:pt x="645890" y="12143"/>
                </a:lnTo>
                <a:lnTo>
                  <a:pt x="689129" y="23806"/>
                </a:lnTo>
                <a:lnTo>
                  <a:pt x="731221" y="39102"/>
                </a:lnTo>
                <a:lnTo>
                  <a:pt x="771866" y="57907"/>
                </a:lnTo>
                <a:lnTo>
                  <a:pt x="810766" y="80099"/>
                </a:lnTo>
                <a:lnTo>
                  <a:pt x="847647" y="105505"/>
                </a:lnTo>
                <a:lnTo>
                  <a:pt x="882235" y="133954"/>
                </a:lnTo>
                <a:lnTo>
                  <a:pt x="912063" y="162868"/>
                </a:lnTo>
                <a:lnTo>
                  <a:pt x="939508" y="193769"/>
                </a:lnTo>
                <a:lnTo>
                  <a:pt x="964302" y="226517"/>
                </a:lnTo>
                <a:lnTo>
                  <a:pt x="986447" y="261113"/>
                </a:lnTo>
                <a:lnTo>
                  <a:pt x="1005941" y="297555"/>
                </a:lnTo>
                <a:lnTo>
                  <a:pt x="1031186" y="359297"/>
                </a:lnTo>
                <a:lnTo>
                  <a:pt x="1048937" y="426732"/>
                </a:lnTo>
                <a:lnTo>
                  <a:pt x="1057087" y="482827"/>
                </a:lnTo>
                <a:lnTo>
                  <a:pt x="1057364" y="490069"/>
                </a:lnTo>
                <a:lnTo>
                  <a:pt x="1059743" y="530512"/>
                </a:lnTo>
                <a:lnTo>
                  <a:pt x="1057521" y="578838"/>
                </a:lnTo>
                <a:lnTo>
                  <a:pt x="1049549" y="634426"/>
                </a:lnTo>
                <a:lnTo>
                  <a:pt x="1034961" y="690730"/>
                </a:lnTo>
                <a:lnTo>
                  <a:pt x="1008427" y="758074"/>
                </a:lnTo>
                <a:lnTo>
                  <a:pt x="973368" y="819283"/>
                </a:lnTo>
                <a:lnTo>
                  <a:pt x="946291" y="857116"/>
                </a:lnTo>
                <a:lnTo>
                  <a:pt x="916251" y="892175"/>
                </a:lnTo>
                <a:lnTo>
                  <a:pt x="883248" y="924459"/>
                </a:lnTo>
                <a:lnTo>
                  <a:pt x="847282" y="953970"/>
                </a:lnTo>
                <a:lnTo>
                  <a:pt x="804643" y="982884"/>
                </a:lnTo>
                <a:lnTo>
                  <a:pt x="746889" y="1013362"/>
                </a:lnTo>
                <a:lnTo>
                  <a:pt x="685788" y="1036407"/>
                </a:lnTo>
                <a:lnTo>
                  <a:pt x="622307" y="1051723"/>
                </a:lnTo>
                <a:lnTo>
                  <a:pt x="557412" y="1059011"/>
                </a:lnTo>
                <a:lnTo>
                  <a:pt x="529597" y="1059011"/>
                </a:lnTo>
                <a:lnTo>
                  <a:pt x="457640" y="1054135"/>
                </a:lnTo>
                <a:lnTo>
                  <a:pt x="387034" y="1039425"/>
                </a:lnTo>
                <a:lnTo>
                  <a:pt x="319085" y="1015247"/>
                </a:lnTo>
                <a:lnTo>
                  <a:pt x="255099" y="981969"/>
                </a:lnTo>
                <a:lnTo>
                  <a:pt x="212460" y="953055"/>
                </a:lnTo>
                <a:lnTo>
                  <a:pt x="176530" y="923547"/>
                </a:lnTo>
                <a:lnTo>
                  <a:pt x="143570" y="891263"/>
                </a:lnTo>
                <a:lnTo>
                  <a:pt x="113579" y="856204"/>
                </a:lnTo>
                <a:lnTo>
                  <a:pt x="86558" y="818368"/>
                </a:lnTo>
                <a:lnTo>
                  <a:pt x="51409" y="757181"/>
                </a:lnTo>
                <a:lnTo>
                  <a:pt x="24783" y="689837"/>
                </a:lnTo>
                <a:lnTo>
                  <a:pt x="8783" y="625854"/>
                </a:lnTo>
                <a:lnTo>
                  <a:pt x="2221" y="577923"/>
                </a:lnTo>
                <a:lnTo>
                  <a:pt x="568" y="553810"/>
                </a:lnTo>
                <a:lnTo>
                  <a:pt x="0" y="529597"/>
                </a:lnTo>
                <a:close/>
              </a:path>
            </a:pathLst>
          </a:custGeom>
          <a:solidFill>
            <a:srgbClr val="4E6AFF">
              <a:alpha val="1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434791" y="3462444"/>
            <a:ext cx="1192530" cy="3361054"/>
          </a:xfrm>
          <a:custGeom>
            <a:avLst/>
            <a:gdLst/>
            <a:ahLst/>
            <a:cxnLst/>
            <a:rect l="l" t="t" r="r" b="b"/>
            <a:pathLst>
              <a:path w="1192530" h="3361054">
                <a:moveTo>
                  <a:pt x="0" y="1226088"/>
                </a:moveTo>
                <a:lnTo>
                  <a:pt x="0" y="0"/>
                </a:lnTo>
                <a:lnTo>
                  <a:pt x="36599" y="15554"/>
                </a:lnTo>
                <a:lnTo>
                  <a:pt x="83040" y="35857"/>
                </a:lnTo>
                <a:lnTo>
                  <a:pt x="128731" y="57201"/>
                </a:lnTo>
                <a:lnTo>
                  <a:pt x="173658" y="79567"/>
                </a:lnTo>
                <a:lnTo>
                  <a:pt x="217808" y="102934"/>
                </a:lnTo>
                <a:lnTo>
                  <a:pt x="261169" y="127283"/>
                </a:lnTo>
                <a:lnTo>
                  <a:pt x="303725" y="152595"/>
                </a:lnTo>
                <a:lnTo>
                  <a:pt x="345464" y="178849"/>
                </a:lnTo>
                <a:lnTo>
                  <a:pt x="386372" y="206027"/>
                </a:lnTo>
                <a:lnTo>
                  <a:pt x="426436" y="234109"/>
                </a:lnTo>
                <a:lnTo>
                  <a:pt x="465641" y="263074"/>
                </a:lnTo>
                <a:lnTo>
                  <a:pt x="503976" y="292904"/>
                </a:lnTo>
                <a:lnTo>
                  <a:pt x="541425" y="323579"/>
                </a:lnTo>
                <a:lnTo>
                  <a:pt x="577976" y="355079"/>
                </a:lnTo>
                <a:lnTo>
                  <a:pt x="613615" y="387384"/>
                </a:lnTo>
                <a:lnTo>
                  <a:pt x="648329" y="420475"/>
                </a:lnTo>
                <a:lnTo>
                  <a:pt x="682104" y="454333"/>
                </a:lnTo>
                <a:lnTo>
                  <a:pt x="714926" y="488938"/>
                </a:lnTo>
                <a:lnTo>
                  <a:pt x="746782" y="524269"/>
                </a:lnTo>
                <a:lnTo>
                  <a:pt x="777659" y="560308"/>
                </a:lnTo>
                <a:lnTo>
                  <a:pt x="807543" y="597035"/>
                </a:lnTo>
                <a:lnTo>
                  <a:pt x="836420" y="634430"/>
                </a:lnTo>
                <a:lnTo>
                  <a:pt x="864278" y="672474"/>
                </a:lnTo>
                <a:lnTo>
                  <a:pt x="891102" y="711147"/>
                </a:lnTo>
                <a:lnTo>
                  <a:pt x="916879" y="750429"/>
                </a:lnTo>
                <a:lnTo>
                  <a:pt x="941595" y="790301"/>
                </a:lnTo>
                <a:lnTo>
                  <a:pt x="965238" y="830744"/>
                </a:lnTo>
                <a:lnTo>
                  <a:pt x="987793" y="871736"/>
                </a:lnTo>
                <a:lnTo>
                  <a:pt x="1009246" y="913260"/>
                </a:lnTo>
                <a:lnTo>
                  <a:pt x="1029586" y="955295"/>
                </a:lnTo>
                <a:lnTo>
                  <a:pt x="1048797" y="997822"/>
                </a:lnTo>
                <a:lnTo>
                  <a:pt x="1066867" y="1040821"/>
                </a:lnTo>
                <a:lnTo>
                  <a:pt x="1083782" y="1084272"/>
                </a:lnTo>
                <a:lnTo>
                  <a:pt x="1099528" y="1128156"/>
                </a:lnTo>
                <a:lnTo>
                  <a:pt x="1114092" y="1172453"/>
                </a:lnTo>
                <a:lnTo>
                  <a:pt x="1127460" y="1217144"/>
                </a:lnTo>
                <a:lnTo>
                  <a:pt x="1139620" y="1262209"/>
                </a:lnTo>
                <a:lnTo>
                  <a:pt x="1150557" y="1307629"/>
                </a:lnTo>
                <a:lnTo>
                  <a:pt x="1160257" y="1353383"/>
                </a:lnTo>
                <a:lnTo>
                  <a:pt x="1168708" y="1399452"/>
                </a:lnTo>
                <a:lnTo>
                  <a:pt x="1175896" y="1445817"/>
                </a:lnTo>
                <a:lnTo>
                  <a:pt x="1181808" y="1492458"/>
                </a:lnTo>
                <a:lnTo>
                  <a:pt x="1186429" y="1539355"/>
                </a:lnTo>
                <a:lnTo>
                  <a:pt x="1189747" y="1586489"/>
                </a:lnTo>
                <a:lnTo>
                  <a:pt x="1191747" y="1633840"/>
                </a:lnTo>
                <a:lnTo>
                  <a:pt x="1192417" y="1681388"/>
                </a:lnTo>
                <a:lnTo>
                  <a:pt x="1191747" y="1728936"/>
                </a:lnTo>
                <a:lnTo>
                  <a:pt x="1189747" y="1776283"/>
                </a:lnTo>
                <a:lnTo>
                  <a:pt x="1186429" y="1823412"/>
                </a:lnTo>
                <a:lnTo>
                  <a:pt x="1181808" y="1870302"/>
                </a:lnTo>
                <a:lnTo>
                  <a:pt x="1175897" y="1916933"/>
                </a:lnTo>
                <a:lnTo>
                  <a:pt x="1168709" y="1963287"/>
                </a:lnTo>
                <a:lnTo>
                  <a:pt x="1160258" y="2009343"/>
                </a:lnTo>
                <a:lnTo>
                  <a:pt x="1150558" y="2055083"/>
                </a:lnTo>
                <a:lnTo>
                  <a:pt x="1139621" y="2100485"/>
                </a:lnTo>
                <a:lnTo>
                  <a:pt x="1127462" y="2145532"/>
                </a:lnTo>
                <a:lnTo>
                  <a:pt x="1114094" y="2190203"/>
                </a:lnTo>
                <a:lnTo>
                  <a:pt x="1099531" y="2234479"/>
                </a:lnTo>
                <a:lnTo>
                  <a:pt x="1083786" y="2278339"/>
                </a:lnTo>
                <a:lnTo>
                  <a:pt x="1066872" y="2321766"/>
                </a:lnTo>
                <a:lnTo>
                  <a:pt x="1048804" y="2364738"/>
                </a:lnTo>
                <a:lnTo>
                  <a:pt x="1029594" y="2407237"/>
                </a:lnTo>
                <a:lnTo>
                  <a:pt x="1009256" y="2449243"/>
                </a:lnTo>
                <a:lnTo>
                  <a:pt x="987804" y="2490736"/>
                </a:lnTo>
                <a:lnTo>
                  <a:pt x="965251" y="2531697"/>
                </a:lnTo>
                <a:lnTo>
                  <a:pt x="941611" y="2572106"/>
                </a:lnTo>
                <a:lnTo>
                  <a:pt x="916897" y="2611944"/>
                </a:lnTo>
                <a:lnTo>
                  <a:pt x="891123" y="2651190"/>
                </a:lnTo>
                <a:lnTo>
                  <a:pt x="864302" y="2689827"/>
                </a:lnTo>
                <a:lnTo>
                  <a:pt x="836448" y="2727833"/>
                </a:lnTo>
                <a:lnTo>
                  <a:pt x="807574" y="2765189"/>
                </a:lnTo>
                <a:lnTo>
                  <a:pt x="777694" y="2801877"/>
                </a:lnTo>
                <a:lnTo>
                  <a:pt x="746822" y="2837875"/>
                </a:lnTo>
                <a:lnTo>
                  <a:pt x="714970" y="2873165"/>
                </a:lnTo>
                <a:lnTo>
                  <a:pt x="682153" y="2907728"/>
                </a:lnTo>
                <a:lnTo>
                  <a:pt x="648383" y="2941542"/>
                </a:lnTo>
                <a:lnTo>
                  <a:pt x="613675" y="2974590"/>
                </a:lnTo>
                <a:lnTo>
                  <a:pt x="578042" y="3006851"/>
                </a:lnTo>
                <a:lnTo>
                  <a:pt x="541497" y="3038306"/>
                </a:lnTo>
                <a:lnTo>
                  <a:pt x="504055" y="3068935"/>
                </a:lnTo>
                <a:lnTo>
                  <a:pt x="465727" y="3098719"/>
                </a:lnTo>
                <a:lnTo>
                  <a:pt x="426529" y="3127638"/>
                </a:lnTo>
                <a:lnTo>
                  <a:pt x="386474" y="3155672"/>
                </a:lnTo>
                <a:lnTo>
                  <a:pt x="345574" y="3182803"/>
                </a:lnTo>
                <a:lnTo>
                  <a:pt x="303844" y="3209009"/>
                </a:lnTo>
                <a:lnTo>
                  <a:pt x="261297" y="3234273"/>
                </a:lnTo>
                <a:lnTo>
                  <a:pt x="217947" y="3258574"/>
                </a:lnTo>
                <a:lnTo>
                  <a:pt x="173807" y="3281893"/>
                </a:lnTo>
                <a:lnTo>
                  <a:pt x="128890" y="3304209"/>
                </a:lnTo>
                <a:lnTo>
                  <a:pt x="83211" y="3325505"/>
                </a:lnTo>
                <a:lnTo>
                  <a:pt x="36782" y="3345759"/>
                </a:lnTo>
                <a:lnTo>
                  <a:pt x="183" y="3360947"/>
                </a:lnTo>
                <a:lnTo>
                  <a:pt x="183" y="2131747"/>
                </a:lnTo>
                <a:lnTo>
                  <a:pt x="1098" y="2130649"/>
                </a:lnTo>
                <a:lnTo>
                  <a:pt x="28547" y="2085449"/>
                </a:lnTo>
                <a:lnTo>
                  <a:pt x="54544" y="2035097"/>
                </a:lnTo>
                <a:lnTo>
                  <a:pt x="76935" y="1983329"/>
                </a:lnTo>
                <a:lnTo>
                  <a:pt x="95719" y="1930147"/>
                </a:lnTo>
                <a:lnTo>
                  <a:pt x="110897" y="1875550"/>
                </a:lnTo>
                <a:lnTo>
                  <a:pt x="120412" y="1830349"/>
                </a:lnTo>
                <a:lnTo>
                  <a:pt x="130796" y="1755270"/>
                </a:lnTo>
                <a:lnTo>
                  <a:pt x="134320" y="1679558"/>
                </a:lnTo>
                <a:lnTo>
                  <a:pt x="134154" y="1664358"/>
                </a:lnTo>
                <a:lnTo>
                  <a:pt x="131046" y="1607809"/>
                </a:lnTo>
                <a:lnTo>
                  <a:pt x="118944" y="1519795"/>
                </a:lnTo>
                <a:lnTo>
                  <a:pt x="106986" y="1466541"/>
                </a:lnTo>
                <a:lnTo>
                  <a:pt x="91494" y="1414205"/>
                </a:lnTo>
                <a:lnTo>
                  <a:pt x="72467" y="1362788"/>
                </a:lnTo>
                <a:lnTo>
                  <a:pt x="52337" y="1317588"/>
                </a:lnTo>
                <a:lnTo>
                  <a:pt x="27689" y="1270968"/>
                </a:lnTo>
                <a:lnTo>
                  <a:pt x="14224" y="1248311"/>
                </a:lnTo>
                <a:lnTo>
                  <a:pt x="0" y="1226088"/>
                </a:lnTo>
                <a:close/>
              </a:path>
            </a:pathLst>
          </a:custGeom>
          <a:solidFill>
            <a:srgbClr val="4E6AFF">
              <a:alpha val="48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732090" y="2316508"/>
            <a:ext cx="2004695" cy="5652135"/>
          </a:xfrm>
          <a:custGeom>
            <a:avLst/>
            <a:gdLst/>
            <a:ahLst/>
            <a:cxnLst/>
            <a:rect l="l" t="t" r="r" b="b"/>
            <a:pathLst>
              <a:path w="2004694" h="5652134">
                <a:moveTo>
                  <a:pt x="0" y="2824579"/>
                </a:moveTo>
                <a:lnTo>
                  <a:pt x="462" y="2773349"/>
                </a:lnTo>
                <a:lnTo>
                  <a:pt x="1846" y="2722253"/>
                </a:lnTo>
                <a:lnTo>
                  <a:pt x="4145" y="2671299"/>
                </a:lnTo>
                <a:lnTo>
                  <a:pt x="7353" y="2620496"/>
                </a:lnTo>
                <a:lnTo>
                  <a:pt x="11464" y="2569852"/>
                </a:lnTo>
                <a:lnTo>
                  <a:pt x="16473" y="2519377"/>
                </a:lnTo>
                <a:lnTo>
                  <a:pt x="22373" y="2469078"/>
                </a:lnTo>
                <a:lnTo>
                  <a:pt x="29158" y="2418964"/>
                </a:lnTo>
                <a:lnTo>
                  <a:pt x="36822" y="2369044"/>
                </a:lnTo>
                <a:lnTo>
                  <a:pt x="45360" y="2319326"/>
                </a:lnTo>
                <a:lnTo>
                  <a:pt x="54765" y="2269820"/>
                </a:lnTo>
                <a:lnTo>
                  <a:pt x="65032" y="2220532"/>
                </a:lnTo>
                <a:lnTo>
                  <a:pt x="76153" y="2171473"/>
                </a:lnTo>
                <a:lnTo>
                  <a:pt x="88125" y="2122651"/>
                </a:lnTo>
                <a:lnTo>
                  <a:pt x="100939" y="2074074"/>
                </a:lnTo>
                <a:lnTo>
                  <a:pt x="114591" y="2025751"/>
                </a:lnTo>
                <a:lnTo>
                  <a:pt x="129075" y="1977690"/>
                </a:lnTo>
                <a:lnTo>
                  <a:pt x="144384" y="1929901"/>
                </a:lnTo>
                <a:lnTo>
                  <a:pt x="160512" y="1882391"/>
                </a:lnTo>
                <a:lnTo>
                  <a:pt x="177454" y="1835169"/>
                </a:lnTo>
                <a:lnTo>
                  <a:pt x="195203" y="1788244"/>
                </a:lnTo>
                <a:lnTo>
                  <a:pt x="213754" y="1741624"/>
                </a:lnTo>
                <a:lnTo>
                  <a:pt x="233100" y="1695319"/>
                </a:lnTo>
                <a:lnTo>
                  <a:pt x="253236" y="1649336"/>
                </a:lnTo>
                <a:lnTo>
                  <a:pt x="274156" y="1603684"/>
                </a:lnTo>
                <a:lnTo>
                  <a:pt x="295853" y="1558372"/>
                </a:lnTo>
                <a:lnTo>
                  <a:pt x="318321" y="1513408"/>
                </a:lnTo>
                <a:lnTo>
                  <a:pt x="341556" y="1468801"/>
                </a:lnTo>
                <a:lnTo>
                  <a:pt x="365550" y="1424559"/>
                </a:lnTo>
                <a:lnTo>
                  <a:pt x="390297" y="1380692"/>
                </a:lnTo>
                <a:lnTo>
                  <a:pt x="415793" y="1337207"/>
                </a:lnTo>
                <a:lnTo>
                  <a:pt x="442030" y="1294113"/>
                </a:lnTo>
                <a:lnTo>
                  <a:pt x="469002" y="1251419"/>
                </a:lnTo>
                <a:lnTo>
                  <a:pt x="496705" y="1209134"/>
                </a:lnTo>
                <a:lnTo>
                  <a:pt x="525131" y="1167265"/>
                </a:lnTo>
                <a:lnTo>
                  <a:pt x="554275" y="1125822"/>
                </a:lnTo>
                <a:lnTo>
                  <a:pt x="584130" y="1084814"/>
                </a:lnTo>
                <a:lnTo>
                  <a:pt x="613427" y="1046202"/>
                </a:lnTo>
                <a:lnTo>
                  <a:pt x="643270" y="1008057"/>
                </a:lnTo>
                <a:lnTo>
                  <a:pt x="673657" y="970379"/>
                </a:lnTo>
                <a:lnTo>
                  <a:pt x="704590" y="933168"/>
                </a:lnTo>
                <a:lnTo>
                  <a:pt x="736068" y="896424"/>
                </a:lnTo>
                <a:lnTo>
                  <a:pt x="768091" y="860148"/>
                </a:lnTo>
                <a:lnTo>
                  <a:pt x="800659" y="824338"/>
                </a:lnTo>
                <a:lnTo>
                  <a:pt x="833772" y="788996"/>
                </a:lnTo>
                <a:lnTo>
                  <a:pt x="867431" y="754120"/>
                </a:lnTo>
                <a:lnTo>
                  <a:pt x="901602" y="719746"/>
                </a:lnTo>
                <a:lnTo>
                  <a:pt x="936251" y="685907"/>
                </a:lnTo>
                <a:lnTo>
                  <a:pt x="971378" y="652604"/>
                </a:lnTo>
                <a:lnTo>
                  <a:pt x="1006983" y="619836"/>
                </a:lnTo>
                <a:lnTo>
                  <a:pt x="1043067" y="587604"/>
                </a:lnTo>
                <a:lnTo>
                  <a:pt x="1079628" y="555907"/>
                </a:lnTo>
                <a:lnTo>
                  <a:pt x="1116669" y="524745"/>
                </a:lnTo>
                <a:lnTo>
                  <a:pt x="1154187" y="494119"/>
                </a:lnTo>
                <a:lnTo>
                  <a:pt x="1192184" y="464028"/>
                </a:lnTo>
                <a:lnTo>
                  <a:pt x="1230621" y="434502"/>
                </a:lnTo>
                <a:lnTo>
                  <a:pt x="1269461" y="405570"/>
                </a:lnTo>
                <a:lnTo>
                  <a:pt x="1308704" y="377233"/>
                </a:lnTo>
                <a:lnTo>
                  <a:pt x="1348350" y="349489"/>
                </a:lnTo>
                <a:lnTo>
                  <a:pt x="1388398" y="322340"/>
                </a:lnTo>
                <a:lnTo>
                  <a:pt x="1428850" y="295786"/>
                </a:lnTo>
                <a:lnTo>
                  <a:pt x="1469704" y="269825"/>
                </a:lnTo>
                <a:lnTo>
                  <a:pt x="1510961" y="244459"/>
                </a:lnTo>
                <a:lnTo>
                  <a:pt x="1552621" y="219687"/>
                </a:lnTo>
                <a:lnTo>
                  <a:pt x="1594643" y="195534"/>
                </a:lnTo>
                <a:lnTo>
                  <a:pt x="1636985" y="172023"/>
                </a:lnTo>
                <a:lnTo>
                  <a:pt x="1679647" y="149154"/>
                </a:lnTo>
                <a:lnTo>
                  <a:pt x="1722629" y="126928"/>
                </a:lnTo>
                <a:lnTo>
                  <a:pt x="1765932" y="105345"/>
                </a:lnTo>
                <a:lnTo>
                  <a:pt x="1809554" y="84404"/>
                </a:lnTo>
                <a:lnTo>
                  <a:pt x="1853497" y="64105"/>
                </a:lnTo>
                <a:lnTo>
                  <a:pt x="1897761" y="44450"/>
                </a:lnTo>
                <a:lnTo>
                  <a:pt x="1942344" y="25436"/>
                </a:lnTo>
                <a:lnTo>
                  <a:pt x="2003283" y="0"/>
                </a:lnTo>
                <a:lnTo>
                  <a:pt x="2003283" y="1994682"/>
                </a:lnTo>
                <a:lnTo>
                  <a:pt x="1965671" y="1995652"/>
                </a:lnTo>
                <a:lnTo>
                  <a:pt x="1928220" y="1998327"/>
                </a:lnTo>
                <a:lnTo>
                  <a:pt x="1853802" y="2008795"/>
                </a:lnTo>
                <a:lnTo>
                  <a:pt x="1780640" y="2025970"/>
                </a:lnTo>
                <a:lnTo>
                  <a:pt x="1709347" y="2049739"/>
                </a:lnTo>
                <a:lnTo>
                  <a:pt x="1640504" y="2079876"/>
                </a:lnTo>
                <a:lnTo>
                  <a:pt x="1574692" y="2116160"/>
                </a:lnTo>
                <a:lnTo>
                  <a:pt x="1512443" y="2158263"/>
                </a:lnTo>
                <a:lnTo>
                  <a:pt x="1454288" y="2205862"/>
                </a:lnTo>
                <a:lnTo>
                  <a:pt x="1407623" y="2251062"/>
                </a:lnTo>
                <a:lnTo>
                  <a:pt x="1373047" y="2289627"/>
                </a:lnTo>
                <a:lnTo>
                  <a:pt x="1341120" y="2330027"/>
                </a:lnTo>
                <a:lnTo>
                  <a:pt x="1311840" y="2372263"/>
                </a:lnTo>
                <a:lnTo>
                  <a:pt x="1285208" y="2416335"/>
                </a:lnTo>
                <a:lnTo>
                  <a:pt x="1261224" y="2462242"/>
                </a:lnTo>
                <a:lnTo>
                  <a:pt x="1240912" y="2507443"/>
                </a:lnTo>
                <a:lnTo>
                  <a:pt x="1221885" y="2558860"/>
                </a:lnTo>
                <a:lnTo>
                  <a:pt x="1206392" y="2611195"/>
                </a:lnTo>
                <a:lnTo>
                  <a:pt x="1194435" y="2664450"/>
                </a:lnTo>
                <a:lnTo>
                  <a:pt x="1186012" y="2718623"/>
                </a:lnTo>
                <a:lnTo>
                  <a:pt x="1180062" y="2778818"/>
                </a:lnTo>
                <a:lnTo>
                  <a:pt x="1179058" y="2824213"/>
                </a:lnTo>
                <a:lnTo>
                  <a:pt x="1179963" y="2862148"/>
                </a:lnTo>
                <a:lnTo>
                  <a:pt x="1186917" y="2937543"/>
                </a:lnTo>
                <a:lnTo>
                  <a:pt x="1195202" y="2986390"/>
                </a:lnTo>
                <a:lnTo>
                  <a:pt x="1217953" y="3075179"/>
                </a:lnTo>
                <a:lnTo>
                  <a:pt x="1236927" y="3128700"/>
                </a:lnTo>
                <a:lnTo>
                  <a:pt x="1259585" y="3180769"/>
                </a:lnTo>
                <a:lnTo>
                  <a:pt x="1285929" y="3231384"/>
                </a:lnTo>
                <a:lnTo>
                  <a:pt x="1313562" y="3276585"/>
                </a:lnTo>
                <a:lnTo>
                  <a:pt x="1341278" y="3316604"/>
                </a:lnTo>
                <a:lnTo>
                  <a:pt x="1371059" y="3354694"/>
                </a:lnTo>
                <a:lnTo>
                  <a:pt x="1402905" y="3390855"/>
                </a:lnTo>
                <a:lnTo>
                  <a:pt x="1436817" y="3425088"/>
                </a:lnTo>
                <a:lnTo>
                  <a:pt x="1472793" y="3457391"/>
                </a:lnTo>
                <a:lnTo>
                  <a:pt x="1510834" y="3487765"/>
                </a:lnTo>
                <a:lnTo>
                  <a:pt x="1543655" y="3511218"/>
                </a:lnTo>
                <a:lnTo>
                  <a:pt x="1577628" y="3532966"/>
                </a:lnTo>
                <a:lnTo>
                  <a:pt x="1626629" y="3560625"/>
                </a:lnTo>
                <a:lnTo>
                  <a:pt x="1677163" y="3584770"/>
                </a:lnTo>
                <a:lnTo>
                  <a:pt x="1729231" y="3605400"/>
                </a:lnTo>
                <a:lnTo>
                  <a:pt x="1782834" y="3622515"/>
                </a:lnTo>
                <a:lnTo>
                  <a:pt x="1837468" y="3635973"/>
                </a:lnTo>
                <a:lnTo>
                  <a:pt x="1892635" y="3645634"/>
                </a:lnTo>
                <a:lnTo>
                  <a:pt x="1948333" y="3651497"/>
                </a:lnTo>
                <a:lnTo>
                  <a:pt x="2004564" y="3653562"/>
                </a:lnTo>
                <a:lnTo>
                  <a:pt x="2004564" y="5652087"/>
                </a:lnTo>
                <a:lnTo>
                  <a:pt x="1898995" y="5606723"/>
                </a:lnTo>
                <a:lnTo>
                  <a:pt x="1854685" y="5587068"/>
                </a:lnTo>
                <a:lnTo>
                  <a:pt x="1810696" y="5566768"/>
                </a:lnTo>
                <a:lnTo>
                  <a:pt x="1767027" y="5545825"/>
                </a:lnTo>
                <a:lnTo>
                  <a:pt x="1723680" y="5524237"/>
                </a:lnTo>
                <a:lnTo>
                  <a:pt x="1680653" y="5502006"/>
                </a:lnTo>
                <a:lnTo>
                  <a:pt x="1637946" y="5479130"/>
                </a:lnTo>
                <a:lnTo>
                  <a:pt x="1595561" y="5455611"/>
                </a:lnTo>
                <a:lnTo>
                  <a:pt x="1553496" y="5431448"/>
                </a:lnTo>
                <a:lnTo>
                  <a:pt x="1511793" y="5406665"/>
                </a:lnTo>
                <a:lnTo>
                  <a:pt x="1470493" y="5381287"/>
                </a:lnTo>
                <a:lnTo>
                  <a:pt x="1429597" y="5355313"/>
                </a:lnTo>
                <a:lnTo>
                  <a:pt x="1389105" y="5328744"/>
                </a:lnTo>
                <a:lnTo>
                  <a:pt x="1349016" y="5301579"/>
                </a:lnTo>
                <a:lnTo>
                  <a:pt x="1309331" y="5273819"/>
                </a:lnTo>
                <a:lnTo>
                  <a:pt x="1270049" y="5245463"/>
                </a:lnTo>
                <a:lnTo>
                  <a:pt x="1231170" y="5216512"/>
                </a:lnTo>
                <a:lnTo>
                  <a:pt x="1192696" y="5186965"/>
                </a:lnTo>
                <a:lnTo>
                  <a:pt x="1154662" y="5156852"/>
                </a:lnTo>
                <a:lnTo>
                  <a:pt x="1117108" y="5126203"/>
                </a:lnTo>
                <a:lnTo>
                  <a:pt x="1080033" y="5095017"/>
                </a:lnTo>
                <a:lnTo>
                  <a:pt x="1043437" y="5063294"/>
                </a:lnTo>
                <a:lnTo>
                  <a:pt x="1007321" y="5031035"/>
                </a:lnTo>
                <a:lnTo>
                  <a:pt x="971683" y="4998240"/>
                </a:lnTo>
                <a:lnTo>
                  <a:pt x="936525" y="4964908"/>
                </a:lnTo>
                <a:lnTo>
                  <a:pt x="901846" y="4931040"/>
                </a:lnTo>
                <a:lnTo>
                  <a:pt x="867646" y="4896635"/>
                </a:lnTo>
                <a:lnTo>
                  <a:pt x="833959" y="4861728"/>
                </a:lnTo>
                <a:lnTo>
                  <a:pt x="800818" y="4826353"/>
                </a:lnTo>
                <a:lnTo>
                  <a:pt x="768224" y="4790510"/>
                </a:lnTo>
                <a:lnTo>
                  <a:pt x="736176" y="4754200"/>
                </a:lnTo>
                <a:lnTo>
                  <a:pt x="704674" y="4717421"/>
                </a:lnTo>
                <a:lnTo>
                  <a:pt x="673719" y="4680174"/>
                </a:lnTo>
                <a:lnTo>
                  <a:pt x="643310" y="4642459"/>
                </a:lnTo>
                <a:lnTo>
                  <a:pt x="613447" y="4604277"/>
                </a:lnTo>
                <a:lnTo>
                  <a:pt x="584130" y="4565626"/>
                </a:lnTo>
                <a:lnTo>
                  <a:pt x="554275" y="4524586"/>
                </a:lnTo>
                <a:lnTo>
                  <a:pt x="525131" y="4483110"/>
                </a:lnTo>
                <a:lnTo>
                  <a:pt x="496705" y="4441207"/>
                </a:lnTo>
                <a:lnTo>
                  <a:pt x="469002" y="4398884"/>
                </a:lnTo>
                <a:lnTo>
                  <a:pt x="442030" y="4356151"/>
                </a:lnTo>
                <a:lnTo>
                  <a:pt x="415793" y="4313018"/>
                </a:lnTo>
                <a:lnTo>
                  <a:pt x="390297" y="4269491"/>
                </a:lnTo>
                <a:lnTo>
                  <a:pt x="365550" y="4225581"/>
                </a:lnTo>
                <a:lnTo>
                  <a:pt x="341556" y="4181295"/>
                </a:lnTo>
                <a:lnTo>
                  <a:pt x="318321" y="4136643"/>
                </a:lnTo>
                <a:lnTo>
                  <a:pt x="295853" y="4091634"/>
                </a:lnTo>
                <a:lnTo>
                  <a:pt x="274156" y="4046276"/>
                </a:lnTo>
                <a:lnTo>
                  <a:pt x="253236" y="4000578"/>
                </a:lnTo>
                <a:lnTo>
                  <a:pt x="233100" y="3954549"/>
                </a:lnTo>
                <a:lnTo>
                  <a:pt x="213754" y="3908197"/>
                </a:lnTo>
                <a:lnTo>
                  <a:pt x="195203" y="3861531"/>
                </a:lnTo>
                <a:lnTo>
                  <a:pt x="177454" y="3814560"/>
                </a:lnTo>
                <a:lnTo>
                  <a:pt x="160512" y="3767293"/>
                </a:lnTo>
                <a:lnTo>
                  <a:pt x="144384" y="3719739"/>
                </a:lnTo>
                <a:lnTo>
                  <a:pt x="129075" y="3671905"/>
                </a:lnTo>
                <a:lnTo>
                  <a:pt x="114591" y="3623802"/>
                </a:lnTo>
                <a:lnTo>
                  <a:pt x="100939" y="3575438"/>
                </a:lnTo>
                <a:lnTo>
                  <a:pt x="88125" y="3526821"/>
                </a:lnTo>
                <a:lnTo>
                  <a:pt x="76153" y="3477960"/>
                </a:lnTo>
                <a:lnTo>
                  <a:pt x="65032" y="3428865"/>
                </a:lnTo>
                <a:lnTo>
                  <a:pt x="54765" y="3379543"/>
                </a:lnTo>
                <a:lnTo>
                  <a:pt x="45360" y="3330004"/>
                </a:lnTo>
                <a:lnTo>
                  <a:pt x="36822" y="3280256"/>
                </a:lnTo>
                <a:lnTo>
                  <a:pt x="29158" y="3230308"/>
                </a:lnTo>
                <a:lnTo>
                  <a:pt x="22373" y="3180169"/>
                </a:lnTo>
                <a:lnTo>
                  <a:pt x="16473" y="3129848"/>
                </a:lnTo>
                <a:lnTo>
                  <a:pt x="11464" y="3079353"/>
                </a:lnTo>
                <a:lnTo>
                  <a:pt x="7353" y="3028693"/>
                </a:lnTo>
                <a:lnTo>
                  <a:pt x="4145" y="2977877"/>
                </a:lnTo>
                <a:lnTo>
                  <a:pt x="1846" y="2926913"/>
                </a:lnTo>
                <a:lnTo>
                  <a:pt x="462" y="2875811"/>
                </a:lnTo>
                <a:lnTo>
                  <a:pt x="0" y="2824579"/>
                </a:lnTo>
                <a:close/>
              </a:path>
            </a:pathLst>
          </a:custGeom>
          <a:solidFill>
            <a:srgbClr val="4E6AFF">
              <a:alpha val="9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36491" y="1480571"/>
            <a:ext cx="2407285" cy="7326630"/>
          </a:xfrm>
          <a:custGeom>
            <a:avLst/>
            <a:gdLst/>
            <a:ahLst/>
            <a:cxnLst/>
            <a:rect l="l" t="t" r="r" b="b"/>
            <a:pathLst>
              <a:path w="2407284" h="7326630">
                <a:moveTo>
                  <a:pt x="2406933" y="3663810"/>
                </a:moveTo>
                <a:lnTo>
                  <a:pt x="2406297" y="3735044"/>
                </a:lnTo>
                <a:lnTo>
                  <a:pt x="2404390" y="3806255"/>
                </a:lnTo>
                <a:lnTo>
                  <a:pt x="2401210" y="3877420"/>
                </a:lnTo>
                <a:lnTo>
                  <a:pt x="2396761" y="3948518"/>
                </a:lnTo>
                <a:lnTo>
                  <a:pt x="2391043" y="4019525"/>
                </a:lnTo>
                <a:lnTo>
                  <a:pt x="2384058" y="4090418"/>
                </a:lnTo>
                <a:lnTo>
                  <a:pt x="2375808" y="4161176"/>
                </a:lnTo>
                <a:lnTo>
                  <a:pt x="2366296" y="4231775"/>
                </a:lnTo>
                <a:lnTo>
                  <a:pt x="2355525" y="4302192"/>
                </a:lnTo>
                <a:lnTo>
                  <a:pt x="2343499" y="4372406"/>
                </a:lnTo>
                <a:lnTo>
                  <a:pt x="2330220" y="4442395"/>
                </a:lnTo>
                <a:lnTo>
                  <a:pt x="2315695" y="4512134"/>
                </a:lnTo>
                <a:lnTo>
                  <a:pt x="2299925" y="4581604"/>
                </a:lnTo>
                <a:lnTo>
                  <a:pt x="2282918" y="4650781"/>
                </a:lnTo>
                <a:lnTo>
                  <a:pt x="2264679" y="4719643"/>
                </a:lnTo>
                <a:lnTo>
                  <a:pt x="2245212" y="4788169"/>
                </a:lnTo>
                <a:lnTo>
                  <a:pt x="2224526" y="4856335"/>
                </a:lnTo>
                <a:lnTo>
                  <a:pt x="2202625" y="4924122"/>
                </a:lnTo>
                <a:lnTo>
                  <a:pt x="2179518" y="4991507"/>
                </a:lnTo>
                <a:lnTo>
                  <a:pt x="2155211" y="5058468"/>
                </a:lnTo>
                <a:lnTo>
                  <a:pt x="2129712" y="5124985"/>
                </a:lnTo>
                <a:lnTo>
                  <a:pt x="2103029" y="5191036"/>
                </a:lnTo>
                <a:lnTo>
                  <a:pt x="2075171" y="5256600"/>
                </a:lnTo>
                <a:lnTo>
                  <a:pt x="2046147" y="5321656"/>
                </a:lnTo>
                <a:lnTo>
                  <a:pt x="2015967" y="5386183"/>
                </a:lnTo>
                <a:lnTo>
                  <a:pt x="1984638" y="5450162"/>
                </a:lnTo>
                <a:lnTo>
                  <a:pt x="1952172" y="5513570"/>
                </a:lnTo>
                <a:lnTo>
                  <a:pt x="1918579" y="5576389"/>
                </a:lnTo>
                <a:lnTo>
                  <a:pt x="1883870" y="5638598"/>
                </a:lnTo>
                <a:lnTo>
                  <a:pt x="1848056" y="5700177"/>
                </a:lnTo>
                <a:lnTo>
                  <a:pt x="1811148" y="5761107"/>
                </a:lnTo>
                <a:lnTo>
                  <a:pt x="1773158" y="5821369"/>
                </a:lnTo>
                <a:lnTo>
                  <a:pt x="1734097" y="5880942"/>
                </a:lnTo>
                <a:lnTo>
                  <a:pt x="1693980" y="5939808"/>
                </a:lnTo>
                <a:lnTo>
                  <a:pt x="1652817" y="5997949"/>
                </a:lnTo>
                <a:lnTo>
                  <a:pt x="1610624" y="6055345"/>
                </a:lnTo>
                <a:lnTo>
                  <a:pt x="1567411" y="6111978"/>
                </a:lnTo>
                <a:lnTo>
                  <a:pt x="1523194" y="6167832"/>
                </a:lnTo>
                <a:lnTo>
                  <a:pt x="1477988" y="6222886"/>
                </a:lnTo>
                <a:lnTo>
                  <a:pt x="1431805" y="6277125"/>
                </a:lnTo>
                <a:lnTo>
                  <a:pt x="1384661" y="6330530"/>
                </a:lnTo>
                <a:lnTo>
                  <a:pt x="1336571" y="6383085"/>
                </a:lnTo>
                <a:lnTo>
                  <a:pt x="1287551" y="6434773"/>
                </a:lnTo>
                <a:lnTo>
                  <a:pt x="1237615" y="6485578"/>
                </a:lnTo>
                <a:lnTo>
                  <a:pt x="1186780" y="6535483"/>
                </a:lnTo>
                <a:lnTo>
                  <a:pt x="1135061" y="6584472"/>
                </a:lnTo>
                <a:lnTo>
                  <a:pt x="1082477" y="6632529"/>
                </a:lnTo>
                <a:lnTo>
                  <a:pt x="1029043" y="6679641"/>
                </a:lnTo>
                <a:lnTo>
                  <a:pt x="974776" y="6725790"/>
                </a:lnTo>
                <a:lnTo>
                  <a:pt x="919694" y="6770963"/>
                </a:lnTo>
                <a:lnTo>
                  <a:pt x="863814" y="6815146"/>
                </a:lnTo>
                <a:lnTo>
                  <a:pt x="807154" y="6858323"/>
                </a:lnTo>
                <a:lnTo>
                  <a:pt x="749732" y="6900482"/>
                </a:lnTo>
                <a:lnTo>
                  <a:pt x="691566" y="6941609"/>
                </a:lnTo>
                <a:lnTo>
                  <a:pt x="632675" y="6981691"/>
                </a:lnTo>
                <a:lnTo>
                  <a:pt x="573078" y="7020715"/>
                </a:lnTo>
                <a:lnTo>
                  <a:pt x="512794" y="7058668"/>
                </a:lnTo>
                <a:lnTo>
                  <a:pt x="451841" y="7095539"/>
                </a:lnTo>
                <a:lnTo>
                  <a:pt x="390240" y="7131316"/>
                </a:lnTo>
                <a:lnTo>
                  <a:pt x="328010" y="7165987"/>
                </a:lnTo>
                <a:lnTo>
                  <a:pt x="265171" y="7199542"/>
                </a:lnTo>
                <a:lnTo>
                  <a:pt x="201742" y="7231969"/>
                </a:lnTo>
                <a:lnTo>
                  <a:pt x="137745" y="7263258"/>
                </a:lnTo>
                <a:lnTo>
                  <a:pt x="73199" y="7293399"/>
                </a:lnTo>
                <a:lnTo>
                  <a:pt x="0" y="7326522"/>
                </a:lnTo>
                <a:lnTo>
                  <a:pt x="0" y="5405039"/>
                </a:lnTo>
                <a:lnTo>
                  <a:pt x="29855" y="5363974"/>
                </a:lnTo>
                <a:lnTo>
                  <a:pt x="58999" y="5322480"/>
                </a:lnTo>
                <a:lnTo>
                  <a:pt x="87425" y="5280565"/>
                </a:lnTo>
                <a:lnTo>
                  <a:pt x="115128" y="5238238"/>
                </a:lnTo>
                <a:lnTo>
                  <a:pt x="142100" y="5195507"/>
                </a:lnTo>
                <a:lnTo>
                  <a:pt x="168337" y="5152381"/>
                </a:lnTo>
                <a:lnTo>
                  <a:pt x="193833" y="5108867"/>
                </a:lnTo>
                <a:lnTo>
                  <a:pt x="218580" y="5064974"/>
                </a:lnTo>
                <a:lnTo>
                  <a:pt x="242574" y="5020711"/>
                </a:lnTo>
                <a:lnTo>
                  <a:pt x="265808" y="4976085"/>
                </a:lnTo>
                <a:lnTo>
                  <a:pt x="288277" y="4931105"/>
                </a:lnTo>
                <a:lnTo>
                  <a:pt x="309974" y="4885780"/>
                </a:lnTo>
                <a:lnTo>
                  <a:pt x="330894" y="4840117"/>
                </a:lnTo>
                <a:lnTo>
                  <a:pt x="351030" y="4794124"/>
                </a:lnTo>
                <a:lnTo>
                  <a:pt x="370376" y="4747811"/>
                </a:lnTo>
                <a:lnTo>
                  <a:pt x="388927" y="4701185"/>
                </a:lnTo>
                <a:lnTo>
                  <a:pt x="406676" y="4654255"/>
                </a:lnTo>
                <a:lnTo>
                  <a:pt x="423618" y="4607029"/>
                </a:lnTo>
                <a:lnTo>
                  <a:pt x="439746" y="4559515"/>
                </a:lnTo>
                <a:lnTo>
                  <a:pt x="455055" y="4511722"/>
                </a:lnTo>
                <a:lnTo>
                  <a:pt x="469539" y="4463658"/>
                </a:lnTo>
                <a:lnTo>
                  <a:pt x="483191" y="4415331"/>
                </a:lnTo>
                <a:lnTo>
                  <a:pt x="496005" y="4366750"/>
                </a:lnTo>
                <a:lnTo>
                  <a:pt x="507976" y="4317922"/>
                </a:lnTo>
                <a:lnTo>
                  <a:pt x="519098" y="4268857"/>
                </a:lnTo>
                <a:lnTo>
                  <a:pt x="529365" y="4219562"/>
                </a:lnTo>
                <a:lnTo>
                  <a:pt x="538770" y="4170046"/>
                </a:lnTo>
                <a:lnTo>
                  <a:pt x="547307" y="4120317"/>
                </a:lnTo>
                <a:lnTo>
                  <a:pt x="554972" y="4070383"/>
                </a:lnTo>
                <a:lnTo>
                  <a:pt x="561757" y="4020253"/>
                </a:lnTo>
                <a:lnTo>
                  <a:pt x="567657" y="3969935"/>
                </a:lnTo>
                <a:lnTo>
                  <a:pt x="572665" y="3919437"/>
                </a:lnTo>
                <a:lnTo>
                  <a:pt x="576777" y="3868767"/>
                </a:lnTo>
                <a:lnTo>
                  <a:pt x="579985" y="3817935"/>
                </a:lnTo>
                <a:lnTo>
                  <a:pt x="582284" y="3766948"/>
                </a:lnTo>
                <a:lnTo>
                  <a:pt x="583668" y="3715814"/>
                </a:lnTo>
                <a:lnTo>
                  <a:pt x="584130" y="3664542"/>
                </a:lnTo>
                <a:lnTo>
                  <a:pt x="583668" y="3613268"/>
                </a:lnTo>
                <a:lnTo>
                  <a:pt x="582284" y="3562128"/>
                </a:lnTo>
                <a:lnTo>
                  <a:pt x="579985" y="3511131"/>
                </a:lnTo>
                <a:lnTo>
                  <a:pt x="576777" y="3460287"/>
                </a:lnTo>
                <a:lnTo>
                  <a:pt x="572665" y="3409602"/>
                </a:lnTo>
                <a:lnTo>
                  <a:pt x="567657" y="3359086"/>
                </a:lnTo>
                <a:lnTo>
                  <a:pt x="561757" y="3308747"/>
                </a:lnTo>
                <a:lnTo>
                  <a:pt x="554972" y="3258594"/>
                </a:lnTo>
                <a:lnTo>
                  <a:pt x="547307" y="3208636"/>
                </a:lnTo>
                <a:lnTo>
                  <a:pt x="538770" y="3158880"/>
                </a:lnTo>
                <a:lnTo>
                  <a:pt x="529365" y="3109336"/>
                </a:lnTo>
                <a:lnTo>
                  <a:pt x="519098" y="3060012"/>
                </a:lnTo>
                <a:lnTo>
                  <a:pt x="507976" y="3010917"/>
                </a:lnTo>
                <a:lnTo>
                  <a:pt x="496005" y="2962059"/>
                </a:lnTo>
                <a:lnTo>
                  <a:pt x="483191" y="2913447"/>
                </a:lnTo>
                <a:lnTo>
                  <a:pt x="469539" y="2865089"/>
                </a:lnTo>
                <a:lnTo>
                  <a:pt x="455055" y="2816994"/>
                </a:lnTo>
                <a:lnTo>
                  <a:pt x="439746" y="2769171"/>
                </a:lnTo>
                <a:lnTo>
                  <a:pt x="423618" y="2721628"/>
                </a:lnTo>
                <a:lnTo>
                  <a:pt x="406676" y="2674373"/>
                </a:lnTo>
                <a:lnTo>
                  <a:pt x="388927" y="2627415"/>
                </a:lnTo>
                <a:lnTo>
                  <a:pt x="370376" y="2580763"/>
                </a:lnTo>
                <a:lnTo>
                  <a:pt x="351030" y="2534426"/>
                </a:lnTo>
                <a:lnTo>
                  <a:pt x="330894" y="2488411"/>
                </a:lnTo>
                <a:lnTo>
                  <a:pt x="309974" y="2442728"/>
                </a:lnTo>
                <a:lnTo>
                  <a:pt x="288277" y="2397385"/>
                </a:lnTo>
                <a:lnTo>
                  <a:pt x="265808" y="2352390"/>
                </a:lnTo>
                <a:lnTo>
                  <a:pt x="242574" y="2307752"/>
                </a:lnTo>
                <a:lnTo>
                  <a:pt x="218580" y="2263480"/>
                </a:lnTo>
                <a:lnTo>
                  <a:pt x="193833" y="2219582"/>
                </a:lnTo>
                <a:lnTo>
                  <a:pt x="168337" y="2176067"/>
                </a:lnTo>
                <a:lnTo>
                  <a:pt x="142100" y="2132944"/>
                </a:lnTo>
                <a:lnTo>
                  <a:pt x="115128" y="2090220"/>
                </a:lnTo>
                <a:lnTo>
                  <a:pt x="87425" y="2047905"/>
                </a:lnTo>
                <a:lnTo>
                  <a:pt x="58999" y="2006006"/>
                </a:lnTo>
                <a:lnTo>
                  <a:pt x="29855" y="1964534"/>
                </a:lnTo>
                <a:lnTo>
                  <a:pt x="0" y="1923495"/>
                </a:lnTo>
                <a:lnTo>
                  <a:pt x="0" y="0"/>
                </a:lnTo>
                <a:lnTo>
                  <a:pt x="137745" y="64362"/>
                </a:lnTo>
                <a:lnTo>
                  <a:pt x="201741" y="95650"/>
                </a:lnTo>
                <a:lnTo>
                  <a:pt x="265170" y="128077"/>
                </a:lnTo>
                <a:lnTo>
                  <a:pt x="328010" y="161631"/>
                </a:lnTo>
                <a:lnTo>
                  <a:pt x="390240" y="196303"/>
                </a:lnTo>
                <a:lnTo>
                  <a:pt x="451841" y="232079"/>
                </a:lnTo>
                <a:lnTo>
                  <a:pt x="512794" y="268950"/>
                </a:lnTo>
                <a:lnTo>
                  <a:pt x="573078" y="306904"/>
                </a:lnTo>
                <a:lnTo>
                  <a:pt x="632675" y="345928"/>
                </a:lnTo>
                <a:lnTo>
                  <a:pt x="691566" y="386009"/>
                </a:lnTo>
                <a:lnTo>
                  <a:pt x="749732" y="427136"/>
                </a:lnTo>
                <a:lnTo>
                  <a:pt x="807154" y="469295"/>
                </a:lnTo>
                <a:lnTo>
                  <a:pt x="863814" y="512472"/>
                </a:lnTo>
                <a:lnTo>
                  <a:pt x="919694" y="556655"/>
                </a:lnTo>
                <a:lnTo>
                  <a:pt x="974776" y="601829"/>
                </a:lnTo>
                <a:lnTo>
                  <a:pt x="1029043" y="647978"/>
                </a:lnTo>
                <a:lnTo>
                  <a:pt x="1082477" y="695089"/>
                </a:lnTo>
                <a:lnTo>
                  <a:pt x="1135061" y="743146"/>
                </a:lnTo>
                <a:lnTo>
                  <a:pt x="1186780" y="792135"/>
                </a:lnTo>
                <a:lnTo>
                  <a:pt x="1237615" y="842039"/>
                </a:lnTo>
                <a:lnTo>
                  <a:pt x="1287551" y="892844"/>
                </a:lnTo>
                <a:lnTo>
                  <a:pt x="1336571" y="944533"/>
                </a:lnTo>
                <a:lnTo>
                  <a:pt x="1384661" y="997088"/>
                </a:lnTo>
                <a:lnTo>
                  <a:pt x="1431805" y="1050493"/>
                </a:lnTo>
                <a:lnTo>
                  <a:pt x="1477987" y="1104732"/>
                </a:lnTo>
                <a:lnTo>
                  <a:pt x="1523194" y="1159788"/>
                </a:lnTo>
                <a:lnTo>
                  <a:pt x="1567411" y="1215640"/>
                </a:lnTo>
                <a:lnTo>
                  <a:pt x="1610623" y="1272274"/>
                </a:lnTo>
                <a:lnTo>
                  <a:pt x="1652817" y="1329671"/>
                </a:lnTo>
                <a:lnTo>
                  <a:pt x="1693979" y="1387811"/>
                </a:lnTo>
                <a:lnTo>
                  <a:pt x="1734097" y="1446677"/>
                </a:lnTo>
                <a:lnTo>
                  <a:pt x="1773157" y="1506251"/>
                </a:lnTo>
                <a:lnTo>
                  <a:pt x="1811147" y="1566512"/>
                </a:lnTo>
                <a:lnTo>
                  <a:pt x="1848055" y="1627442"/>
                </a:lnTo>
                <a:lnTo>
                  <a:pt x="1883870" y="1689021"/>
                </a:lnTo>
                <a:lnTo>
                  <a:pt x="1918579" y="1751229"/>
                </a:lnTo>
                <a:lnTo>
                  <a:pt x="1952172" y="1814048"/>
                </a:lnTo>
                <a:lnTo>
                  <a:pt x="1984638" y="1877457"/>
                </a:lnTo>
                <a:lnTo>
                  <a:pt x="2015966" y="1941435"/>
                </a:lnTo>
                <a:lnTo>
                  <a:pt x="2046147" y="2005962"/>
                </a:lnTo>
                <a:lnTo>
                  <a:pt x="2075171" y="2071019"/>
                </a:lnTo>
                <a:lnTo>
                  <a:pt x="2103029" y="2136583"/>
                </a:lnTo>
                <a:lnTo>
                  <a:pt x="2129711" y="2202634"/>
                </a:lnTo>
                <a:lnTo>
                  <a:pt x="2155210" y="2269150"/>
                </a:lnTo>
                <a:lnTo>
                  <a:pt x="2179517" y="2336112"/>
                </a:lnTo>
                <a:lnTo>
                  <a:pt x="2202625" y="2403497"/>
                </a:lnTo>
                <a:lnTo>
                  <a:pt x="2224526" y="2471283"/>
                </a:lnTo>
                <a:lnTo>
                  <a:pt x="2245212" y="2539450"/>
                </a:lnTo>
                <a:lnTo>
                  <a:pt x="2264679" y="2607976"/>
                </a:lnTo>
                <a:lnTo>
                  <a:pt x="2282918" y="2676838"/>
                </a:lnTo>
                <a:lnTo>
                  <a:pt x="2299925" y="2746015"/>
                </a:lnTo>
                <a:lnTo>
                  <a:pt x="2315695" y="2815484"/>
                </a:lnTo>
                <a:lnTo>
                  <a:pt x="2330220" y="2885224"/>
                </a:lnTo>
                <a:lnTo>
                  <a:pt x="2343499" y="2955212"/>
                </a:lnTo>
                <a:lnTo>
                  <a:pt x="2355525" y="3025427"/>
                </a:lnTo>
                <a:lnTo>
                  <a:pt x="2366297" y="3095844"/>
                </a:lnTo>
                <a:lnTo>
                  <a:pt x="2375808" y="3166443"/>
                </a:lnTo>
                <a:lnTo>
                  <a:pt x="2384058" y="3237200"/>
                </a:lnTo>
                <a:lnTo>
                  <a:pt x="2391044" y="3308094"/>
                </a:lnTo>
                <a:lnTo>
                  <a:pt x="2396762" y="3379101"/>
                </a:lnTo>
                <a:lnTo>
                  <a:pt x="2401210" y="3450199"/>
                </a:lnTo>
                <a:lnTo>
                  <a:pt x="2404389" y="3521364"/>
                </a:lnTo>
                <a:lnTo>
                  <a:pt x="2406297" y="3592576"/>
                </a:lnTo>
                <a:lnTo>
                  <a:pt x="2406933" y="3663810"/>
                </a:lnTo>
                <a:close/>
              </a:path>
            </a:pathLst>
          </a:custGeom>
          <a:solidFill>
            <a:srgbClr val="4E6AFF">
              <a:alpha val="1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016952" y="4615882"/>
            <a:ext cx="1059815" cy="1059180"/>
          </a:xfrm>
          <a:custGeom>
            <a:avLst/>
            <a:gdLst/>
            <a:ahLst/>
            <a:cxnLst/>
            <a:rect l="l" t="t" r="r" b="b"/>
            <a:pathLst>
              <a:path w="1059814" h="1059179">
                <a:moveTo>
                  <a:pt x="1059743" y="529414"/>
                </a:moveTo>
                <a:lnTo>
                  <a:pt x="1058279" y="568027"/>
                </a:lnTo>
                <a:lnTo>
                  <a:pt x="1049806" y="631368"/>
                </a:lnTo>
                <a:lnTo>
                  <a:pt x="1031964" y="698803"/>
                </a:lnTo>
                <a:lnTo>
                  <a:pt x="1006856" y="760541"/>
                </a:lnTo>
                <a:lnTo>
                  <a:pt x="987313" y="796987"/>
                </a:lnTo>
                <a:lnTo>
                  <a:pt x="965122" y="831583"/>
                </a:lnTo>
                <a:lnTo>
                  <a:pt x="940283" y="864330"/>
                </a:lnTo>
                <a:lnTo>
                  <a:pt x="912795" y="895228"/>
                </a:lnTo>
                <a:lnTo>
                  <a:pt x="883150" y="924142"/>
                </a:lnTo>
                <a:lnTo>
                  <a:pt x="845788" y="954706"/>
                </a:lnTo>
                <a:lnTo>
                  <a:pt x="805784" y="981719"/>
                </a:lnTo>
                <a:lnTo>
                  <a:pt x="763482" y="1004969"/>
                </a:lnTo>
                <a:lnTo>
                  <a:pt x="719227" y="1024246"/>
                </a:lnTo>
                <a:lnTo>
                  <a:pt x="673399" y="1039404"/>
                </a:lnTo>
                <a:lnTo>
                  <a:pt x="626374" y="1050300"/>
                </a:lnTo>
                <a:lnTo>
                  <a:pt x="578551" y="1056860"/>
                </a:lnTo>
                <a:lnTo>
                  <a:pt x="530329" y="1059011"/>
                </a:lnTo>
                <a:lnTo>
                  <a:pt x="502513" y="1059011"/>
                </a:lnTo>
                <a:lnTo>
                  <a:pt x="457924" y="1054827"/>
                </a:lnTo>
                <a:lnTo>
                  <a:pt x="413852" y="1046868"/>
                </a:lnTo>
                <a:lnTo>
                  <a:pt x="370613" y="1035205"/>
                </a:lnTo>
                <a:lnTo>
                  <a:pt x="328521" y="1019909"/>
                </a:lnTo>
                <a:lnTo>
                  <a:pt x="287876" y="1001104"/>
                </a:lnTo>
                <a:lnTo>
                  <a:pt x="248977" y="978912"/>
                </a:lnTo>
                <a:lnTo>
                  <a:pt x="212096" y="953506"/>
                </a:lnTo>
                <a:lnTo>
                  <a:pt x="177508" y="925056"/>
                </a:lnTo>
                <a:lnTo>
                  <a:pt x="147679" y="896143"/>
                </a:lnTo>
                <a:lnTo>
                  <a:pt x="120235" y="865241"/>
                </a:lnTo>
                <a:lnTo>
                  <a:pt x="95440" y="832493"/>
                </a:lnTo>
                <a:lnTo>
                  <a:pt x="73296" y="797898"/>
                </a:lnTo>
                <a:lnTo>
                  <a:pt x="53801" y="761456"/>
                </a:lnTo>
                <a:lnTo>
                  <a:pt x="28556" y="699713"/>
                </a:lnTo>
                <a:lnTo>
                  <a:pt x="10805" y="632278"/>
                </a:lnTo>
                <a:lnTo>
                  <a:pt x="2656" y="576184"/>
                </a:lnTo>
                <a:lnTo>
                  <a:pt x="2379" y="568941"/>
                </a:lnTo>
                <a:lnTo>
                  <a:pt x="0" y="528499"/>
                </a:lnTo>
                <a:lnTo>
                  <a:pt x="2221" y="480172"/>
                </a:lnTo>
                <a:lnTo>
                  <a:pt x="10193" y="424584"/>
                </a:lnTo>
                <a:lnTo>
                  <a:pt x="24781" y="368281"/>
                </a:lnTo>
                <a:lnTo>
                  <a:pt x="51316" y="300937"/>
                </a:lnTo>
                <a:lnTo>
                  <a:pt x="86375" y="239728"/>
                </a:lnTo>
                <a:lnTo>
                  <a:pt x="113451" y="201895"/>
                </a:lnTo>
                <a:lnTo>
                  <a:pt x="143491" y="166836"/>
                </a:lnTo>
                <a:lnTo>
                  <a:pt x="176494" y="134551"/>
                </a:lnTo>
                <a:lnTo>
                  <a:pt x="212461" y="105041"/>
                </a:lnTo>
                <a:lnTo>
                  <a:pt x="255099" y="76127"/>
                </a:lnTo>
                <a:lnTo>
                  <a:pt x="312853" y="45649"/>
                </a:lnTo>
                <a:lnTo>
                  <a:pt x="373954" y="22603"/>
                </a:lnTo>
                <a:lnTo>
                  <a:pt x="437436" y="7288"/>
                </a:lnTo>
                <a:lnTo>
                  <a:pt x="502330" y="0"/>
                </a:lnTo>
                <a:lnTo>
                  <a:pt x="530146" y="0"/>
                </a:lnTo>
                <a:lnTo>
                  <a:pt x="602103" y="4876"/>
                </a:lnTo>
                <a:lnTo>
                  <a:pt x="672709" y="19586"/>
                </a:lnTo>
                <a:lnTo>
                  <a:pt x="740658" y="43764"/>
                </a:lnTo>
                <a:lnTo>
                  <a:pt x="804643" y="77042"/>
                </a:lnTo>
                <a:lnTo>
                  <a:pt x="847282" y="105956"/>
                </a:lnTo>
                <a:lnTo>
                  <a:pt x="883212" y="135464"/>
                </a:lnTo>
                <a:lnTo>
                  <a:pt x="916173" y="167747"/>
                </a:lnTo>
                <a:lnTo>
                  <a:pt x="946163" y="202807"/>
                </a:lnTo>
                <a:lnTo>
                  <a:pt x="973185" y="240643"/>
                </a:lnTo>
                <a:lnTo>
                  <a:pt x="1008333" y="301830"/>
                </a:lnTo>
                <a:lnTo>
                  <a:pt x="1034960" y="369173"/>
                </a:lnTo>
                <a:lnTo>
                  <a:pt x="1050959" y="433157"/>
                </a:lnTo>
                <a:lnTo>
                  <a:pt x="1057522" y="481087"/>
                </a:lnTo>
                <a:lnTo>
                  <a:pt x="1059175" y="505201"/>
                </a:lnTo>
                <a:lnTo>
                  <a:pt x="1059743" y="529414"/>
                </a:lnTo>
                <a:close/>
              </a:path>
            </a:pathLst>
          </a:custGeom>
          <a:solidFill>
            <a:srgbClr val="4E6AFF">
              <a:alpha val="1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60751" y="3463542"/>
            <a:ext cx="1192530" cy="3361054"/>
          </a:xfrm>
          <a:custGeom>
            <a:avLst/>
            <a:gdLst/>
            <a:ahLst/>
            <a:cxnLst/>
            <a:rect l="l" t="t" r="r" b="b"/>
            <a:pathLst>
              <a:path w="1192529" h="3361054">
                <a:moveTo>
                  <a:pt x="1192417" y="2134858"/>
                </a:moveTo>
                <a:lnTo>
                  <a:pt x="1192417" y="3360947"/>
                </a:lnTo>
                <a:lnTo>
                  <a:pt x="1155817" y="3345393"/>
                </a:lnTo>
                <a:lnTo>
                  <a:pt x="1109377" y="3325090"/>
                </a:lnTo>
                <a:lnTo>
                  <a:pt x="1063686" y="3303746"/>
                </a:lnTo>
                <a:lnTo>
                  <a:pt x="1018759" y="3281380"/>
                </a:lnTo>
                <a:lnTo>
                  <a:pt x="974608" y="3258013"/>
                </a:lnTo>
                <a:lnTo>
                  <a:pt x="931248" y="3233664"/>
                </a:lnTo>
                <a:lnTo>
                  <a:pt x="888692" y="3208352"/>
                </a:lnTo>
                <a:lnTo>
                  <a:pt x="846953" y="3182098"/>
                </a:lnTo>
                <a:lnTo>
                  <a:pt x="806045" y="3154920"/>
                </a:lnTo>
                <a:lnTo>
                  <a:pt x="765981" y="3126838"/>
                </a:lnTo>
                <a:lnTo>
                  <a:pt x="726775" y="3097873"/>
                </a:lnTo>
                <a:lnTo>
                  <a:pt x="688441" y="3068043"/>
                </a:lnTo>
                <a:lnTo>
                  <a:pt x="650991" y="3037368"/>
                </a:lnTo>
                <a:lnTo>
                  <a:pt x="614440" y="3005868"/>
                </a:lnTo>
                <a:lnTo>
                  <a:pt x="578801" y="2973563"/>
                </a:lnTo>
                <a:lnTo>
                  <a:pt x="544088" y="2940471"/>
                </a:lnTo>
                <a:lnTo>
                  <a:pt x="510313" y="2906614"/>
                </a:lnTo>
                <a:lnTo>
                  <a:pt x="477491" y="2872009"/>
                </a:lnTo>
                <a:lnTo>
                  <a:pt x="445634" y="2836678"/>
                </a:lnTo>
                <a:lnTo>
                  <a:pt x="414757" y="2800639"/>
                </a:lnTo>
                <a:lnTo>
                  <a:pt x="384873" y="2763912"/>
                </a:lnTo>
                <a:lnTo>
                  <a:pt x="355996" y="2726517"/>
                </a:lnTo>
                <a:lnTo>
                  <a:pt x="328139" y="2688473"/>
                </a:lnTo>
                <a:lnTo>
                  <a:pt x="301315" y="2649800"/>
                </a:lnTo>
                <a:lnTo>
                  <a:pt x="275538" y="2610518"/>
                </a:lnTo>
                <a:lnTo>
                  <a:pt x="250821" y="2570646"/>
                </a:lnTo>
                <a:lnTo>
                  <a:pt x="227179" y="2530203"/>
                </a:lnTo>
                <a:lnTo>
                  <a:pt x="204624" y="2489211"/>
                </a:lnTo>
                <a:lnTo>
                  <a:pt x="183170" y="2447687"/>
                </a:lnTo>
                <a:lnTo>
                  <a:pt x="162831" y="2405652"/>
                </a:lnTo>
                <a:lnTo>
                  <a:pt x="143619" y="2363125"/>
                </a:lnTo>
                <a:lnTo>
                  <a:pt x="125550" y="2320126"/>
                </a:lnTo>
                <a:lnTo>
                  <a:pt x="108635" y="2276675"/>
                </a:lnTo>
                <a:lnTo>
                  <a:pt x="92889" y="2232791"/>
                </a:lnTo>
                <a:lnTo>
                  <a:pt x="78325" y="2188494"/>
                </a:lnTo>
                <a:lnTo>
                  <a:pt x="64956" y="2143803"/>
                </a:lnTo>
                <a:lnTo>
                  <a:pt x="52797" y="2098738"/>
                </a:lnTo>
                <a:lnTo>
                  <a:pt x="41860" y="2053318"/>
                </a:lnTo>
                <a:lnTo>
                  <a:pt x="32159" y="2007564"/>
                </a:lnTo>
                <a:lnTo>
                  <a:pt x="23708" y="1961495"/>
                </a:lnTo>
                <a:lnTo>
                  <a:pt x="16520" y="1915130"/>
                </a:lnTo>
                <a:lnTo>
                  <a:pt x="10609" y="1868489"/>
                </a:lnTo>
                <a:lnTo>
                  <a:pt x="5987" y="1821592"/>
                </a:lnTo>
                <a:lnTo>
                  <a:pt x="2670" y="1774458"/>
                </a:lnTo>
                <a:lnTo>
                  <a:pt x="669" y="1727107"/>
                </a:lnTo>
                <a:lnTo>
                  <a:pt x="0" y="1679559"/>
                </a:lnTo>
                <a:lnTo>
                  <a:pt x="669" y="1632011"/>
                </a:lnTo>
                <a:lnTo>
                  <a:pt x="2670" y="1584663"/>
                </a:lnTo>
                <a:lnTo>
                  <a:pt x="5987" y="1537535"/>
                </a:lnTo>
                <a:lnTo>
                  <a:pt x="10609" y="1490645"/>
                </a:lnTo>
                <a:lnTo>
                  <a:pt x="16520" y="1444014"/>
                </a:lnTo>
                <a:lnTo>
                  <a:pt x="23708" y="1397660"/>
                </a:lnTo>
                <a:lnTo>
                  <a:pt x="32158" y="1351604"/>
                </a:lnTo>
                <a:lnTo>
                  <a:pt x="41859" y="1305864"/>
                </a:lnTo>
                <a:lnTo>
                  <a:pt x="52795" y="1260462"/>
                </a:lnTo>
                <a:lnTo>
                  <a:pt x="64954" y="1215415"/>
                </a:lnTo>
                <a:lnTo>
                  <a:pt x="78322" y="1170744"/>
                </a:lnTo>
                <a:lnTo>
                  <a:pt x="92885" y="1126468"/>
                </a:lnTo>
                <a:lnTo>
                  <a:pt x="108630" y="1082608"/>
                </a:lnTo>
                <a:lnTo>
                  <a:pt x="125544" y="1039181"/>
                </a:lnTo>
                <a:lnTo>
                  <a:pt x="143613" y="996209"/>
                </a:lnTo>
                <a:lnTo>
                  <a:pt x="162822" y="953710"/>
                </a:lnTo>
                <a:lnTo>
                  <a:pt x="183160" y="911704"/>
                </a:lnTo>
                <a:lnTo>
                  <a:pt x="204612" y="870211"/>
                </a:lnTo>
                <a:lnTo>
                  <a:pt x="227165" y="829250"/>
                </a:lnTo>
                <a:lnTo>
                  <a:pt x="250805" y="788841"/>
                </a:lnTo>
                <a:lnTo>
                  <a:pt x="275519" y="749003"/>
                </a:lnTo>
                <a:lnTo>
                  <a:pt x="301293" y="709756"/>
                </a:lnTo>
                <a:lnTo>
                  <a:pt x="328114" y="671120"/>
                </a:lnTo>
                <a:lnTo>
                  <a:pt x="355968" y="633114"/>
                </a:lnTo>
                <a:lnTo>
                  <a:pt x="384842" y="595758"/>
                </a:lnTo>
                <a:lnTo>
                  <a:pt x="414722" y="559070"/>
                </a:lnTo>
                <a:lnTo>
                  <a:pt x="445595" y="523072"/>
                </a:lnTo>
                <a:lnTo>
                  <a:pt x="477446" y="487782"/>
                </a:lnTo>
                <a:lnTo>
                  <a:pt x="510264" y="453219"/>
                </a:lnTo>
                <a:lnTo>
                  <a:pt x="544033" y="419405"/>
                </a:lnTo>
                <a:lnTo>
                  <a:pt x="578741" y="386357"/>
                </a:lnTo>
                <a:lnTo>
                  <a:pt x="614375" y="354096"/>
                </a:lnTo>
                <a:lnTo>
                  <a:pt x="650919" y="322641"/>
                </a:lnTo>
                <a:lnTo>
                  <a:pt x="688362" y="292012"/>
                </a:lnTo>
                <a:lnTo>
                  <a:pt x="726689" y="262228"/>
                </a:lnTo>
                <a:lnTo>
                  <a:pt x="765887" y="233309"/>
                </a:lnTo>
                <a:lnTo>
                  <a:pt x="805943" y="205275"/>
                </a:lnTo>
                <a:lnTo>
                  <a:pt x="846842" y="178144"/>
                </a:lnTo>
                <a:lnTo>
                  <a:pt x="888572" y="151938"/>
                </a:lnTo>
                <a:lnTo>
                  <a:pt x="931119" y="126674"/>
                </a:lnTo>
                <a:lnTo>
                  <a:pt x="974470" y="102373"/>
                </a:lnTo>
                <a:lnTo>
                  <a:pt x="1018610" y="79054"/>
                </a:lnTo>
                <a:lnTo>
                  <a:pt x="1063526" y="56738"/>
                </a:lnTo>
                <a:lnTo>
                  <a:pt x="1109206" y="35442"/>
                </a:lnTo>
                <a:lnTo>
                  <a:pt x="1155634" y="15188"/>
                </a:lnTo>
                <a:lnTo>
                  <a:pt x="1192234" y="0"/>
                </a:lnTo>
                <a:lnTo>
                  <a:pt x="1192234" y="1229200"/>
                </a:lnTo>
                <a:lnTo>
                  <a:pt x="1191319" y="1230298"/>
                </a:lnTo>
                <a:lnTo>
                  <a:pt x="1163869" y="1275498"/>
                </a:lnTo>
                <a:lnTo>
                  <a:pt x="1137872" y="1325850"/>
                </a:lnTo>
                <a:lnTo>
                  <a:pt x="1115482" y="1377618"/>
                </a:lnTo>
                <a:lnTo>
                  <a:pt x="1096698" y="1430800"/>
                </a:lnTo>
                <a:lnTo>
                  <a:pt x="1081520" y="1485397"/>
                </a:lnTo>
                <a:lnTo>
                  <a:pt x="1072004" y="1530598"/>
                </a:lnTo>
                <a:lnTo>
                  <a:pt x="1061621" y="1605677"/>
                </a:lnTo>
                <a:lnTo>
                  <a:pt x="1058096" y="1681389"/>
                </a:lnTo>
                <a:lnTo>
                  <a:pt x="1058262" y="1696589"/>
                </a:lnTo>
                <a:lnTo>
                  <a:pt x="1061370" y="1753138"/>
                </a:lnTo>
                <a:lnTo>
                  <a:pt x="1073473" y="1841152"/>
                </a:lnTo>
                <a:lnTo>
                  <a:pt x="1085430" y="1894406"/>
                </a:lnTo>
                <a:lnTo>
                  <a:pt x="1100923" y="1946742"/>
                </a:lnTo>
                <a:lnTo>
                  <a:pt x="1119950" y="1998159"/>
                </a:lnTo>
                <a:lnTo>
                  <a:pt x="1140079" y="2043359"/>
                </a:lnTo>
                <a:lnTo>
                  <a:pt x="1164728" y="2089979"/>
                </a:lnTo>
                <a:lnTo>
                  <a:pt x="1178192" y="2112636"/>
                </a:lnTo>
                <a:lnTo>
                  <a:pt x="1192417" y="2134858"/>
                </a:lnTo>
                <a:close/>
              </a:path>
            </a:pathLst>
          </a:custGeom>
          <a:solidFill>
            <a:srgbClr val="4E6AFF">
              <a:alpha val="48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551215" y="2317432"/>
            <a:ext cx="2004695" cy="5652135"/>
          </a:xfrm>
          <a:custGeom>
            <a:avLst/>
            <a:gdLst/>
            <a:ahLst/>
            <a:cxnLst/>
            <a:rect l="l" t="t" r="r" b="b"/>
            <a:pathLst>
              <a:path w="2004695" h="5652134">
                <a:moveTo>
                  <a:pt x="2004564" y="2827507"/>
                </a:moveTo>
                <a:lnTo>
                  <a:pt x="2004101" y="2878737"/>
                </a:lnTo>
                <a:lnTo>
                  <a:pt x="2002717" y="2929834"/>
                </a:lnTo>
                <a:lnTo>
                  <a:pt x="2000418" y="2980788"/>
                </a:lnTo>
                <a:lnTo>
                  <a:pt x="1997210" y="3031591"/>
                </a:lnTo>
                <a:lnTo>
                  <a:pt x="1993099" y="3082234"/>
                </a:lnTo>
                <a:lnTo>
                  <a:pt x="1988090" y="3132710"/>
                </a:lnTo>
                <a:lnTo>
                  <a:pt x="1982190" y="3183009"/>
                </a:lnTo>
                <a:lnTo>
                  <a:pt x="1975405" y="3233123"/>
                </a:lnTo>
                <a:lnTo>
                  <a:pt x="1967741" y="3283043"/>
                </a:lnTo>
                <a:lnTo>
                  <a:pt x="1959203" y="3332760"/>
                </a:lnTo>
                <a:lnTo>
                  <a:pt x="1949798" y="3382267"/>
                </a:lnTo>
                <a:lnTo>
                  <a:pt x="1939531" y="3431554"/>
                </a:lnTo>
                <a:lnTo>
                  <a:pt x="1928410" y="3480613"/>
                </a:lnTo>
                <a:lnTo>
                  <a:pt x="1916438" y="3529436"/>
                </a:lnTo>
                <a:lnTo>
                  <a:pt x="1903624" y="3578013"/>
                </a:lnTo>
                <a:lnTo>
                  <a:pt x="1889972" y="3626336"/>
                </a:lnTo>
                <a:lnTo>
                  <a:pt x="1875488" y="3674396"/>
                </a:lnTo>
                <a:lnTo>
                  <a:pt x="1860180" y="3722186"/>
                </a:lnTo>
                <a:lnTo>
                  <a:pt x="1844051" y="3769696"/>
                </a:lnTo>
                <a:lnTo>
                  <a:pt x="1827109" y="3816918"/>
                </a:lnTo>
                <a:lnTo>
                  <a:pt x="1809360" y="3863843"/>
                </a:lnTo>
                <a:lnTo>
                  <a:pt x="1790809" y="3910462"/>
                </a:lnTo>
                <a:lnTo>
                  <a:pt x="1771463" y="3956768"/>
                </a:lnTo>
                <a:lnTo>
                  <a:pt x="1751327" y="4002751"/>
                </a:lnTo>
                <a:lnTo>
                  <a:pt x="1730407" y="4048403"/>
                </a:lnTo>
                <a:lnTo>
                  <a:pt x="1708710" y="4093715"/>
                </a:lnTo>
                <a:lnTo>
                  <a:pt x="1686242" y="4138679"/>
                </a:lnTo>
                <a:lnTo>
                  <a:pt x="1663007" y="4183286"/>
                </a:lnTo>
                <a:lnTo>
                  <a:pt x="1639013" y="4227528"/>
                </a:lnTo>
                <a:lnTo>
                  <a:pt x="1614266" y="4271395"/>
                </a:lnTo>
                <a:lnTo>
                  <a:pt x="1588771" y="4314880"/>
                </a:lnTo>
                <a:lnTo>
                  <a:pt x="1562534" y="4357974"/>
                </a:lnTo>
                <a:lnTo>
                  <a:pt x="1535561" y="4400667"/>
                </a:lnTo>
                <a:lnTo>
                  <a:pt x="1507859" y="4442953"/>
                </a:lnTo>
                <a:lnTo>
                  <a:pt x="1479432" y="4484821"/>
                </a:lnTo>
                <a:lnTo>
                  <a:pt x="1450289" y="4526264"/>
                </a:lnTo>
                <a:lnTo>
                  <a:pt x="1420433" y="4567273"/>
                </a:lnTo>
                <a:lnTo>
                  <a:pt x="1391136" y="4605885"/>
                </a:lnTo>
                <a:lnTo>
                  <a:pt x="1361294" y="4644030"/>
                </a:lnTo>
                <a:lnTo>
                  <a:pt x="1330906" y="4681708"/>
                </a:lnTo>
                <a:lnTo>
                  <a:pt x="1299973" y="4718919"/>
                </a:lnTo>
                <a:lnTo>
                  <a:pt x="1268496" y="4755662"/>
                </a:lnTo>
                <a:lnTo>
                  <a:pt x="1236472" y="4791939"/>
                </a:lnTo>
                <a:lnTo>
                  <a:pt x="1203904" y="4827749"/>
                </a:lnTo>
                <a:lnTo>
                  <a:pt x="1170791" y="4863091"/>
                </a:lnTo>
                <a:lnTo>
                  <a:pt x="1137132" y="4897966"/>
                </a:lnTo>
                <a:lnTo>
                  <a:pt x="1102961" y="4932341"/>
                </a:lnTo>
                <a:lnTo>
                  <a:pt x="1068313" y="4966179"/>
                </a:lnTo>
                <a:lnTo>
                  <a:pt x="1033186" y="4999483"/>
                </a:lnTo>
                <a:lnTo>
                  <a:pt x="997580" y="5032250"/>
                </a:lnTo>
                <a:lnTo>
                  <a:pt x="961497" y="5064483"/>
                </a:lnTo>
                <a:lnTo>
                  <a:pt x="924935" y="5096180"/>
                </a:lnTo>
                <a:lnTo>
                  <a:pt x="887895" y="5127342"/>
                </a:lnTo>
                <a:lnTo>
                  <a:pt x="850376" y="5157968"/>
                </a:lnTo>
                <a:lnTo>
                  <a:pt x="812379" y="5188059"/>
                </a:lnTo>
                <a:lnTo>
                  <a:pt x="773942" y="5217585"/>
                </a:lnTo>
                <a:lnTo>
                  <a:pt x="735102" y="5246517"/>
                </a:lnTo>
                <a:lnTo>
                  <a:pt x="695859" y="5274854"/>
                </a:lnTo>
                <a:lnTo>
                  <a:pt x="656213" y="5302597"/>
                </a:lnTo>
                <a:lnTo>
                  <a:pt x="616165" y="5329746"/>
                </a:lnTo>
                <a:lnTo>
                  <a:pt x="575713" y="5356301"/>
                </a:lnTo>
                <a:lnTo>
                  <a:pt x="534859" y="5382261"/>
                </a:lnTo>
                <a:lnTo>
                  <a:pt x="493602" y="5407628"/>
                </a:lnTo>
                <a:lnTo>
                  <a:pt x="451942" y="5432399"/>
                </a:lnTo>
                <a:lnTo>
                  <a:pt x="409920" y="5456553"/>
                </a:lnTo>
                <a:lnTo>
                  <a:pt x="367579" y="5480064"/>
                </a:lnTo>
                <a:lnTo>
                  <a:pt x="324917" y="5502933"/>
                </a:lnTo>
                <a:lnTo>
                  <a:pt x="281934" y="5525159"/>
                </a:lnTo>
                <a:lnTo>
                  <a:pt x="238632" y="5546742"/>
                </a:lnTo>
                <a:lnTo>
                  <a:pt x="195009" y="5567683"/>
                </a:lnTo>
                <a:lnTo>
                  <a:pt x="151066" y="5587981"/>
                </a:lnTo>
                <a:lnTo>
                  <a:pt x="106802" y="5607637"/>
                </a:lnTo>
                <a:lnTo>
                  <a:pt x="62219" y="5626650"/>
                </a:lnTo>
                <a:lnTo>
                  <a:pt x="1280" y="5652087"/>
                </a:lnTo>
                <a:lnTo>
                  <a:pt x="1280" y="3657405"/>
                </a:lnTo>
                <a:lnTo>
                  <a:pt x="38892" y="3656435"/>
                </a:lnTo>
                <a:lnTo>
                  <a:pt x="76343" y="3653759"/>
                </a:lnTo>
                <a:lnTo>
                  <a:pt x="150761" y="3643291"/>
                </a:lnTo>
                <a:lnTo>
                  <a:pt x="223923" y="3626116"/>
                </a:lnTo>
                <a:lnTo>
                  <a:pt x="295216" y="3602348"/>
                </a:lnTo>
                <a:lnTo>
                  <a:pt x="364059" y="3572210"/>
                </a:lnTo>
                <a:lnTo>
                  <a:pt x="429871" y="3535927"/>
                </a:lnTo>
                <a:lnTo>
                  <a:pt x="492120" y="3493824"/>
                </a:lnTo>
                <a:lnTo>
                  <a:pt x="550275" y="3446225"/>
                </a:lnTo>
                <a:lnTo>
                  <a:pt x="596940" y="3401024"/>
                </a:lnTo>
                <a:lnTo>
                  <a:pt x="631516" y="3362460"/>
                </a:lnTo>
                <a:lnTo>
                  <a:pt x="663444" y="3322059"/>
                </a:lnTo>
                <a:lnTo>
                  <a:pt x="692723" y="3279823"/>
                </a:lnTo>
                <a:lnTo>
                  <a:pt x="719355" y="3235752"/>
                </a:lnTo>
                <a:lnTo>
                  <a:pt x="743339" y="3189844"/>
                </a:lnTo>
                <a:lnTo>
                  <a:pt x="763651" y="3144644"/>
                </a:lnTo>
                <a:lnTo>
                  <a:pt x="782679" y="3093227"/>
                </a:lnTo>
                <a:lnTo>
                  <a:pt x="798171" y="3040892"/>
                </a:lnTo>
                <a:lnTo>
                  <a:pt x="810128" y="2987637"/>
                </a:lnTo>
                <a:lnTo>
                  <a:pt x="818551" y="2933464"/>
                </a:lnTo>
                <a:lnTo>
                  <a:pt x="824501" y="2873269"/>
                </a:lnTo>
                <a:lnTo>
                  <a:pt x="825505" y="2827874"/>
                </a:lnTo>
                <a:lnTo>
                  <a:pt x="824600" y="2789939"/>
                </a:lnTo>
                <a:lnTo>
                  <a:pt x="817646" y="2714543"/>
                </a:lnTo>
                <a:lnTo>
                  <a:pt x="809361" y="2665697"/>
                </a:lnTo>
                <a:lnTo>
                  <a:pt x="786610" y="2576908"/>
                </a:lnTo>
                <a:lnTo>
                  <a:pt x="767636" y="2523386"/>
                </a:lnTo>
                <a:lnTo>
                  <a:pt x="744978" y="2471318"/>
                </a:lnTo>
                <a:lnTo>
                  <a:pt x="718634" y="2420702"/>
                </a:lnTo>
                <a:lnTo>
                  <a:pt x="691001" y="2375502"/>
                </a:lnTo>
                <a:lnTo>
                  <a:pt x="663285" y="2335483"/>
                </a:lnTo>
                <a:lnTo>
                  <a:pt x="633504" y="2297392"/>
                </a:lnTo>
                <a:lnTo>
                  <a:pt x="601658" y="2261231"/>
                </a:lnTo>
                <a:lnTo>
                  <a:pt x="567747" y="2226999"/>
                </a:lnTo>
                <a:lnTo>
                  <a:pt x="531770" y="2194696"/>
                </a:lnTo>
                <a:lnTo>
                  <a:pt x="493729" y="2164322"/>
                </a:lnTo>
                <a:lnTo>
                  <a:pt x="460909" y="2140869"/>
                </a:lnTo>
                <a:lnTo>
                  <a:pt x="426935" y="2119121"/>
                </a:lnTo>
                <a:lnTo>
                  <a:pt x="377934" y="2091462"/>
                </a:lnTo>
                <a:lnTo>
                  <a:pt x="327400" y="2067317"/>
                </a:lnTo>
                <a:lnTo>
                  <a:pt x="275332" y="2046687"/>
                </a:lnTo>
                <a:lnTo>
                  <a:pt x="221730" y="2029572"/>
                </a:lnTo>
                <a:lnTo>
                  <a:pt x="167095" y="2016113"/>
                </a:lnTo>
                <a:lnTo>
                  <a:pt x="111928" y="2006453"/>
                </a:lnTo>
                <a:lnTo>
                  <a:pt x="56230" y="2000590"/>
                </a:lnTo>
                <a:lnTo>
                  <a:pt x="0" y="1998525"/>
                </a:lnTo>
                <a:lnTo>
                  <a:pt x="0" y="0"/>
                </a:lnTo>
                <a:lnTo>
                  <a:pt x="105568" y="45363"/>
                </a:lnTo>
                <a:lnTo>
                  <a:pt x="149878" y="65019"/>
                </a:lnTo>
                <a:lnTo>
                  <a:pt x="193867" y="85319"/>
                </a:lnTo>
                <a:lnTo>
                  <a:pt x="237536" y="106262"/>
                </a:lnTo>
                <a:lnTo>
                  <a:pt x="280883" y="127850"/>
                </a:lnTo>
                <a:lnTo>
                  <a:pt x="323910" y="150081"/>
                </a:lnTo>
                <a:lnTo>
                  <a:pt x="366617" y="172956"/>
                </a:lnTo>
                <a:lnTo>
                  <a:pt x="409003" y="196476"/>
                </a:lnTo>
                <a:lnTo>
                  <a:pt x="451068" y="220639"/>
                </a:lnTo>
                <a:lnTo>
                  <a:pt x="492771" y="245421"/>
                </a:lnTo>
                <a:lnTo>
                  <a:pt x="534070" y="270800"/>
                </a:lnTo>
                <a:lnTo>
                  <a:pt x="574966" y="296773"/>
                </a:lnTo>
                <a:lnTo>
                  <a:pt x="615458" y="323343"/>
                </a:lnTo>
                <a:lnTo>
                  <a:pt x="655547" y="350507"/>
                </a:lnTo>
                <a:lnTo>
                  <a:pt x="695233" y="378268"/>
                </a:lnTo>
                <a:lnTo>
                  <a:pt x="734514" y="406624"/>
                </a:lnTo>
                <a:lnTo>
                  <a:pt x="773393" y="435575"/>
                </a:lnTo>
                <a:lnTo>
                  <a:pt x="811868" y="465122"/>
                </a:lnTo>
                <a:lnTo>
                  <a:pt x="849901" y="495235"/>
                </a:lnTo>
                <a:lnTo>
                  <a:pt x="887455" y="525884"/>
                </a:lnTo>
                <a:lnTo>
                  <a:pt x="924530" y="557070"/>
                </a:lnTo>
                <a:lnTo>
                  <a:pt x="961126" y="588792"/>
                </a:lnTo>
                <a:lnTo>
                  <a:pt x="997242" y="621051"/>
                </a:lnTo>
                <a:lnTo>
                  <a:pt x="1032880" y="653847"/>
                </a:lnTo>
                <a:lnTo>
                  <a:pt x="1068038" y="687179"/>
                </a:lnTo>
                <a:lnTo>
                  <a:pt x="1102717" y="721047"/>
                </a:lnTo>
                <a:lnTo>
                  <a:pt x="1136917" y="755452"/>
                </a:lnTo>
                <a:lnTo>
                  <a:pt x="1170604" y="790359"/>
                </a:lnTo>
                <a:lnTo>
                  <a:pt x="1203745" y="825734"/>
                </a:lnTo>
                <a:lnTo>
                  <a:pt x="1236339" y="861576"/>
                </a:lnTo>
                <a:lnTo>
                  <a:pt x="1268387" y="897887"/>
                </a:lnTo>
                <a:lnTo>
                  <a:pt x="1299889" y="934666"/>
                </a:lnTo>
                <a:lnTo>
                  <a:pt x="1330845" y="971913"/>
                </a:lnTo>
                <a:lnTo>
                  <a:pt x="1361254" y="1009627"/>
                </a:lnTo>
                <a:lnTo>
                  <a:pt x="1391116" y="1047810"/>
                </a:lnTo>
                <a:lnTo>
                  <a:pt x="1420433" y="1086461"/>
                </a:lnTo>
                <a:lnTo>
                  <a:pt x="1450289" y="1127500"/>
                </a:lnTo>
                <a:lnTo>
                  <a:pt x="1479432" y="1168976"/>
                </a:lnTo>
                <a:lnTo>
                  <a:pt x="1507859" y="1210880"/>
                </a:lnTo>
                <a:lnTo>
                  <a:pt x="1535561" y="1253203"/>
                </a:lnTo>
                <a:lnTo>
                  <a:pt x="1562534" y="1295935"/>
                </a:lnTo>
                <a:lnTo>
                  <a:pt x="1588771" y="1339069"/>
                </a:lnTo>
                <a:lnTo>
                  <a:pt x="1614266" y="1382596"/>
                </a:lnTo>
                <a:lnTo>
                  <a:pt x="1639013" y="1426506"/>
                </a:lnTo>
                <a:lnTo>
                  <a:pt x="1663007" y="1470791"/>
                </a:lnTo>
                <a:lnTo>
                  <a:pt x="1686242" y="1515443"/>
                </a:lnTo>
                <a:lnTo>
                  <a:pt x="1708710" y="1560452"/>
                </a:lnTo>
                <a:lnTo>
                  <a:pt x="1730407" y="1605811"/>
                </a:lnTo>
                <a:lnTo>
                  <a:pt x="1751327" y="1651509"/>
                </a:lnTo>
                <a:lnTo>
                  <a:pt x="1771463" y="1697538"/>
                </a:lnTo>
                <a:lnTo>
                  <a:pt x="1790809" y="1743890"/>
                </a:lnTo>
                <a:lnTo>
                  <a:pt x="1809360" y="1790556"/>
                </a:lnTo>
                <a:lnTo>
                  <a:pt x="1827109" y="1837527"/>
                </a:lnTo>
                <a:lnTo>
                  <a:pt x="1844051" y="1884794"/>
                </a:lnTo>
                <a:lnTo>
                  <a:pt x="1860180" y="1932348"/>
                </a:lnTo>
                <a:lnTo>
                  <a:pt x="1875488" y="1980181"/>
                </a:lnTo>
                <a:lnTo>
                  <a:pt x="1889972" y="2028284"/>
                </a:lnTo>
                <a:lnTo>
                  <a:pt x="1903624" y="2076649"/>
                </a:lnTo>
                <a:lnTo>
                  <a:pt x="1916438" y="2125266"/>
                </a:lnTo>
                <a:lnTo>
                  <a:pt x="1928410" y="2174126"/>
                </a:lnTo>
                <a:lnTo>
                  <a:pt x="1939531" y="2223222"/>
                </a:lnTo>
                <a:lnTo>
                  <a:pt x="1949798" y="2272544"/>
                </a:lnTo>
                <a:lnTo>
                  <a:pt x="1959203" y="2322083"/>
                </a:lnTo>
                <a:lnTo>
                  <a:pt x="1967741" y="2371831"/>
                </a:lnTo>
                <a:lnTo>
                  <a:pt x="1975405" y="2421779"/>
                </a:lnTo>
                <a:lnTo>
                  <a:pt x="1982190" y="2471918"/>
                </a:lnTo>
                <a:lnTo>
                  <a:pt x="1988090" y="2522239"/>
                </a:lnTo>
                <a:lnTo>
                  <a:pt x="1993099" y="2572734"/>
                </a:lnTo>
                <a:lnTo>
                  <a:pt x="1997210" y="2623394"/>
                </a:lnTo>
                <a:lnTo>
                  <a:pt x="2000418" y="2674210"/>
                </a:lnTo>
                <a:lnTo>
                  <a:pt x="2002717" y="2725173"/>
                </a:lnTo>
                <a:lnTo>
                  <a:pt x="2004101" y="2776276"/>
                </a:lnTo>
                <a:lnTo>
                  <a:pt x="2004564" y="2827507"/>
                </a:lnTo>
                <a:close/>
              </a:path>
            </a:pathLst>
          </a:custGeom>
          <a:solidFill>
            <a:srgbClr val="4E6AFF">
              <a:alpha val="9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5160669" y="4080433"/>
            <a:ext cx="7966709" cy="191071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350" spc="930" dirty="0"/>
              <a:t>GRACIAS</a:t>
            </a:r>
            <a:endParaRPr sz="12350"/>
          </a:p>
        </p:txBody>
      </p:sp>
      <p:sp>
        <p:nvSpPr>
          <p:cNvPr id="11" name="object 11"/>
          <p:cNvSpPr txBox="1"/>
          <p:nvPr/>
        </p:nvSpPr>
        <p:spPr>
          <a:xfrm>
            <a:off x="4906545" y="5771501"/>
            <a:ext cx="84753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3000" spc="165" dirty="0">
                <a:latin typeface="Lucida Sans Unicode"/>
                <a:cs typeface="Lucida Sans Unicode"/>
              </a:rPr>
              <a:t>MARIOBARRIOS</a:t>
            </a:r>
            <a:r>
              <a:rPr sz="3000" spc="170" dirty="0">
                <a:latin typeface="Lucida Sans Unicode"/>
                <a:cs typeface="Lucida Sans Unicode"/>
              </a:rPr>
              <a:t> </a:t>
            </a:r>
            <a:r>
              <a:rPr sz="3000" spc="459" dirty="0">
                <a:latin typeface="Lucida Sans Unicode"/>
                <a:cs typeface="Lucida Sans Unicode"/>
              </a:rPr>
              <a:t>@</a:t>
            </a:r>
            <a:r>
              <a:rPr sz="3000" spc="165" dirty="0">
                <a:latin typeface="Lucida Sans Unicode"/>
                <a:cs typeface="Lucida Sans Unicode"/>
              </a:rPr>
              <a:t> </a:t>
            </a:r>
            <a:r>
              <a:rPr sz="3000" dirty="0">
                <a:latin typeface="Lucida Sans Unicode"/>
                <a:cs typeface="Lucida Sans Unicode"/>
              </a:rPr>
              <a:t>U</a:t>
            </a:r>
            <a:r>
              <a:rPr sz="3000" spc="165" dirty="0">
                <a:latin typeface="Lucida Sans Unicode"/>
                <a:cs typeface="Lucida Sans Unicode"/>
              </a:rPr>
              <a:t> </a:t>
            </a:r>
            <a:r>
              <a:rPr sz="3000" dirty="0">
                <a:latin typeface="Lucida Sans Unicode"/>
                <a:cs typeface="Lucida Sans Unicode"/>
              </a:rPr>
              <a:t>A</a:t>
            </a:r>
            <a:r>
              <a:rPr sz="3000" spc="170" dirty="0">
                <a:latin typeface="Lucida Sans Unicode"/>
                <a:cs typeface="Lucida Sans Unicode"/>
              </a:rPr>
              <a:t> </a:t>
            </a:r>
            <a:r>
              <a:rPr sz="3000" dirty="0">
                <a:latin typeface="Lucida Sans Unicode"/>
                <a:cs typeface="Lucida Sans Unicode"/>
              </a:rPr>
              <a:t>D</a:t>
            </a:r>
            <a:r>
              <a:rPr sz="3000" spc="165" dirty="0">
                <a:latin typeface="Lucida Sans Unicode"/>
                <a:cs typeface="Lucida Sans Unicode"/>
              </a:rPr>
              <a:t> </a:t>
            </a:r>
            <a:r>
              <a:rPr sz="3000" dirty="0">
                <a:latin typeface="Lucida Sans Unicode"/>
                <a:cs typeface="Lucida Sans Unicode"/>
              </a:rPr>
              <a:t>E</a:t>
            </a:r>
            <a:r>
              <a:rPr sz="3000" spc="165" dirty="0">
                <a:latin typeface="Lucida Sans Unicode"/>
                <a:cs typeface="Lucida Sans Unicode"/>
              </a:rPr>
              <a:t> </a:t>
            </a:r>
            <a:r>
              <a:rPr sz="3000" spc="-325" dirty="0">
                <a:latin typeface="Lucida Sans Unicode"/>
                <a:cs typeface="Lucida Sans Unicode"/>
              </a:rPr>
              <a:t>.</a:t>
            </a:r>
            <a:r>
              <a:rPr sz="3000" spc="170" dirty="0">
                <a:latin typeface="Lucida Sans Unicode"/>
                <a:cs typeface="Lucida Sans Unicode"/>
              </a:rPr>
              <a:t> </a:t>
            </a:r>
            <a:r>
              <a:rPr sz="3000" dirty="0">
                <a:latin typeface="Lucida Sans Unicode"/>
                <a:cs typeface="Lucida Sans Unicode"/>
              </a:rPr>
              <a:t>E</a:t>
            </a:r>
            <a:r>
              <a:rPr sz="3000" spc="165" dirty="0">
                <a:latin typeface="Lucida Sans Unicode"/>
                <a:cs typeface="Lucida Sans Unicode"/>
              </a:rPr>
              <a:t> </a:t>
            </a:r>
            <a:r>
              <a:rPr sz="3000" dirty="0">
                <a:latin typeface="Lucida Sans Unicode"/>
                <a:cs typeface="Lucida Sans Unicode"/>
              </a:rPr>
              <a:t>D</a:t>
            </a:r>
            <a:r>
              <a:rPr sz="3000" spc="165" dirty="0">
                <a:latin typeface="Lucida Sans Unicode"/>
                <a:cs typeface="Lucida Sans Unicode"/>
              </a:rPr>
              <a:t> </a:t>
            </a:r>
            <a:r>
              <a:rPr sz="3000" dirty="0">
                <a:latin typeface="Lucida Sans Unicode"/>
                <a:cs typeface="Lucida Sans Unicode"/>
              </a:rPr>
              <a:t>U</a:t>
            </a:r>
            <a:r>
              <a:rPr sz="3000" spc="165" dirty="0">
                <a:latin typeface="Lucida Sans Unicode"/>
                <a:cs typeface="Lucida Sans Unicode"/>
              </a:rPr>
              <a:t> </a:t>
            </a:r>
            <a:r>
              <a:rPr sz="3000" spc="-325" dirty="0">
                <a:latin typeface="Lucida Sans Unicode"/>
                <a:cs typeface="Lucida Sans Unicode"/>
              </a:rPr>
              <a:t>.</a:t>
            </a:r>
            <a:r>
              <a:rPr sz="3000" spc="170" dirty="0">
                <a:latin typeface="Lucida Sans Unicode"/>
                <a:cs typeface="Lucida Sans Unicode"/>
              </a:rPr>
              <a:t> </a:t>
            </a:r>
            <a:r>
              <a:rPr sz="3000" dirty="0">
                <a:latin typeface="Lucida Sans Unicode"/>
                <a:cs typeface="Lucida Sans Unicode"/>
              </a:rPr>
              <a:t>A</a:t>
            </a:r>
            <a:r>
              <a:rPr sz="3000" spc="165" dirty="0">
                <a:latin typeface="Lucida Sans Unicode"/>
                <a:cs typeface="Lucida Sans Unicode"/>
              </a:rPr>
              <a:t> </a:t>
            </a:r>
            <a:r>
              <a:rPr sz="3000" spc="-50" dirty="0">
                <a:latin typeface="Lucida Sans Unicode"/>
                <a:cs typeface="Lucida Sans Unicode"/>
              </a:rPr>
              <a:t>R</a:t>
            </a:r>
            <a:endParaRPr sz="30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EDBA4C13E70F5418B418D8012459F21" ma:contentTypeVersion="3" ma:contentTypeDescription="Crear nuevo documento." ma:contentTypeScope="" ma:versionID="0a304ccaa1773ffe5d2b1e682fa7860d">
  <xsd:schema xmlns:xsd="http://www.w3.org/2001/XMLSchema" xmlns:xs="http://www.w3.org/2001/XMLSchema" xmlns:p="http://schemas.microsoft.com/office/2006/metadata/properties" xmlns:ns2="de7ef2da-48b3-49aa-9fec-64c55b664b94" targetNamespace="http://schemas.microsoft.com/office/2006/metadata/properties" ma:root="true" ma:fieldsID="cf8310444cf7183a730381c58d7a84d3" ns2:_="">
    <xsd:import namespace="de7ef2da-48b3-49aa-9fec-64c55b664b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7ef2da-48b3-49aa-9fec-64c55b664b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DBB7D3E-E26C-4914-BB3B-8231E8D0A8F8}"/>
</file>

<file path=customXml/itemProps2.xml><?xml version="1.0" encoding="utf-8"?>
<ds:datastoreItem xmlns:ds="http://schemas.openxmlformats.org/officeDocument/2006/customXml" ds:itemID="{D6075C20-FB23-4233-8764-D8C6CF4022E4}"/>
</file>

<file path=customXml/itemProps3.xml><?xml version="1.0" encoding="utf-8"?>
<ds:datastoreItem xmlns:ds="http://schemas.openxmlformats.org/officeDocument/2006/customXml" ds:itemID="{17C6D35D-CDB3-4C6B-ADC3-DF1CB252BA0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398</TotalTime>
  <Words>2413</Words>
  <Application>Microsoft Office PowerPoint</Application>
  <PresentationFormat>Personalizado</PresentationFormat>
  <Paragraphs>302</Paragraphs>
  <Slides>38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7" baseType="lpstr">
      <vt:lpstr>SimSun-ExtB</vt:lpstr>
      <vt:lpstr>Arial</vt:lpstr>
      <vt:lpstr>Arial MT</vt:lpstr>
      <vt:lpstr>Calibri</vt:lpstr>
      <vt:lpstr>Google Sans</vt:lpstr>
      <vt:lpstr>Lucida Sans Unicode</vt:lpstr>
      <vt:lpstr>Tahoma</vt:lpstr>
      <vt:lpstr>Trebuchet MS</vt:lpstr>
      <vt:lpstr>Office Theme</vt:lpstr>
      <vt:lpstr>PROPUESTA</vt:lpstr>
      <vt:lpstr>Introducción Agile Actividad Propuesta de Valor Maslow</vt:lpstr>
      <vt:lpstr>AL FINAL O ERES DIFERENTE O ERES BARATO.</vt:lpstr>
      <vt:lpstr>Competencia de precios: Si tu producto o servicio es igual al de los demás, no tienes un valor único. La única forma de atraer clientes es cobrar menos que la competencia.   Guerra de precios: Competir solo por precio destruye los márgenes de ganancia y desgasta el negocio.   El valor de la diferencia: Si ofreces algo único o innovador, los clientes te valoran más. Esto te permite cobrar precios justos sin depender de ser el más económico del mercado.  </vt:lpstr>
      <vt:lpstr>HACER Y PROBAR RÁPIDO. APRENDER Y AJUSTAR AÚN MÁS RÁPIDO.</vt:lpstr>
      <vt:lpstr>01</vt:lpstr>
      <vt:lpstr>LA PROPUESTA DE VALOR</vt:lpstr>
      <vt:lpstr>¿QUIENES DEBE RECIBIR EL VALOR?</vt:lpstr>
      <vt:lpstr>Presentación de PowerPoint</vt:lpstr>
      <vt:lpstr>LA PIRAMIDE</vt:lpstr>
      <vt:lpstr>LA PIRAMIDE</vt:lpstr>
      <vt:lpstr>Presentación de PowerPoint</vt:lpstr>
      <vt:lpstr>ATRIBUTOS</vt:lpstr>
      <vt:lpstr>Presentación de PowerPoint</vt:lpstr>
      <vt:lpstr>CANVAS DE PROPUESTA DE VALOR</vt:lpstr>
      <vt:lpstr>CANVAS DE PROPUESTA DE VALOR</vt:lpstr>
      <vt:lpstr>Presentación de PowerPoint</vt:lpstr>
      <vt:lpstr>Presentación de PowerPoint</vt:lpstr>
      <vt:lpstr>Presentación de PowerPoint</vt:lpstr>
      <vt:lpstr>CANVAS DE PROPUESTA DE VALOR</vt:lpstr>
      <vt:lpstr>CANVAS DE PROPUESTA DE VALOR</vt:lpstr>
      <vt:lpstr>ANÁLISI DE CLIENTES</vt:lpstr>
      <vt:lpstr>¿POR QUÉ ES CLAVE ANALIZAR AL CLIENTE?</vt:lpstr>
      <vt:lpstr>CÓMO</vt:lpstr>
      <vt:lpstr>VALIDA CIÓN DEL CLIENTE</vt:lpstr>
      <vt:lpstr>COMPETIDORES</vt:lpstr>
      <vt:lpstr>¿QUÉ ES UN COMPETIDOR?</vt:lpstr>
      <vt:lpstr>TIPOS DE COMPETIDORES</vt:lpstr>
      <vt:lpstr>TIPOS DE COMPETIDORES</vt:lpstr>
      <vt:lpstr>Presentación de PowerPoint</vt:lpstr>
      <vt:lpstr>¿Cómo se mide la ventaja competitiva frente a otros jugadores del mercado?</vt:lpstr>
      <vt:lpstr>MATRIZ DE COMPETITIVIDAD</vt:lpstr>
      <vt:lpstr>BUSINESS MODEL CANVAS</vt:lpstr>
      <vt:lpstr>LIENZO CANVAS</vt:lpstr>
      <vt:lpstr>LIENZO CANVAS</vt:lpstr>
      <vt:lpstr>LIENZO CANVAS</vt:lpstr>
      <vt:lpstr>LIENZO CANVAS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3 - Emprendedorismo V2</dc:title>
  <dc:creator>Ezequiel Pietracupa</dc:creator>
  <cp:keywords>DAGh_gh4Ad4,BACkfd1TKsc,0</cp:keywords>
  <cp:lastModifiedBy>BARRIOS MARIO RUBEN</cp:lastModifiedBy>
  <cp:revision>33</cp:revision>
  <dcterms:created xsi:type="dcterms:W3CDTF">2026-08-25T12:22:52Z</dcterms:created>
  <dcterms:modified xsi:type="dcterms:W3CDTF">2026-08-25T19:03:17Z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2025-04-03T00:00:00Z</vt:filetime>
  </property>
  <property fmtid="{D5CDD505-2E9C-101B-9397-08002B2CF9AE}" pid="4" name="Creator">
    <vt:lpwstr>Canva</vt:lpwstr>
  </property>
  <property fmtid="{D5CDD505-2E9C-101B-9397-08002B2CF9AE}" pid="5" name="LastSaved">
    <vt:filetime>2026-08-25T00:00:00Z</vt:filetime>
  </property>
  <property fmtid="{D5CDD505-2E9C-101B-9397-08002B2CF9AE}" pid="6" name="Producer">
    <vt:lpwstr>Canva</vt:lpwstr>
  </property>
  <property fmtid="{D5CDD505-2E9C-101B-9397-08002B2CF9AE}" pid="7" name="ContentTypeId">
    <vt:lpwstr>0x0101008EDBA4C13E70F5418B418D8012459F21</vt:lpwstr>
  </property>
</Properties>
</file>