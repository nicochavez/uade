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 id="2147483712" r:id="rId5"/>
    <p:sldMasterId id="2147483730" r:id="rId6"/>
    <p:sldMasterId id="2147483747" r:id="rId7"/>
  </p:sldMasterIdLst>
  <p:notesMasterIdLst>
    <p:notesMasterId r:id="rId72"/>
  </p:notesMasterIdLst>
  <p:sldIdLst>
    <p:sldId id="256" r:id="rId8"/>
    <p:sldId id="257" r:id="rId9"/>
    <p:sldId id="258" r:id="rId10"/>
    <p:sldId id="259" r:id="rId11"/>
    <p:sldId id="300" r:id="rId12"/>
    <p:sldId id="260" r:id="rId13"/>
    <p:sldId id="272" r:id="rId14"/>
    <p:sldId id="261" r:id="rId15"/>
    <p:sldId id="262" r:id="rId16"/>
    <p:sldId id="263" r:id="rId17"/>
    <p:sldId id="264" r:id="rId18"/>
    <p:sldId id="265" r:id="rId19"/>
    <p:sldId id="266" r:id="rId20"/>
    <p:sldId id="268" r:id="rId21"/>
    <p:sldId id="269" r:id="rId22"/>
    <p:sldId id="267" r:id="rId23"/>
    <p:sldId id="270" r:id="rId24"/>
    <p:sldId id="271" r:id="rId25"/>
    <p:sldId id="273" r:id="rId26"/>
    <p:sldId id="301" r:id="rId27"/>
    <p:sldId id="274" r:id="rId28"/>
    <p:sldId id="275" r:id="rId29"/>
    <p:sldId id="281" r:id="rId30"/>
    <p:sldId id="276" r:id="rId31"/>
    <p:sldId id="277" r:id="rId32"/>
    <p:sldId id="279" r:id="rId33"/>
    <p:sldId id="280" r:id="rId34"/>
    <p:sldId id="278" r:id="rId35"/>
    <p:sldId id="282" r:id="rId36"/>
    <p:sldId id="284" r:id="rId37"/>
    <p:sldId id="285" r:id="rId38"/>
    <p:sldId id="283" r:id="rId39"/>
    <p:sldId id="302" r:id="rId40"/>
    <p:sldId id="319" r:id="rId41"/>
    <p:sldId id="286" r:id="rId42"/>
    <p:sldId id="298" r:id="rId43"/>
    <p:sldId id="291" r:id="rId44"/>
    <p:sldId id="287" r:id="rId45"/>
    <p:sldId id="288" r:id="rId46"/>
    <p:sldId id="289" r:id="rId47"/>
    <p:sldId id="290" r:id="rId48"/>
    <p:sldId id="292" r:id="rId49"/>
    <p:sldId id="294" r:id="rId50"/>
    <p:sldId id="296" r:id="rId51"/>
    <p:sldId id="297" r:id="rId52"/>
    <p:sldId id="293" r:id="rId53"/>
    <p:sldId id="295" r:id="rId54"/>
    <p:sldId id="299" r:id="rId55"/>
    <p:sldId id="303" r:id="rId56"/>
    <p:sldId id="304" r:id="rId57"/>
    <p:sldId id="305" r:id="rId58"/>
    <p:sldId id="306" r:id="rId59"/>
    <p:sldId id="307" r:id="rId60"/>
    <p:sldId id="308" r:id="rId61"/>
    <p:sldId id="309" r:id="rId62"/>
    <p:sldId id="313" r:id="rId63"/>
    <p:sldId id="310" r:id="rId64"/>
    <p:sldId id="311" r:id="rId65"/>
    <p:sldId id="312" r:id="rId66"/>
    <p:sldId id="314" r:id="rId67"/>
    <p:sldId id="315" r:id="rId68"/>
    <p:sldId id="316" r:id="rId69"/>
    <p:sldId id="317" r:id="rId70"/>
    <p:sldId id="320" r:id="rId71"/>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165" autoAdjust="0"/>
  </p:normalViewPr>
  <p:slideViewPr>
    <p:cSldViewPr snapToGrid="0">
      <p:cViewPr>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tableStyles" Target="tableStyles.xml"/><Relationship Id="rId7" Type="http://schemas.openxmlformats.org/officeDocument/2006/relationships/slideMaster" Target="slideMasters/slideMaster4.xml"/><Relationship Id="rId71" Type="http://schemas.openxmlformats.org/officeDocument/2006/relationships/slide" Target="slides/slide64.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ata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ata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40.png"/><Relationship Id="rId7" Type="http://schemas.openxmlformats.org/officeDocument/2006/relationships/image" Target="../media/image26.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ata7.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sv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diagrams/_rels/data9.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4.svg"/><Relationship Id="rId5" Type="http://schemas.openxmlformats.org/officeDocument/2006/relationships/image" Target="../media/image63.png"/><Relationship Id="rId10" Type="http://schemas.openxmlformats.org/officeDocument/2006/relationships/image" Target="../media/image68.svg"/><Relationship Id="rId4" Type="http://schemas.openxmlformats.org/officeDocument/2006/relationships/image" Target="../media/image62.svg"/><Relationship Id="rId9" Type="http://schemas.openxmlformats.org/officeDocument/2006/relationships/image" Target="../media/image67.png"/></Relationships>
</file>

<file path=ppt/diagrams/_rels/data10.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image" Target="../media/image69.svg"/><Relationship Id="rId1" Type="http://schemas.openxmlformats.org/officeDocument/2006/relationships/image" Target="../media/image34.png"/><Relationship Id="rId6" Type="http://schemas.openxmlformats.org/officeDocument/2006/relationships/image" Target="../media/image73.svg"/><Relationship Id="rId5" Type="http://schemas.openxmlformats.org/officeDocument/2006/relationships/image" Target="../media/image72.png"/><Relationship Id="rId4" Type="http://schemas.openxmlformats.org/officeDocument/2006/relationships/image" Target="../media/image71.svg"/></Relationships>
</file>

<file path=ppt/diagrams/_rels/data12.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image" Target="../media/image74.png"/><Relationship Id="rId7" Type="http://schemas.openxmlformats.org/officeDocument/2006/relationships/image" Target="../media/image80.png"/><Relationship Id="rId2" Type="http://schemas.openxmlformats.org/officeDocument/2006/relationships/image" Target="../media/image77.svg"/><Relationship Id="rId1" Type="http://schemas.openxmlformats.org/officeDocument/2006/relationships/image" Target="../media/image76.png"/><Relationship Id="rId6" Type="http://schemas.openxmlformats.org/officeDocument/2006/relationships/image" Target="../media/image79.svg"/><Relationship Id="rId5" Type="http://schemas.openxmlformats.org/officeDocument/2006/relationships/image" Target="../media/image78.png"/><Relationship Id="rId4" Type="http://schemas.openxmlformats.org/officeDocument/2006/relationships/image" Target="../media/image75.svg"/></Relationships>
</file>

<file path=ppt/diagrams/_rels/data14.xml.rels><?xml version="1.0" encoding="UTF-8" standalone="yes"?>
<Relationships xmlns="http://schemas.openxmlformats.org/package/2006/relationships"><Relationship Id="rId8" Type="http://schemas.openxmlformats.org/officeDocument/2006/relationships/image" Target="../media/image89.svg"/><Relationship Id="rId3" Type="http://schemas.openxmlformats.org/officeDocument/2006/relationships/image" Target="../media/image84.png"/><Relationship Id="rId7" Type="http://schemas.openxmlformats.org/officeDocument/2006/relationships/image" Target="../media/image88.png"/><Relationship Id="rId12" Type="http://schemas.openxmlformats.org/officeDocument/2006/relationships/image" Target="../media/image79.svg"/><Relationship Id="rId2" Type="http://schemas.openxmlformats.org/officeDocument/2006/relationships/image" Target="../media/image83.svg"/><Relationship Id="rId1" Type="http://schemas.openxmlformats.org/officeDocument/2006/relationships/image" Target="../media/image82.png"/><Relationship Id="rId6" Type="http://schemas.openxmlformats.org/officeDocument/2006/relationships/image" Target="../media/image87.svg"/><Relationship Id="rId11" Type="http://schemas.openxmlformats.org/officeDocument/2006/relationships/image" Target="../media/image78.png"/><Relationship Id="rId5" Type="http://schemas.openxmlformats.org/officeDocument/2006/relationships/image" Target="../media/image86.png"/><Relationship Id="rId10" Type="http://schemas.openxmlformats.org/officeDocument/2006/relationships/image" Target="../media/image91.svg"/><Relationship Id="rId4" Type="http://schemas.openxmlformats.org/officeDocument/2006/relationships/image" Target="../media/image85.svg"/><Relationship Id="rId9" Type="http://schemas.openxmlformats.org/officeDocument/2006/relationships/image" Target="../media/image90.png"/></Relationships>
</file>

<file path=ppt/diagrams/_rels/data15.xml.rels><?xml version="1.0" encoding="UTF-8" standalone="yes"?>
<Relationships xmlns="http://schemas.openxmlformats.org/package/2006/relationships"><Relationship Id="rId8" Type="http://schemas.openxmlformats.org/officeDocument/2006/relationships/image" Target="../media/image99.svg"/><Relationship Id="rId13" Type="http://schemas.openxmlformats.org/officeDocument/2006/relationships/image" Target="../media/image104.png"/><Relationship Id="rId3" Type="http://schemas.openxmlformats.org/officeDocument/2006/relationships/image" Target="../media/image94.png"/><Relationship Id="rId7" Type="http://schemas.openxmlformats.org/officeDocument/2006/relationships/image" Target="../media/image98.png"/><Relationship Id="rId12" Type="http://schemas.openxmlformats.org/officeDocument/2006/relationships/image" Target="../media/image103.svg"/><Relationship Id="rId2" Type="http://schemas.openxmlformats.org/officeDocument/2006/relationships/image" Target="../media/image93.svg"/><Relationship Id="rId1" Type="http://schemas.openxmlformats.org/officeDocument/2006/relationships/image" Target="../media/image92.png"/><Relationship Id="rId6" Type="http://schemas.openxmlformats.org/officeDocument/2006/relationships/image" Target="../media/image97.svg"/><Relationship Id="rId11" Type="http://schemas.openxmlformats.org/officeDocument/2006/relationships/image" Target="../media/image102.png"/><Relationship Id="rId5" Type="http://schemas.openxmlformats.org/officeDocument/2006/relationships/image" Target="../media/image96.png"/><Relationship Id="rId10" Type="http://schemas.openxmlformats.org/officeDocument/2006/relationships/image" Target="../media/image101.svg"/><Relationship Id="rId4" Type="http://schemas.openxmlformats.org/officeDocument/2006/relationships/image" Target="../media/image95.svg"/><Relationship Id="rId9" Type="http://schemas.openxmlformats.org/officeDocument/2006/relationships/image" Target="../media/image100.png"/><Relationship Id="rId14" Type="http://schemas.openxmlformats.org/officeDocument/2006/relationships/image" Target="../media/image105.svg"/></Relationships>
</file>

<file path=ppt/diagrams/_rels/data17.xml.rels><?xml version="1.0" encoding="UTF-8" standalone="yes"?>
<Relationships xmlns="http://schemas.openxmlformats.org/package/2006/relationships"><Relationship Id="rId8" Type="http://schemas.openxmlformats.org/officeDocument/2006/relationships/image" Target="../media/image116.svg"/><Relationship Id="rId3" Type="http://schemas.openxmlformats.org/officeDocument/2006/relationships/image" Target="../media/image100.png"/><Relationship Id="rId7" Type="http://schemas.openxmlformats.org/officeDocument/2006/relationships/image" Target="../media/image115.png"/><Relationship Id="rId2" Type="http://schemas.openxmlformats.org/officeDocument/2006/relationships/image" Target="../media/image112.svg"/><Relationship Id="rId1" Type="http://schemas.openxmlformats.org/officeDocument/2006/relationships/image" Target="../media/image111.png"/><Relationship Id="rId6" Type="http://schemas.openxmlformats.org/officeDocument/2006/relationships/image" Target="../media/image114.svg"/><Relationship Id="rId5" Type="http://schemas.openxmlformats.org/officeDocument/2006/relationships/image" Target="../media/image113.png"/><Relationship Id="rId10" Type="http://schemas.openxmlformats.org/officeDocument/2006/relationships/image" Target="../media/image118.svg"/><Relationship Id="rId4" Type="http://schemas.openxmlformats.org/officeDocument/2006/relationships/image" Target="../media/image101.svg"/><Relationship Id="rId9" Type="http://schemas.openxmlformats.org/officeDocument/2006/relationships/image" Target="../media/image117.png"/></Relationships>
</file>

<file path=ppt/diagrams/_rels/data18.xml.rels><?xml version="1.0" encoding="UTF-8" standalone="yes"?>
<Relationships xmlns="http://schemas.openxmlformats.org/package/2006/relationships"><Relationship Id="rId8" Type="http://schemas.openxmlformats.org/officeDocument/2006/relationships/image" Target="../media/image123.svg"/><Relationship Id="rId3" Type="http://schemas.openxmlformats.org/officeDocument/2006/relationships/image" Target="../media/image120.png"/><Relationship Id="rId7" Type="http://schemas.openxmlformats.org/officeDocument/2006/relationships/image" Target="../media/image72.png"/><Relationship Id="rId2" Type="http://schemas.openxmlformats.org/officeDocument/2006/relationships/image" Target="../media/image119.svg"/><Relationship Id="rId1" Type="http://schemas.openxmlformats.org/officeDocument/2006/relationships/image" Target="../media/image70.png"/><Relationship Id="rId6" Type="http://schemas.openxmlformats.org/officeDocument/2006/relationships/image" Target="../media/image122.svg"/><Relationship Id="rId5" Type="http://schemas.openxmlformats.org/officeDocument/2006/relationships/image" Target="../media/image90.png"/><Relationship Id="rId10" Type="http://schemas.openxmlformats.org/officeDocument/2006/relationships/image" Target="../media/image124.svg"/><Relationship Id="rId4" Type="http://schemas.openxmlformats.org/officeDocument/2006/relationships/image" Target="../media/image121.svg"/><Relationship Id="rId9" Type="http://schemas.openxmlformats.org/officeDocument/2006/relationships/image" Target="../media/image74.png"/></Relationships>
</file>

<file path=ppt/diagrams/_rels/data20.xml.rels><?xml version="1.0" encoding="UTF-8" standalone="yes"?>
<Relationships xmlns="http://schemas.openxmlformats.org/package/2006/relationships"><Relationship Id="rId8" Type="http://schemas.openxmlformats.org/officeDocument/2006/relationships/image" Target="../media/image130.svg"/><Relationship Id="rId3" Type="http://schemas.openxmlformats.org/officeDocument/2006/relationships/image" Target="../media/image74.png"/><Relationship Id="rId7" Type="http://schemas.openxmlformats.org/officeDocument/2006/relationships/image" Target="../media/image129.png"/><Relationship Id="rId2" Type="http://schemas.openxmlformats.org/officeDocument/2006/relationships/image" Target="../media/image128.svg"/><Relationship Id="rId1" Type="http://schemas.openxmlformats.org/officeDocument/2006/relationships/image" Target="../media/image127.png"/><Relationship Id="rId6" Type="http://schemas.openxmlformats.org/officeDocument/2006/relationships/image" Target="../media/image91.svg"/><Relationship Id="rId5" Type="http://schemas.openxmlformats.org/officeDocument/2006/relationships/image" Target="../media/image90.png"/><Relationship Id="rId4" Type="http://schemas.openxmlformats.org/officeDocument/2006/relationships/image" Target="../media/image75.svg"/></Relationships>
</file>

<file path=ppt/diagrams/_rels/data21.xml.rels><?xml version="1.0" encoding="UTF-8" standalone="yes"?>
<Relationships xmlns="http://schemas.openxmlformats.org/package/2006/relationships"><Relationship Id="rId8" Type="http://schemas.openxmlformats.org/officeDocument/2006/relationships/image" Target="../media/image138.svg"/><Relationship Id="rId3" Type="http://schemas.openxmlformats.org/officeDocument/2006/relationships/image" Target="../media/image133.png"/><Relationship Id="rId7" Type="http://schemas.openxmlformats.org/officeDocument/2006/relationships/image" Target="../media/image137.png"/><Relationship Id="rId12" Type="http://schemas.openxmlformats.org/officeDocument/2006/relationships/image" Target="../media/image79.svg"/><Relationship Id="rId2" Type="http://schemas.openxmlformats.org/officeDocument/2006/relationships/image" Target="../media/image132.svg"/><Relationship Id="rId1" Type="http://schemas.openxmlformats.org/officeDocument/2006/relationships/image" Target="../media/image131.png"/><Relationship Id="rId6" Type="http://schemas.openxmlformats.org/officeDocument/2006/relationships/image" Target="../media/image136.svg"/><Relationship Id="rId11" Type="http://schemas.openxmlformats.org/officeDocument/2006/relationships/image" Target="../media/image78.png"/><Relationship Id="rId5" Type="http://schemas.openxmlformats.org/officeDocument/2006/relationships/image" Target="../media/image135.png"/><Relationship Id="rId10" Type="http://schemas.openxmlformats.org/officeDocument/2006/relationships/image" Target="../media/image140.svg"/><Relationship Id="rId4" Type="http://schemas.openxmlformats.org/officeDocument/2006/relationships/image" Target="../media/image134.svg"/><Relationship Id="rId9" Type="http://schemas.openxmlformats.org/officeDocument/2006/relationships/image" Target="../media/image139.png"/></Relationships>
</file>

<file path=ppt/diagrams/_rels/data22.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image" Target="../media/image149.jpeg"/><Relationship Id="rId1" Type="http://schemas.openxmlformats.org/officeDocument/2006/relationships/image" Target="../media/image148.jpeg"/><Relationship Id="rId4" Type="http://schemas.openxmlformats.org/officeDocument/2006/relationships/image" Target="../media/image151.jpeg"/></Relationships>
</file>

<file path=ppt/diagrams/_rels/data24.xml.rels><?xml version="1.0" encoding="UTF-8" standalone="yes"?>
<Relationships xmlns="http://schemas.openxmlformats.org/package/2006/relationships"><Relationship Id="rId8" Type="http://schemas.openxmlformats.org/officeDocument/2006/relationships/image" Target="../media/image153.svg"/><Relationship Id="rId3" Type="http://schemas.openxmlformats.org/officeDocument/2006/relationships/image" Target="../media/image72.png"/><Relationship Id="rId7" Type="http://schemas.openxmlformats.org/officeDocument/2006/relationships/image" Target="../media/image152.png"/><Relationship Id="rId2" Type="http://schemas.openxmlformats.org/officeDocument/2006/relationships/image" Target="../media/image75.svg"/><Relationship Id="rId1" Type="http://schemas.openxmlformats.org/officeDocument/2006/relationships/image" Target="../media/image74.png"/><Relationship Id="rId6" Type="http://schemas.openxmlformats.org/officeDocument/2006/relationships/image" Target="../media/image89.svg"/><Relationship Id="rId5" Type="http://schemas.openxmlformats.org/officeDocument/2006/relationships/image" Target="../media/image88.png"/><Relationship Id="rId10" Type="http://schemas.openxmlformats.org/officeDocument/2006/relationships/image" Target="../media/image155.svg"/><Relationship Id="rId4" Type="http://schemas.openxmlformats.org/officeDocument/2006/relationships/image" Target="../media/image73.svg"/><Relationship Id="rId9" Type="http://schemas.openxmlformats.org/officeDocument/2006/relationships/image" Target="../media/image154.png"/></Relationships>
</file>

<file path=ppt/diagrams/_rels/data26.xml.rels><?xml version="1.0" encoding="UTF-8" standalone="yes"?>
<Relationships xmlns="http://schemas.openxmlformats.org/package/2006/relationships"><Relationship Id="rId8" Type="http://schemas.openxmlformats.org/officeDocument/2006/relationships/image" Target="../media/image163.svg"/><Relationship Id="rId3" Type="http://schemas.openxmlformats.org/officeDocument/2006/relationships/image" Target="../media/image158.png"/><Relationship Id="rId7" Type="http://schemas.openxmlformats.org/officeDocument/2006/relationships/image" Target="../media/image162.png"/><Relationship Id="rId2" Type="http://schemas.openxmlformats.org/officeDocument/2006/relationships/image" Target="../media/image157.svg"/><Relationship Id="rId1" Type="http://schemas.openxmlformats.org/officeDocument/2006/relationships/image" Target="../media/image156.png"/><Relationship Id="rId6" Type="http://schemas.openxmlformats.org/officeDocument/2006/relationships/image" Target="../media/image161.svg"/><Relationship Id="rId5" Type="http://schemas.openxmlformats.org/officeDocument/2006/relationships/image" Target="../media/image160.png"/><Relationship Id="rId10" Type="http://schemas.openxmlformats.org/officeDocument/2006/relationships/image" Target="../media/image165.svg"/><Relationship Id="rId4" Type="http://schemas.openxmlformats.org/officeDocument/2006/relationships/image" Target="../media/image159.svg"/><Relationship Id="rId9" Type="http://schemas.openxmlformats.org/officeDocument/2006/relationships/image" Target="../media/image164.png"/></Relationships>
</file>

<file path=ppt/diagrams/_rels/data27.xml.rels><?xml version="1.0" encoding="UTF-8" standalone="yes"?>
<Relationships xmlns="http://schemas.openxmlformats.org/package/2006/relationships"><Relationship Id="rId8" Type="http://schemas.openxmlformats.org/officeDocument/2006/relationships/image" Target="../media/image176.svg"/><Relationship Id="rId13" Type="http://schemas.openxmlformats.org/officeDocument/2006/relationships/image" Target="../media/image181.png"/><Relationship Id="rId3" Type="http://schemas.openxmlformats.org/officeDocument/2006/relationships/image" Target="../media/image171.png"/><Relationship Id="rId7" Type="http://schemas.openxmlformats.org/officeDocument/2006/relationships/image" Target="../media/image175.png"/><Relationship Id="rId12" Type="http://schemas.openxmlformats.org/officeDocument/2006/relationships/image" Target="../media/image180.svg"/><Relationship Id="rId2" Type="http://schemas.openxmlformats.org/officeDocument/2006/relationships/image" Target="../media/image170.svg"/><Relationship Id="rId1" Type="http://schemas.openxmlformats.org/officeDocument/2006/relationships/image" Target="../media/image169.png"/><Relationship Id="rId6" Type="http://schemas.openxmlformats.org/officeDocument/2006/relationships/image" Target="../media/image174.svg"/><Relationship Id="rId11" Type="http://schemas.openxmlformats.org/officeDocument/2006/relationships/image" Target="../media/image179.png"/><Relationship Id="rId5" Type="http://schemas.openxmlformats.org/officeDocument/2006/relationships/image" Target="../media/image173.png"/><Relationship Id="rId10" Type="http://schemas.openxmlformats.org/officeDocument/2006/relationships/image" Target="../media/image178.svg"/><Relationship Id="rId4" Type="http://schemas.openxmlformats.org/officeDocument/2006/relationships/image" Target="../media/image172.svg"/><Relationship Id="rId9" Type="http://schemas.openxmlformats.org/officeDocument/2006/relationships/image" Target="../media/image177.png"/><Relationship Id="rId14" Type="http://schemas.openxmlformats.org/officeDocument/2006/relationships/image" Target="../media/image18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40.png"/><Relationship Id="rId7" Type="http://schemas.openxmlformats.org/officeDocument/2006/relationships/image" Target="../media/image26.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rawing7.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sv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diagrams/_rels/drawing9.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4.svg"/><Relationship Id="rId5" Type="http://schemas.openxmlformats.org/officeDocument/2006/relationships/image" Target="../media/image63.png"/><Relationship Id="rId10" Type="http://schemas.openxmlformats.org/officeDocument/2006/relationships/image" Target="../media/image68.svg"/><Relationship Id="rId4" Type="http://schemas.openxmlformats.org/officeDocument/2006/relationships/image" Target="../media/image62.svg"/><Relationship Id="rId9" Type="http://schemas.openxmlformats.org/officeDocument/2006/relationships/image" Target="../media/image67.png"/></Relationships>
</file>

<file path=ppt/diagrams/_rels/drawing10.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image" Target="../media/image69.svg"/><Relationship Id="rId1" Type="http://schemas.openxmlformats.org/officeDocument/2006/relationships/image" Target="../media/image34.png"/><Relationship Id="rId6" Type="http://schemas.openxmlformats.org/officeDocument/2006/relationships/image" Target="../media/image73.svg"/><Relationship Id="rId5" Type="http://schemas.openxmlformats.org/officeDocument/2006/relationships/image" Target="../media/image72.png"/><Relationship Id="rId4" Type="http://schemas.openxmlformats.org/officeDocument/2006/relationships/image" Target="../media/image71.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image" Target="../media/image74.png"/><Relationship Id="rId7" Type="http://schemas.openxmlformats.org/officeDocument/2006/relationships/image" Target="../media/image80.png"/><Relationship Id="rId2" Type="http://schemas.openxmlformats.org/officeDocument/2006/relationships/image" Target="../media/image77.svg"/><Relationship Id="rId1" Type="http://schemas.openxmlformats.org/officeDocument/2006/relationships/image" Target="../media/image76.png"/><Relationship Id="rId6" Type="http://schemas.openxmlformats.org/officeDocument/2006/relationships/image" Target="../media/image79.svg"/><Relationship Id="rId5" Type="http://schemas.openxmlformats.org/officeDocument/2006/relationships/image" Target="../media/image78.png"/><Relationship Id="rId4" Type="http://schemas.openxmlformats.org/officeDocument/2006/relationships/image" Target="../media/image75.svg"/></Relationships>
</file>

<file path=ppt/diagrams/_rels/drawing14.xml.rels><?xml version="1.0" encoding="UTF-8" standalone="yes"?>
<Relationships xmlns="http://schemas.openxmlformats.org/package/2006/relationships"><Relationship Id="rId8" Type="http://schemas.openxmlformats.org/officeDocument/2006/relationships/image" Target="../media/image89.svg"/><Relationship Id="rId3" Type="http://schemas.openxmlformats.org/officeDocument/2006/relationships/image" Target="../media/image84.png"/><Relationship Id="rId7" Type="http://schemas.openxmlformats.org/officeDocument/2006/relationships/image" Target="../media/image88.png"/><Relationship Id="rId12" Type="http://schemas.openxmlformats.org/officeDocument/2006/relationships/image" Target="../media/image79.svg"/><Relationship Id="rId2" Type="http://schemas.openxmlformats.org/officeDocument/2006/relationships/image" Target="../media/image83.svg"/><Relationship Id="rId1" Type="http://schemas.openxmlformats.org/officeDocument/2006/relationships/image" Target="../media/image82.png"/><Relationship Id="rId6" Type="http://schemas.openxmlformats.org/officeDocument/2006/relationships/image" Target="../media/image87.svg"/><Relationship Id="rId11" Type="http://schemas.openxmlformats.org/officeDocument/2006/relationships/image" Target="../media/image78.png"/><Relationship Id="rId5" Type="http://schemas.openxmlformats.org/officeDocument/2006/relationships/image" Target="../media/image86.png"/><Relationship Id="rId10" Type="http://schemas.openxmlformats.org/officeDocument/2006/relationships/image" Target="../media/image91.svg"/><Relationship Id="rId4" Type="http://schemas.openxmlformats.org/officeDocument/2006/relationships/image" Target="../media/image85.svg"/><Relationship Id="rId9" Type="http://schemas.openxmlformats.org/officeDocument/2006/relationships/image" Target="../media/image90.png"/></Relationships>
</file>

<file path=ppt/diagrams/_rels/drawing15.xml.rels><?xml version="1.0" encoding="UTF-8" standalone="yes"?>
<Relationships xmlns="http://schemas.openxmlformats.org/package/2006/relationships"><Relationship Id="rId8" Type="http://schemas.openxmlformats.org/officeDocument/2006/relationships/image" Target="../media/image99.svg"/><Relationship Id="rId13" Type="http://schemas.openxmlformats.org/officeDocument/2006/relationships/image" Target="../media/image104.png"/><Relationship Id="rId3" Type="http://schemas.openxmlformats.org/officeDocument/2006/relationships/image" Target="../media/image94.png"/><Relationship Id="rId7" Type="http://schemas.openxmlformats.org/officeDocument/2006/relationships/image" Target="../media/image98.png"/><Relationship Id="rId12" Type="http://schemas.openxmlformats.org/officeDocument/2006/relationships/image" Target="../media/image103.svg"/><Relationship Id="rId2" Type="http://schemas.openxmlformats.org/officeDocument/2006/relationships/image" Target="../media/image93.svg"/><Relationship Id="rId1" Type="http://schemas.openxmlformats.org/officeDocument/2006/relationships/image" Target="../media/image92.png"/><Relationship Id="rId6" Type="http://schemas.openxmlformats.org/officeDocument/2006/relationships/image" Target="../media/image97.svg"/><Relationship Id="rId11" Type="http://schemas.openxmlformats.org/officeDocument/2006/relationships/image" Target="../media/image102.png"/><Relationship Id="rId5" Type="http://schemas.openxmlformats.org/officeDocument/2006/relationships/image" Target="../media/image96.png"/><Relationship Id="rId10" Type="http://schemas.openxmlformats.org/officeDocument/2006/relationships/image" Target="../media/image101.svg"/><Relationship Id="rId4" Type="http://schemas.openxmlformats.org/officeDocument/2006/relationships/image" Target="../media/image95.svg"/><Relationship Id="rId9" Type="http://schemas.openxmlformats.org/officeDocument/2006/relationships/image" Target="../media/image100.png"/><Relationship Id="rId14" Type="http://schemas.openxmlformats.org/officeDocument/2006/relationships/image" Target="../media/image105.svg"/></Relationships>
</file>

<file path=ppt/diagrams/_rels/drawing17.xml.rels><?xml version="1.0" encoding="UTF-8" standalone="yes"?>
<Relationships xmlns="http://schemas.openxmlformats.org/package/2006/relationships"><Relationship Id="rId8" Type="http://schemas.openxmlformats.org/officeDocument/2006/relationships/image" Target="../media/image116.svg"/><Relationship Id="rId3" Type="http://schemas.openxmlformats.org/officeDocument/2006/relationships/image" Target="../media/image100.png"/><Relationship Id="rId7" Type="http://schemas.openxmlformats.org/officeDocument/2006/relationships/image" Target="../media/image115.png"/><Relationship Id="rId2" Type="http://schemas.openxmlformats.org/officeDocument/2006/relationships/image" Target="../media/image112.svg"/><Relationship Id="rId1" Type="http://schemas.openxmlformats.org/officeDocument/2006/relationships/image" Target="../media/image111.png"/><Relationship Id="rId6" Type="http://schemas.openxmlformats.org/officeDocument/2006/relationships/image" Target="../media/image114.svg"/><Relationship Id="rId5" Type="http://schemas.openxmlformats.org/officeDocument/2006/relationships/image" Target="../media/image113.png"/><Relationship Id="rId10" Type="http://schemas.openxmlformats.org/officeDocument/2006/relationships/image" Target="../media/image118.svg"/><Relationship Id="rId4" Type="http://schemas.openxmlformats.org/officeDocument/2006/relationships/image" Target="../media/image101.svg"/><Relationship Id="rId9" Type="http://schemas.openxmlformats.org/officeDocument/2006/relationships/image" Target="../media/image117.png"/></Relationships>
</file>

<file path=ppt/diagrams/_rels/drawing18.xml.rels><?xml version="1.0" encoding="UTF-8" standalone="yes"?>
<Relationships xmlns="http://schemas.openxmlformats.org/package/2006/relationships"><Relationship Id="rId8" Type="http://schemas.openxmlformats.org/officeDocument/2006/relationships/image" Target="../media/image123.svg"/><Relationship Id="rId3" Type="http://schemas.openxmlformats.org/officeDocument/2006/relationships/image" Target="../media/image120.png"/><Relationship Id="rId7" Type="http://schemas.openxmlformats.org/officeDocument/2006/relationships/image" Target="../media/image72.png"/><Relationship Id="rId2" Type="http://schemas.openxmlformats.org/officeDocument/2006/relationships/image" Target="../media/image119.svg"/><Relationship Id="rId1" Type="http://schemas.openxmlformats.org/officeDocument/2006/relationships/image" Target="../media/image70.png"/><Relationship Id="rId6" Type="http://schemas.openxmlformats.org/officeDocument/2006/relationships/image" Target="../media/image122.svg"/><Relationship Id="rId5" Type="http://schemas.openxmlformats.org/officeDocument/2006/relationships/image" Target="../media/image90.png"/><Relationship Id="rId10" Type="http://schemas.openxmlformats.org/officeDocument/2006/relationships/image" Target="../media/image124.svg"/><Relationship Id="rId4" Type="http://schemas.openxmlformats.org/officeDocument/2006/relationships/image" Target="../media/image121.svg"/><Relationship Id="rId9" Type="http://schemas.openxmlformats.org/officeDocument/2006/relationships/image" Target="../media/image74.png"/></Relationships>
</file>

<file path=ppt/diagrams/_rels/drawing20.xml.rels><?xml version="1.0" encoding="UTF-8" standalone="yes"?>
<Relationships xmlns="http://schemas.openxmlformats.org/package/2006/relationships"><Relationship Id="rId8" Type="http://schemas.openxmlformats.org/officeDocument/2006/relationships/image" Target="../media/image130.svg"/><Relationship Id="rId3" Type="http://schemas.openxmlformats.org/officeDocument/2006/relationships/image" Target="../media/image74.png"/><Relationship Id="rId7" Type="http://schemas.openxmlformats.org/officeDocument/2006/relationships/image" Target="../media/image129.png"/><Relationship Id="rId2" Type="http://schemas.openxmlformats.org/officeDocument/2006/relationships/image" Target="../media/image128.svg"/><Relationship Id="rId1" Type="http://schemas.openxmlformats.org/officeDocument/2006/relationships/image" Target="../media/image127.png"/><Relationship Id="rId6" Type="http://schemas.openxmlformats.org/officeDocument/2006/relationships/image" Target="../media/image91.svg"/><Relationship Id="rId5" Type="http://schemas.openxmlformats.org/officeDocument/2006/relationships/image" Target="../media/image90.png"/><Relationship Id="rId4" Type="http://schemas.openxmlformats.org/officeDocument/2006/relationships/image" Target="../media/image75.svg"/></Relationships>
</file>

<file path=ppt/diagrams/_rels/drawing21.xml.rels><?xml version="1.0" encoding="UTF-8" standalone="yes"?>
<Relationships xmlns="http://schemas.openxmlformats.org/package/2006/relationships"><Relationship Id="rId8" Type="http://schemas.openxmlformats.org/officeDocument/2006/relationships/image" Target="../media/image138.svg"/><Relationship Id="rId3" Type="http://schemas.openxmlformats.org/officeDocument/2006/relationships/image" Target="../media/image133.png"/><Relationship Id="rId7" Type="http://schemas.openxmlformats.org/officeDocument/2006/relationships/image" Target="../media/image137.png"/><Relationship Id="rId12" Type="http://schemas.openxmlformats.org/officeDocument/2006/relationships/image" Target="../media/image79.svg"/><Relationship Id="rId2" Type="http://schemas.openxmlformats.org/officeDocument/2006/relationships/image" Target="../media/image132.svg"/><Relationship Id="rId1" Type="http://schemas.openxmlformats.org/officeDocument/2006/relationships/image" Target="../media/image131.png"/><Relationship Id="rId6" Type="http://schemas.openxmlformats.org/officeDocument/2006/relationships/image" Target="../media/image136.svg"/><Relationship Id="rId11" Type="http://schemas.openxmlformats.org/officeDocument/2006/relationships/image" Target="../media/image78.png"/><Relationship Id="rId5" Type="http://schemas.openxmlformats.org/officeDocument/2006/relationships/image" Target="../media/image135.png"/><Relationship Id="rId10" Type="http://schemas.openxmlformats.org/officeDocument/2006/relationships/image" Target="../media/image140.svg"/><Relationship Id="rId4" Type="http://schemas.openxmlformats.org/officeDocument/2006/relationships/image" Target="../media/image134.svg"/><Relationship Id="rId9" Type="http://schemas.openxmlformats.org/officeDocument/2006/relationships/image" Target="../media/image139.png"/></Relationships>
</file>

<file path=ppt/diagrams/_rels/drawing22.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image" Target="../media/image149.jpeg"/><Relationship Id="rId1" Type="http://schemas.openxmlformats.org/officeDocument/2006/relationships/image" Target="../media/image148.jpeg"/><Relationship Id="rId4" Type="http://schemas.openxmlformats.org/officeDocument/2006/relationships/image" Target="../media/image151.jpeg"/></Relationships>
</file>

<file path=ppt/diagrams/_rels/drawing24.xml.rels><?xml version="1.0" encoding="UTF-8" standalone="yes"?>
<Relationships xmlns="http://schemas.openxmlformats.org/package/2006/relationships"><Relationship Id="rId8" Type="http://schemas.openxmlformats.org/officeDocument/2006/relationships/image" Target="../media/image153.svg"/><Relationship Id="rId3" Type="http://schemas.openxmlformats.org/officeDocument/2006/relationships/image" Target="../media/image72.png"/><Relationship Id="rId7" Type="http://schemas.openxmlformats.org/officeDocument/2006/relationships/image" Target="../media/image152.png"/><Relationship Id="rId2" Type="http://schemas.openxmlformats.org/officeDocument/2006/relationships/image" Target="../media/image75.svg"/><Relationship Id="rId1" Type="http://schemas.openxmlformats.org/officeDocument/2006/relationships/image" Target="../media/image74.png"/><Relationship Id="rId6" Type="http://schemas.openxmlformats.org/officeDocument/2006/relationships/image" Target="../media/image89.svg"/><Relationship Id="rId5" Type="http://schemas.openxmlformats.org/officeDocument/2006/relationships/image" Target="../media/image88.png"/><Relationship Id="rId10" Type="http://schemas.openxmlformats.org/officeDocument/2006/relationships/image" Target="../media/image155.svg"/><Relationship Id="rId4" Type="http://schemas.openxmlformats.org/officeDocument/2006/relationships/image" Target="../media/image73.svg"/><Relationship Id="rId9" Type="http://schemas.openxmlformats.org/officeDocument/2006/relationships/image" Target="../media/image154.png"/></Relationships>
</file>

<file path=ppt/diagrams/_rels/drawing26.xml.rels><?xml version="1.0" encoding="UTF-8" standalone="yes"?>
<Relationships xmlns="http://schemas.openxmlformats.org/package/2006/relationships"><Relationship Id="rId8" Type="http://schemas.openxmlformats.org/officeDocument/2006/relationships/image" Target="../media/image163.svg"/><Relationship Id="rId3" Type="http://schemas.openxmlformats.org/officeDocument/2006/relationships/image" Target="../media/image158.png"/><Relationship Id="rId7" Type="http://schemas.openxmlformats.org/officeDocument/2006/relationships/image" Target="../media/image162.png"/><Relationship Id="rId2" Type="http://schemas.openxmlformats.org/officeDocument/2006/relationships/image" Target="../media/image157.svg"/><Relationship Id="rId1" Type="http://schemas.openxmlformats.org/officeDocument/2006/relationships/image" Target="../media/image156.png"/><Relationship Id="rId6" Type="http://schemas.openxmlformats.org/officeDocument/2006/relationships/image" Target="../media/image161.svg"/><Relationship Id="rId5" Type="http://schemas.openxmlformats.org/officeDocument/2006/relationships/image" Target="../media/image160.png"/><Relationship Id="rId10" Type="http://schemas.openxmlformats.org/officeDocument/2006/relationships/image" Target="../media/image165.svg"/><Relationship Id="rId4" Type="http://schemas.openxmlformats.org/officeDocument/2006/relationships/image" Target="../media/image159.svg"/><Relationship Id="rId9" Type="http://schemas.openxmlformats.org/officeDocument/2006/relationships/image" Target="../media/image164.png"/></Relationships>
</file>

<file path=ppt/diagrams/_rels/drawing27.xml.rels><?xml version="1.0" encoding="UTF-8" standalone="yes"?>
<Relationships xmlns="http://schemas.openxmlformats.org/package/2006/relationships"><Relationship Id="rId8" Type="http://schemas.openxmlformats.org/officeDocument/2006/relationships/image" Target="../media/image176.svg"/><Relationship Id="rId13" Type="http://schemas.openxmlformats.org/officeDocument/2006/relationships/image" Target="../media/image181.png"/><Relationship Id="rId3" Type="http://schemas.openxmlformats.org/officeDocument/2006/relationships/image" Target="../media/image171.png"/><Relationship Id="rId7" Type="http://schemas.openxmlformats.org/officeDocument/2006/relationships/image" Target="../media/image175.png"/><Relationship Id="rId12" Type="http://schemas.openxmlformats.org/officeDocument/2006/relationships/image" Target="../media/image180.svg"/><Relationship Id="rId2" Type="http://schemas.openxmlformats.org/officeDocument/2006/relationships/image" Target="../media/image170.svg"/><Relationship Id="rId1" Type="http://schemas.openxmlformats.org/officeDocument/2006/relationships/image" Target="../media/image169.png"/><Relationship Id="rId6" Type="http://schemas.openxmlformats.org/officeDocument/2006/relationships/image" Target="../media/image174.svg"/><Relationship Id="rId11" Type="http://schemas.openxmlformats.org/officeDocument/2006/relationships/image" Target="../media/image179.png"/><Relationship Id="rId5" Type="http://schemas.openxmlformats.org/officeDocument/2006/relationships/image" Target="../media/image173.png"/><Relationship Id="rId10" Type="http://schemas.openxmlformats.org/officeDocument/2006/relationships/image" Target="../media/image178.svg"/><Relationship Id="rId4" Type="http://schemas.openxmlformats.org/officeDocument/2006/relationships/image" Target="../media/image172.svg"/><Relationship Id="rId9" Type="http://schemas.openxmlformats.org/officeDocument/2006/relationships/image" Target="../media/image177.png"/><Relationship Id="rId14" Type="http://schemas.openxmlformats.org/officeDocument/2006/relationships/image" Target="../media/image18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icontext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226E8B-F849-47CB-BD61-A87CACB0932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C86BE6D-1918-4CA5-BC57-1D3CAA2F3938}">
      <dgm:prSet/>
      <dgm:spPr/>
      <dgm:t>
        <a:bodyPr/>
        <a:lstStyle/>
        <a:p>
          <a:r>
            <a:rPr lang="es-AR" b="0" i="0" baseline="0" dirty="0"/>
            <a:t>¿Qué empresa cambió completamente una industria en los últimos 15 años?</a:t>
          </a:r>
          <a:endParaRPr lang="en-US" dirty="0"/>
        </a:p>
      </dgm:t>
    </dgm:pt>
    <dgm:pt modelId="{353A4A48-795D-4D8C-B9C2-E3ADD2967CF8}" type="parTrans" cxnId="{B519E46A-B9EE-4308-846B-A69622271E0C}">
      <dgm:prSet/>
      <dgm:spPr/>
      <dgm:t>
        <a:bodyPr/>
        <a:lstStyle/>
        <a:p>
          <a:endParaRPr lang="en-US"/>
        </a:p>
      </dgm:t>
    </dgm:pt>
    <dgm:pt modelId="{591F75E8-DE71-4E15-A74E-51EA4F38B161}" type="sibTrans" cxnId="{B519E46A-B9EE-4308-846B-A69622271E0C}">
      <dgm:prSet/>
      <dgm:spPr/>
      <dgm:t>
        <a:bodyPr/>
        <a:lstStyle/>
        <a:p>
          <a:endParaRPr lang="en-US"/>
        </a:p>
      </dgm:t>
    </dgm:pt>
    <dgm:pt modelId="{63F23F83-8BAF-4C87-8E25-BFD62DD370AA}">
      <dgm:prSet/>
      <dgm:spPr/>
      <dgm:t>
        <a:bodyPr/>
        <a:lstStyle/>
        <a:p>
          <a:r>
            <a:rPr lang="es-AR" b="0" i="0" baseline="0"/>
            <a:t>¿Qué tecnología creen que está cambiando más rápido el mundo hoy?</a:t>
          </a:r>
          <a:endParaRPr lang="en-US"/>
        </a:p>
      </dgm:t>
    </dgm:pt>
    <dgm:pt modelId="{02969265-8AA3-4D06-A311-563D7DC4F61E}" type="parTrans" cxnId="{C35C1651-4CE6-43FE-BF56-C25A9BC4AEEA}">
      <dgm:prSet/>
      <dgm:spPr/>
      <dgm:t>
        <a:bodyPr/>
        <a:lstStyle/>
        <a:p>
          <a:endParaRPr lang="en-US"/>
        </a:p>
      </dgm:t>
    </dgm:pt>
    <dgm:pt modelId="{06B50B36-B6D7-4A2B-BCED-98C1F1FBF91F}" type="sibTrans" cxnId="{C35C1651-4CE6-43FE-BF56-C25A9BC4AEEA}">
      <dgm:prSet/>
      <dgm:spPr/>
      <dgm:t>
        <a:bodyPr/>
        <a:lstStyle/>
        <a:p>
          <a:endParaRPr lang="en-US"/>
        </a:p>
      </dgm:t>
    </dgm:pt>
    <dgm:pt modelId="{BAEB4FF1-EA8A-40EE-A3F7-01C20064F483}" type="pres">
      <dgm:prSet presAssocID="{2E226E8B-F849-47CB-BD61-A87CACB09325}" presName="root" presStyleCnt="0">
        <dgm:presLayoutVars>
          <dgm:dir/>
          <dgm:resizeHandles val="exact"/>
        </dgm:presLayoutVars>
      </dgm:prSet>
      <dgm:spPr/>
    </dgm:pt>
    <dgm:pt modelId="{6D059A73-1FB1-40D3-96B5-DF79BAC5798D}" type="pres">
      <dgm:prSet presAssocID="{7C86BE6D-1918-4CA5-BC57-1D3CAA2F3938}" presName="compNode" presStyleCnt="0"/>
      <dgm:spPr/>
    </dgm:pt>
    <dgm:pt modelId="{23BA0ADE-280E-4D8A-9D5F-932E911109F6}" type="pres">
      <dgm:prSet presAssocID="{7C86BE6D-1918-4CA5-BC57-1D3CAA2F3938}" presName="bgRect" presStyleLbl="bgShp" presStyleIdx="0" presStyleCnt="2"/>
      <dgm:spPr>
        <a:gradFill rotWithShape="0">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gradFill>
      </dgm:spPr>
    </dgm:pt>
    <dgm:pt modelId="{B4E8EF85-8B1F-4F9B-AF87-26126CFC902F}" type="pres">
      <dgm:prSet presAssocID="{7C86BE6D-1918-4CA5-BC57-1D3CAA2F393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60995A6F-5B4D-42BD-8C5E-E573478F8EED}" type="pres">
      <dgm:prSet presAssocID="{7C86BE6D-1918-4CA5-BC57-1D3CAA2F3938}" presName="spaceRect" presStyleCnt="0"/>
      <dgm:spPr/>
    </dgm:pt>
    <dgm:pt modelId="{6D5B9F67-EA13-4077-ABF6-F95F3D0E7019}" type="pres">
      <dgm:prSet presAssocID="{7C86BE6D-1918-4CA5-BC57-1D3CAA2F3938}" presName="parTx" presStyleLbl="revTx" presStyleIdx="0" presStyleCnt="2">
        <dgm:presLayoutVars>
          <dgm:chMax val="0"/>
          <dgm:chPref val="0"/>
        </dgm:presLayoutVars>
      </dgm:prSet>
      <dgm:spPr/>
    </dgm:pt>
    <dgm:pt modelId="{FA399956-7A9F-4E40-B5C2-F8A56DBB410D}" type="pres">
      <dgm:prSet presAssocID="{591F75E8-DE71-4E15-A74E-51EA4F38B161}" presName="sibTrans" presStyleCnt="0"/>
      <dgm:spPr/>
    </dgm:pt>
    <dgm:pt modelId="{503A4512-CB7E-473B-8290-D49B16FDCDE8}" type="pres">
      <dgm:prSet presAssocID="{63F23F83-8BAF-4C87-8E25-BFD62DD370AA}" presName="compNode" presStyleCnt="0"/>
      <dgm:spPr/>
    </dgm:pt>
    <dgm:pt modelId="{65220F95-DC85-4B65-AB5B-C303B832F2A4}" type="pres">
      <dgm:prSet presAssocID="{63F23F83-8BAF-4C87-8E25-BFD62DD370AA}" presName="bgRect" presStyleLbl="bgShp" presStyleIdx="1" presStyleCnt="2"/>
      <dgm:spPr>
        <a:gradFill rotWithShape="0">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gradFill>
      </dgm:spPr>
    </dgm:pt>
    <dgm:pt modelId="{E3BDBF08-1E06-49E6-AB8F-CAF6A8640D9D}" type="pres">
      <dgm:prSet presAssocID="{63F23F83-8BAF-4C87-8E25-BFD62DD370A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reless router"/>
        </a:ext>
      </dgm:extLst>
    </dgm:pt>
    <dgm:pt modelId="{2E6477E1-C573-461F-AEC4-ACCEFB2C33C8}" type="pres">
      <dgm:prSet presAssocID="{63F23F83-8BAF-4C87-8E25-BFD62DD370AA}" presName="spaceRect" presStyleCnt="0"/>
      <dgm:spPr/>
    </dgm:pt>
    <dgm:pt modelId="{1BA0DD40-5A1D-4A8E-9019-E00B76232737}" type="pres">
      <dgm:prSet presAssocID="{63F23F83-8BAF-4C87-8E25-BFD62DD370AA}" presName="parTx" presStyleLbl="revTx" presStyleIdx="1" presStyleCnt="2">
        <dgm:presLayoutVars>
          <dgm:chMax val="0"/>
          <dgm:chPref val="0"/>
        </dgm:presLayoutVars>
      </dgm:prSet>
      <dgm:spPr/>
    </dgm:pt>
  </dgm:ptLst>
  <dgm:cxnLst>
    <dgm:cxn modelId="{1D50A902-37C2-4D50-B183-25F8079127A9}" type="presOf" srcId="{7C86BE6D-1918-4CA5-BC57-1D3CAA2F3938}" destId="{6D5B9F67-EA13-4077-ABF6-F95F3D0E7019}" srcOrd="0" destOrd="0" presId="urn:microsoft.com/office/officeart/2018/2/layout/IconVerticalSolidList"/>
    <dgm:cxn modelId="{8ED59709-88CC-4740-9905-19C3C26254F4}" type="presOf" srcId="{63F23F83-8BAF-4C87-8E25-BFD62DD370AA}" destId="{1BA0DD40-5A1D-4A8E-9019-E00B76232737}" srcOrd="0" destOrd="0" presId="urn:microsoft.com/office/officeart/2018/2/layout/IconVerticalSolidList"/>
    <dgm:cxn modelId="{B519E46A-B9EE-4308-846B-A69622271E0C}" srcId="{2E226E8B-F849-47CB-BD61-A87CACB09325}" destId="{7C86BE6D-1918-4CA5-BC57-1D3CAA2F3938}" srcOrd="0" destOrd="0" parTransId="{353A4A48-795D-4D8C-B9C2-E3ADD2967CF8}" sibTransId="{591F75E8-DE71-4E15-A74E-51EA4F38B161}"/>
    <dgm:cxn modelId="{C35C1651-4CE6-43FE-BF56-C25A9BC4AEEA}" srcId="{2E226E8B-F849-47CB-BD61-A87CACB09325}" destId="{63F23F83-8BAF-4C87-8E25-BFD62DD370AA}" srcOrd="1" destOrd="0" parTransId="{02969265-8AA3-4D06-A311-563D7DC4F61E}" sibTransId="{06B50B36-B6D7-4A2B-BCED-98C1F1FBF91F}"/>
    <dgm:cxn modelId="{4E842AF6-D0D0-40D2-A860-CEBF8B1DFE28}" type="presOf" srcId="{2E226E8B-F849-47CB-BD61-A87CACB09325}" destId="{BAEB4FF1-EA8A-40EE-A3F7-01C20064F483}" srcOrd="0" destOrd="0" presId="urn:microsoft.com/office/officeart/2018/2/layout/IconVerticalSolidList"/>
    <dgm:cxn modelId="{8619D907-1080-455B-BAB3-BA3041B63793}" type="presParOf" srcId="{BAEB4FF1-EA8A-40EE-A3F7-01C20064F483}" destId="{6D059A73-1FB1-40D3-96B5-DF79BAC5798D}" srcOrd="0" destOrd="0" presId="urn:microsoft.com/office/officeart/2018/2/layout/IconVerticalSolidList"/>
    <dgm:cxn modelId="{6B6D0665-349E-4D8D-9CBA-EA92C0C1418F}" type="presParOf" srcId="{6D059A73-1FB1-40D3-96B5-DF79BAC5798D}" destId="{23BA0ADE-280E-4D8A-9D5F-932E911109F6}" srcOrd="0" destOrd="0" presId="urn:microsoft.com/office/officeart/2018/2/layout/IconVerticalSolidList"/>
    <dgm:cxn modelId="{FC75A9B3-0FE7-489F-A2C1-4054A25F14E4}" type="presParOf" srcId="{6D059A73-1FB1-40D3-96B5-DF79BAC5798D}" destId="{B4E8EF85-8B1F-4F9B-AF87-26126CFC902F}" srcOrd="1" destOrd="0" presId="urn:microsoft.com/office/officeart/2018/2/layout/IconVerticalSolidList"/>
    <dgm:cxn modelId="{EB0F6827-B84B-4E79-8793-708B62526CD3}" type="presParOf" srcId="{6D059A73-1FB1-40D3-96B5-DF79BAC5798D}" destId="{60995A6F-5B4D-42BD-8C5E-E573478F8EED}" srcOrd="2" destOrd="0" presId="urn:microsoft.com/office/officeart/2018/2/layout/IconVerticalSolidList"/>
    <dgm:cxn modelId="{50D6FCDA-B505-414A-9E26-E744EA8398A1}" type="presParOf" srcId="{6D059A73-1FB1-40D3-96B5-DF79BAC5798D}" destId="{6D5B9F67-EA13-4077-ABF6-F95F3D0E7019}" srcOrd="3" destOrd="0" presId="urn:microsoft.com/office/officeart/2018/2/layout/IconVerticalSolidList"/>
    <dgm:cxn modelId="{18FC05F8-7E9C-494B-AB78-150988774F1C}" type="presParOf" srcId="{BAEB4FF1-EA8A-40EE-A3F7-01C20064F483}" destId="{FA399956-7A9F-4E40-B5C2-F8A56DBB410D}" srcOrd="1" destOrd="0" presId="urn:microsoft.com/office/officeart/2018/2/layout/IconVerticalSolidList"/>
    <dgm:cxn modelId="{E0E1E2F5-B4DD-458F-BBC3-50591EEA41C5}" type="presParOf" srcId="{BAEB4FF1-EA8A-40EE-A3F7-01C20064F483}" destId="{503A4512-CB7E-473B-8290-D49B16FDCDE8}" srcOrd="2" destOrd="0" presId="urn:microsoft.com/office/officeart/2018/2/layout/IconVerticalSolidList"/>
    <dgm:cxn modelId="{D083AB03-6F1F-40D4-936E-28977FA3578E}" type="presParOf" srcId="{503A4512-CB7E-473B-8290-D49B16FDCDE8}" destId="{65220F95-DC85-4B65-AB5B-C303B832F2A4}" srcOrd="0" destOrd="0" presId="urn:microsoft.com/office/officeart/2018/2/layout/IconVerticalSolidList"/>
    <dgm:cxn modelId="{46D5D846-4914-4E9E-BA2A-EABC127F049D}" type="presParOf" srcId="{503A4512-CB7E-473B-8290-D49B16FDCDE8}" destId="{E3BDBF08-1E06-49E6-AB8F-CAF6A8640D9D}" srcOrd="1" destOrd="0" presId="urn:microsoft.com/office/officeart/2018/2/layout/IconVerticalSolidList"/>
    <dgm:cxn modelId="{FEB8E83C-FFCE-4A6A-B361-2DF127D1BDBA}" type="presParOf" srcId="{503A4512-CB7E-473B-8290-D49B16FDCDE8}" destId="{2E6477E1-C573-461F-AEC4-ACCEFB2C33C8}" srcOrd="2" destOrd="0" presId="urn:microsoft.com/office/officeart/2018/2/layout/IconVerticalSolidList"/>
    <dgm:cxn modelId="{CCB756F7-14DE-4A96-82FC-A3B1FF6DB222}" type="presParOf" srcId="{503A4512-CB7E-473B-8290-D49B16FDCDE8}" destId="{1BA0DD40-5A1D-4A8E-9019-E00B76232737}" srcOrd="3" destOrd="0" presId="urn:microsoft.com/office/officeart/2018/2/layout/IconVerticalSolid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120D3A-ED1D-4C40-92B4-5D8F7082EB71}"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5F1FF86D-A7B3-4F60-AE60-A63099DED386}">
      <dgm:prSet/>
      <dgm:spPr/>
      <dgm:t>
        <a:bodyPr/>
        <a:lstStyle/>
        <a:p>
          <a:pPr>
            <a:lnSpc>
              <a:spcPct val="100000"/>
            </a:lnSpc>
          </a:pPr>
          <a:r>
            <a:rPr lang="es-AR"/>
            <a:t>Tecnologías Disruptivas</a:t>
          </a:r>
          <a:endParaRPr lang="en-US"/>
        </a:p>
      </dgm:t>
    </dgm:pt>
    <dgm:pt modelId="{5714FBFB-3F7F-4198-A5AE-92EAC8AF24F7}" type="parTrans" cxnId="{4A5827A4-5460-4770-A8D7-4E1C23EC48D0}">
      <dgm:prSet/>
      <dgm:spPr/>
      <dgm:t>
        <a:bodyPr/>
        <a:lstStyle/>
        <a:p>
          <a:endParaRPr lang="en-US"/>
        </a:p>
      </dgm:t>
    </dgm:pt>
    <dgm:pt modelId="{47865A0B-0578-4202-B346-630AD5FA9E58}" type="sibTrans" cxnId="{4A5827A4-5460-4770-A8D7-4E1C23EC48D0}">
      <dgm:prSet/>
      <dgm:spPr/>
      <dgm:t>
        <a:bodyPr/>
        <a:lstStyle/>
        <a:p>
          <a:pPr>
            <a:lnSpc>
              <a:spcPct val="100000"/>
            </a:lnSpc>
          </a:pPr>
          <a:endParaRPr lang="en-US"/>
        </a:p>
      </dgm:t>
    </dgm:pt>
    <dgm:pt modelId="{9037B975-3079-4F5C-A91D-273D991537DA}">
      <dgm:prSet/>
      <dgm:spPr/>
      <dgm:t>
        <a:bodyPr/>
        <a:lstStyle/>
        <a:p>
          <a:pPr>
            <a:lnSpc>
              <a:spcPct val="100000"/>
            </a:lnSpc>
          </a:pPr>
          <a:r>
            <a:rPr lang="es-AR"/>
            <a:t>Bussines Intelligence</a:t>
          </a:r>
          <a:endParaRPr lang="en-US"/>
        </a:p>
      </dgm:t>
    </dgm:pt>
    <dgm:pt modelId="{27A1C759-0CA2-48A4-A640-FD52E2DAE059}" type="parTrans" cxnId="{F85C5658-B956-4036-9054-D7192B0E14BD}">
      <dgm:prSet/>
      <dgm:spPr/>
      <dgm:t>
        <a:bodyPr/>
        <a:lstStyle/>
        <a:p>
          <a:endParaRPr lang="en-US"/>
        </a:p>
      </dgm:t>
    </dgm:pt>
    <dgm:pt modelId="{2A2674B8-C7D6-4704-9CD1-5117270A84A3}" type="sibTrans" cxnId="{F85C5658-B956-4036-9054-D7192B0E14BD}">
      <dgm:prSet/>
      <dgm:spPr/>
      <dgm:t>
        <a:bodyPr/>
        <a:lstStyle/>
        <a:p>
          <a:pPr>
            <a:lnSpc>
              <a:spcPct val="100000"/>
            </a:lnSpc>
          </a:pPr>
          <a:endParaRPr lang="en-US"/>
        </a:p>
      </dgm:t>
    </dgm:pt>
    <dgm:pt modelId="{F41BEDC5-5710-42A8-A15E-FA08F5EF6C63}">
      <dgm:prSet/>
      <dgm:spPr/>
      <dgm:t>
        <a:bodyPr/>
        <a:lstStyle/>
        <a:p>
          <a:pPr>
            <a:lnSpc>
              <a:spcPct val="100000"/>
            </a:lnSpc>
          </a:pPr>
          <a:r>
            <a:rPr lang="es-AR"/>
            <a:t>Big Data</a:t>
          </a:r>
          <a:endParaRPr lang="en-US"/>
        </a:p>
      </dgm:t>
    </dgm:pt>
    <dgm:pt modelId="{3959489D-0EA3-4E50-9D64-F1377F157D5B}" type="parTrans" cxnId="{6DC01911-A3E6-4255-ABB5-253325409294}">
      <dgm:prSet/>
      <dgm:spPr/>
      <dgm:t>
        <a:bodyPr/>
        <a:lstStyle/>
        <a:p>
          <a:endParaRPr lang="en-US"/>
        </a:p>
      </dgm:t>
    </dgm:pt>
    <dgm:pt modelId="{8EC2BF86-4A3B-4F6B-9A37-CD4999E8F223}" type="sibTrans" cxnId="{6DC01911-A3E6-4255-ABB5-253325409294}">
      <dgm:prSet/>
      <dgm:spPr/>
      <dgm:t>
        <a:bodyPr/>
        <a:lstStyle/>
        <a:p>
          <a:pPr>
            <a:lnSpc>
              <a:spcPct val="100000"/>
            </a:lnSpc>
          </a:pPr>
          <a:endParaRPr lang="en-US"/>
        </a:p>
      </dgm:t>
    </dgm:pt>
    <dgm:pt modelId="{E3420D82-FACA-4E16-96F1-39D6FCD60F49}">
      <dgm:prSet/>
      <dgm:spPr/>
      <dgm:t>
        <a:bodyPr/>
        <a:lstStyle/>
        <a:p>
          <a:pPr>
            <a:lnSpc>
              <a:spcPct val="100000"/>
            </a:lnSpc>
          </a:pPr>
          <a:r>
            <a:rPr lang="es-AR"/>
            <a:t>Data Mining</a:t>
          </a:r>
          <a:endParaRPr lang="en-US"/>
        </a:p>
      </dgm:t>
    </dgm:pt>
    <dgm:pt modelId="{5503F29C-A82E-480E-BD3D-E38485D87C0E}" type="parTrans" cxnId="{7AF4D6A0-A298-4504-BD54-36A002304D98}">
      <dgm:prSet/>
      <dgm:spPr/>
      <dgm:t>
        <a:bodyPr/>
        <a:lstStyle/>
        <a:p>
          <a:endParaRPr lang="en-US"/>
        </a:p>
      </dgm:t>
    </dgm:pt>
    <dgm:pt modelId="{AC85EA4C-13D4-4EDA-9E36-416EAC48685C}" type="sibTrans" cxnId="{7AF4D6A0-A298-4504-BD54-36A002304D98}">
      <dgm:prSet/>
      <dgm:spPr/>
      <dgm:t>
        <a:bodyPr/>
        <a:lstStyle/>
        <a:p>
          <a:endParaRPr lang="en-US"/>
        </a:p>
      </dgm:t>
    </dgm:pt>
    <dgm:pt modelId="{114776C4-F9A9-4354-9FCF-7B675C536AAE}" type="pres">
      <dgm:prSet presAssocID="{32120D3A-ED1D-4C40-92B4-5D8F7082EB71}" presName="root" presStyleCnt="0">
        <dgm:presLayoutVars>
          <dgm:dir/>
          <dgm:resizeHandles val="exact"/>
        </dgm:presLayoutVars>
      </dgm:prSet>
      <dgm:spPr/>
    </dgm:pt>
    <dgm:pt modelId="{9B5BFA70-FE27-4E19-88E1-D79EBE7F00BC}" type="pres">
      <dgm:prSet presAssocID="{32120D3A-ED1D-4C40-92B4-5D8F7082EB71}" presName="container" presStyleCnt="0">
        <dgm:presLayoutVars>
          <dgm:dir/>
          <dgm:resizeHandles val="exact"/>
        </dgm:presLayoutVars>
      </dgm:prSet>
      <dgm:spPr/>
    </dgm:pt>
    <dgm:pt modelId="{5A638087-8FE2-49CB-BCF7-139D05EE21F7}" type="pres">
      <dgm:prSet presAssocID="{5F1FF86D-A7B3-4F60-AE60-A63099DED386}" presName="compNode" presStyleCnt="0"/>
      <dgm:spPr/>
    </dgm:pt>
    <dgm:pt modelId="{2EE118DA-CDD4-4A01-9B21-3554CA96BA87}" type="pres">
      <dgm:prSet presAssocID="{5F1FF86D-A7B3-4F60-AE60-A63099DED386}" presName="iconBgRect" presStyleLbl="bgShp" presStyleIdx="0" presStyleCnt="4"/>
      <dgm:spPr/>
    </dgm:pt>
    <dgm:pt modelId="{9A9AE315-0F57-4791-B676-95BD2D80DB88}" type="pres">
      <dgm:prSet presAssocID="{5F1FF86D-A7B3-4F60-AE60-A63099DED38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rdenador"/>
        </a:ext>
      </dgm:extLst>
    </dgm:pt>
    <dgm:pt modelId="{22672132-A322-490C-9379-EA147B5C78C6}" type="pres">
      <dgm:prSet presAssocID="{5F1FF86D-A7B3-4F60-AE60-A63099DED386}" presName="spaceRect" presStyleCnt="0"/>
      <dgm:spPr/>
    </dgm:pt>
    <dgm:pt modelId="{2BC90D15-A042-47E2-904F-0C0996CD370B}" type="pres">
      <dgm:prSet presAssocID="{5F1FF86D-A7B3-4F60-AE60-A63099DED386}" presName="textRect" presStyleLbl="revTx" presStyleIdx="0" presStyleCnt="4">
        <dgm:presLayoutVars>
          <dgm:chMax val="1"/>
          <dgm:chPref val="1"/>
        </dgm:presLayoutVars>
      </dgm:prSet>
      <dgm:spPr/>
    </dgm:pt>
    <dgm:pt modelId="{9CE757D0-2E11-4660-873F-534C909D0BE9}" type="pres">
      <dgm:prSet presAssocID="{47865A0B-0578-4202-B346-630AD5FA9E58}" presName="sibTrans" presStyleLbl="sibTrans2D1" presStyleIdx="0" presStyleCnt="0"/>
      <dgm:spPr/>
    </dgm:pt>
    <dgm:pt modelId="{C1DD621E-25B9-4A72-83CE-D910673F8311}" type="pres">
      <dgm:prSet presAssocID="{9037B975-3079-4F5C-A91D-273D991537DA}" presName="compNode" presStyleCnt="0"/>
      <dgm:spPr/>
    </dgm:pt>
    <dgm:pt modelId="{6962BABE-0AD9-4E3C-8BE1-28E205BDE773}" type="pres">
      <dgm:prSet presAssocID="{9037B975-3079-4F5C-A91D-273D991537DA}" presName="iconBgRect" presStyleLbl="bgShp" presStyleIdx="1" presStyleCnt="4"/>
      <dgm:spPr/>
    </dgm:pt>
    <dgm:pt modelId="{03E181D2-C87E-4A88-A49D-D6C7E3D2EFA1}" type="pres">
      <dgm:prSet presAssocID="{9037B975-3079-4F5C-A91D-273D991537D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6F6998B6-D473-4C3E-B25B-422FBCEAB87B}" type="pres">
      <dgm:prSet presAssocID="{9037B975-3079-4F5C-A91D-273D991537DA}" presName="spaceRect" presStyleCnt="0"/>
      <dgm:spPr/>
    </dgm:pt>
    <dgm:pt modelId="{2EEAD480-08E6-4A43-B253-8D8FB80AA981}" type="pres">
      <dgm:prSet presAssocID="{9037B975-3079-4F5C-A91D-273D991537DA}" presName="textRect" presStyleLbl="revTx" presStyleIdx="1" presStyleCnt="4">
        <dgm:presLayoutVars>
          <dgm:chMax val="1"/>
          <dgm:chPref val="1"/>
        </dgm:presLayoutVars>
      </dgm:prSet>
      <dgm:spPr/>
    </dgm:pt>
    <dgm:pt modelId="{B4A423FD-23EC-4911-80E4-F69EC489FA85}" type="pres">
      <dgm:prSet presAssocID="{2A2674B8-C7D6-4704-9CD1-5117270A84A3}" presName="sibTrans" presStyleLbl="sibTrans2D1" presStyleIdx="0" presStyleCnt="0"/>
      <dgm:spPr/>
    </dgm:pt>
    <dgm:pt modelId="{7A2F21AD-EAF0-4158-91C6-633042429E5F}" type="pres">
      <dgm:prSet presAssocID="{F41BEDC5-5710-42A8-A15E-FA08F5EF6C63}" presName="compNode" presStyleCnt="0"/>
      <dgm:spPr/>
    </dgm:pt>
    <dgm:pt modelId="{42951686-9647-4080-9CA7-9FC87B9E7028}" type="pres">
      <dgm:prSet presAssocID="{F41BEDC5-5710-42A8-A15E-FA08F5EF6C63}" presName="iconBgRect" presStyleLbl="bgShp" presStyleIdx="2" presStyleCnt="4"/>
      <dgm:spPr/>
    </dgm:pt>
    <dgm:pt modelId="{829287C1-ED10-44A8-A560-E79522D654BB}" type="pres">
      <dgm:prSet presAssocID="{F41BEDC5-5710-42A8-A15E-FA08F5EF6C6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se de datos"/>
        </a:ext>
      </dgm:extLst>
    </dgm:pt>
    <dgm:pt modelId="{7C93CD24-FFF4-4FC4-B032-13DC39C1FC3C}" type="pres">
      <dgm:prSet presAssocID="{F41BEDC5-5710-42A8-A15E-FA08F5EF6C63}" presName="spaceRect" presStyleCnt="0"/>
      <dgm:spPr/>
    </dgm:pt>
    <dgm:pt modelId="{93FEAB9B-E91E-408C-958D-EA73DF3159C3}" type="pres">
      <dgm:prSet presAssocID="{F41BEDC5-5710-42A8-A15E-FA08F5EF6C63}" presName="textRect" presStyleLbl="revTx" presStyleIdx="2" presStyleCnt="4">
        <dgm:presLayoutVars>
          <dgm:chMax val="1"/>
          <dgm:chPref val="1"/>
        </dgm:presLayoutVars>
      </dgm:prSet>
      <dgm:spPr/>
    </dgm:pt>
    <dgm:pt modelId="{6A104607-5932-4A6F-BDC9-6B5284065112}" type="pres">
      <dgm:prSet presAssocID="{8EC2BF86-4A3B-4F6B-9A37-CD4999E8F223}" presName="sibTrans" presStyleLbl="sibTrans2D1" presStyleIdx="0" presStyleCnt="0"/>
      <dgm:spPr/>
    </dgm:pt>
    <dgm:pt modelId="{A5D74438-E35F-4C4D-B475-7A8663D080F6}" type="pres">
      <dgm:prSet presAssocID="{E3420D82-FACA-4E16-96F1-39D6FCD60F49}" presName="compNode" presStyleCnt="0"/>
      <dgm:spPr/>
    </dgm:pt>
    <dgm:pt modelId="{6E5C5066-E272-4164-B745-4648EB97E23F}" type="pres">
      <dgm:prSet presAssocID="{E3420D82-FACA-4E16-96F1-39D6FCD60F49}" presName="iconBgRect" presStyleLbl="bgShp" presStyleIdx="3" presStyleCnt="4"/>
      <dgm:spPr/>
    </dgm:pt>
    <dgm:pt modelId="{FA32031A-A055-48D9-9B9B-9EFBA41853F6}" type="pres">
      <dgm:prSet presAssocID="{E3420D82-FACA-4E16-96F1-39D6FCD60F4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chart"/>
        </a:ext>
      </dgm:extLst>
    </dgm:pt>
    <dgm:pt modelId="{A473F45C-7997-4C6F-B6E2-9212990335DF}" type="pres">
      <dgm:prSet presAssocID="{E3420D82-FACA-4E16-96F1-39D6FCD60F49}" presName="spaceRect" presStyleCnt="0"/>
      <dgm:spPr/>
    </dgm:pt>
    <dgm:pt modelId="{7420C9B5-E380-4BFF-AB4D-3009C3AD7A4C}" type="pres">
      <dgm:prSet presAssocID="{E3420D82-FACA-4E16-96F1-39D6FCD60F49}" presName="textRect" presStyleLbl="revTx" presStyleIdx="3" presStyleCnt="4">
        <dgm:presLayoutVars>
          <dgm:chMax val="1"/>
          <dgm:chPref val="1"/>
        </dgm:presLayoutVars>
      </dgm:prSet>
      <dgm:spPr/>
    </dgm:pt>
  </dgm:ptLst>
  <dgm:cxnLst>
    <dgm:cxn modelId="{6DC01911-A3E6-4255-ABB5-253325409294}" srcId="{32120D3A-ED1D-4C40-92B4-5D8F7082EB71}" destId="{F41BEDC5-5710-42A8-A15E-FA08F5EF6C63}" srcOrd="2" destOrd="0" parTransId="{3959489D-0EA3-4E50-9D64-F1377F157D5B}" sibTransId="{8EC2BF86-4A3B-4F6B-9A37-CD4999E8F223}"/>
    <dgm:cxn modelId="{C2CF893E-E16E-4FAB-91DD-30239D4740DC}" type="presOf" srcId="{F41BEDC5-5710-42A8-A15E-FA08F5EF6C63}" destId="{93FEAB9B-E91E-408C-958D-EA73DF3159C3}" srcOrd="0" destOrd="0" presId="urn:microsoft.com/office/officeart/2018/2/layout/IconCircleList"/>
    <dgm:cxn modelId="{7E72E968-0167-4A66-8266-ED636C802930}" type="presOf" srcId="{5F1FF86D-A7B3-4F60-AE60-A63099DED386}" destId="{2BC90D15-A042-47E2-904F-0C0996CD370B}" srcOrd="0" destOrd="0" presId="urn:microsoft.com/office/officeart/2018/2/layout/IconCircleList"/>
    <dgm:cxn modelId="{F85C5658-B956-4036-9054-D7192B0E14BD}" srcId="{32120D3A-ED1D-4C40-92B4-5D8F7082EB71}" destId="{9037B975-3079-4F5C-A91D-273D991537DA}" srcOrd="1" destOrd="0" parTransId="{27A1C759-0CA2-48A4-A640-FD52E2DAE059}" sibTransId="{2A2674B8-C7D6-4704-9CD1-5117270A84A3}"/>
    <dgm:cxn modelId="{C66CF896-6B55-4CF3-8DC2-0A529000121E}" type="presOf" srcId="{32120D3A-ED1D-4C40-92B4-5D8F7082EB71}" destId="{114776C4-F9A9-4354-9FCF-7B675C536AAE}" srcOrd="0" destOrd="0" presId="urn:microsoft.com/office/officeart/2018/2/layout/IconCircleList"/>
    <dgm:cxn modelId="{8EAE5399-24A2-45C6-8700-5A16FB712CF1}" type="presOf" srcId="{E3420D82-FACA-4E16-96F1-39D6FCD60F49}" destId="{7420C9B5-E380-4BFF-AB4D-3009C3AD7A4C}" srcOrd="0" destOrd="0" presId="urn:microsoft.com/office/officeart/2018/2/layout/IconCircleList"/>
    <dgm:cxn modelId="{7AF4D6A0-A298-4504-BD54-36A002304D98}" srcId="{32120D3A-ED1D-4C40-92B4-5D8F7082EB71}" destId="{E3420D82-FACA-4E16-96F1-39D6FCD60F49}" srcOrd="3" destOrd="0" parTransId="{5503F29C-A82E-480E-BD3D-E38485D87C0E}" sibTransId="{AC85EA4C-13D4-4EDA-9E36-416EAC48685C}"/>
    <dgm:cxn modelId="{4A5827A4-5460-4770-A8D7-4E1C23EC48D0}" srcId="{32120D3A-ED1D-4C40-92B4-5D8F7082EB71}" destId="{5F1FF86D-A7B3-4F60-AE60-A63099DED386}" srcOrd="0" destOrd="0" parTransId="{5714FBFB-3F7F-4198-A5AE-92EAC8AF24F7}" sibTransId="{47865A0B-0578-4202-B346-630AD5FA9E58}"/>
    <dgm:cxn modelId="{0BA9E3AC-2C42-41C4-984F-5172B9E0B5F7}" type="presOf" srcId="{9037B975-3079-4F5C-A91D-273D991537DA}" destId="{2EEAD480-08E6-4A43-B253-8D8FB80AA981}" srcOrd="0" destOrd="0" presId="urn:microsoft.com/office/officeart/2018/2/layout/IconCircleList"/>
    <dgm:cxn modelId="{3854EDCC-0DC0-4276-AC6A-6EBEBE1792B0}" type="presOf" srcId="{2A2674B8-C7D6-4704-9CD1-5117270A84A3}" destId="{B4A423FD-23EC-4911-80E4-F69EC489FA85}" srcOrd="0" destOrd="0" presId="urn:microsoft.com/office/officeart/2018/2/layout/IconCircleList"/>
    <dgm:cxn modelId="{B22C90D6-D545-4984-A743-8C59B31C1563}" type="presOf" srcId="{47865A0B-0578-4202-B346-630AD5FA9E58}" destId="{9CE757D0-2E11-4660-873F-534C909D0BE9}" srcOrd="0" destOrd="0" presId="urn:microsoft.com/office/officeart/2018/2/layout/IconCircleList"/>
    <dgm:cxn modelId="{43E401F6-83AB-4937-BA25-0392981550B9}" type="presOf" srcId="{8EC2BF86-4A3B-4F6B-9A37-CD4999E8F223}" destId="{6A104607-5932-4A6F-BDC9-6B5284065112}" srcOrd="0" destOrd="0" presId="urn:microsoft.com/office/officeart/2018/2/layout/IconCircleList"/>
    <dgm:cxn modelId="{FBC6FA3C-1B43-438F-A6A4-756F02F90ED8}" type="presParOf" srcId="{114776C4-F9A9-4354-9FCF-7B675C536AAE}" destId="{9B5BFA70-FE27-4E19-88E1-D79EBE7F00BC}" srcOrd="0" destOrd="0" presId="urn:microsoft.com/office/officeart/2018/2/layout/IconCircleList"/>
    <dgm:cxn modelId="{88626F2A-D5C1-432F-9D09-86F3313637CD}" type="presParOf" srcId="{9B5BFA70-FE27-4E19-88E1-D79EBE7F00BC}" destId="{5A638087-8FE2-49CB-BCF7-139D05EE21F7}" srcOrd="0" destOrd="0" presId="urn:microsoft.com/office/officeart/2018/2/layout/IconCircleList"/>
    <dgm:cxn modelId="{67FF24E3-5CA0-4F23-A6B8-5234FC3D2B64}" type="presParOf" srcId="{5A638087-8FE2-49CB-BCF7-139D05EE21F7}" destId="{2EE118DA-CDD4-4A01-9B21-3554CA96BA87}" srcOrd="0" destOrd="0" presId="urn:microsoft.com/office/officeart/2018/2/layout/IconCircleList"/>
    <dgm:cxn modelId="{64C2FE6B-4196-410A-AFF1-E9E2463D9C7F}" type="presParOf" srcId="{5A638087-8FE2-49CB-BCF7-139D05EE21F7}" destId="{9A9AE315-0F57-4791-B676-95BD2D80DB88}" srcOrd="1" destOrd="0" presId="urn:microsoft.com/office/officeart/2018/2/layout/IconCircleList"/>
    <dgm:cxn modelId="{C1DC5FF1-C0F2-46F2-84EB-5CD093E2F49D}" type="presParOf" srcId="{5A638087-8FE2-49CB-BCF7-139D05EE21F7}" destId="{22672132-A322-490C-9379-EA147B5C78C6}" srcOrd="2" destOrd="0" presId="urn:microsoft.com/office/officeart/2018/2/layout/IconCircleList"/>
    <dgm:cxn modelId="{F8E74322-583D-4263-AA3B-F7F9B9F7C468}" type="presParOf" srcId="{5A638087-8FE2-49CB-BCF7-139D05EE21F7}" destId="{2BC90D15-A042-47E2-904F-0C0996CD370B}" srcOrd="3" destOrd="0" presId="urn:microsoft.com/office/officeart/2018/2/layout/IconCircleList"/>
    <dgm:cxn modelId="{FD3F3611-54D9-44B0-8B50-312A6C10A1E1}" type="presParOf" srcId="{9B5BFA70-FE27-4E19-88E1-D79EBE7F00BC}" destId="{9CE757D0-2E11-4660-873F-534C909D0BE9}" srcOrd="1" destOrd="0" presId="urn:microsoft.com/office/officeart/2018/2/layout/IconCircleList"/>
    <dgm:cxn modelId="{5586576F-F7F6-4B21-9B7F-D62632DB0AFC}" type="presParOf" srcId="{9B5BFA70-FE27-4E19-88E1-D79EBE7F00BC}" destId="{C1DD621E-25B9-4A72-83CE-D910673F8311}" srcOrd="2" destOrd="0" presId="urn:microsoft.com/office/officeart/2018/2/layout/IconCircleList"/>
    <dgm:cxn modelId="{320D90B8-0463-4BA7-9C31-9EADBE7B2396}" type="presParOf" srcId="{C1DD621E-25B9-4A72-83CE-D910673F8311}" destId="{6962BABE-0AD9-4E3C-8BE1-28E205BDE773}" srcOrd="0" destOrd="0" presId="urn:microsoft.com/office/officeart/2018/2/layout/IconCircleList"/>
    <dgm:cxn modelId="{5489C8F2-8E78-491E-A71F-0BE272501253}" type="presParOf" srcId="{C1DD621E-25B9-4A72-83CE-D910673F8311}" destId="{03E181D2-C87E-4A88-A49D-D6C7E3D2EFA1}" srcOrd="1" destOrd="0" presId="urn:microsoft.com/office/officeart/2018/2/layout/IconCircleList"/>
    <dgm:cxn modelId="{C3101B91-87D1-4F47-8D3B-016324834EC5}" type="presParOf" srcId="{C1DD621E-25B9-4A72-83CE-D910673F8311}" destId="{6F6998B6-D473-4C3E-B25B-422FBCEAB87B}" srcOrd="2" destOrd="0" presId="urn:microsoft.com/office/officeart/2018/2/layout/IconCircleList"/>
    <dgm:cxn modelId="{EB527AD1-125A-4C86-ACF6-A8F003BBDD5A}" type="presParOf" srcId="{C1DD621E-25B9-4A72-83CE-D910673F8311}" destId="{2EEAD480-08E6-4A43-B253-8D8FB80AA981}" srcOrd="3" destOrd="0" presId="urn:microsoft.com/office/officeart/2018/2/layout/IconCircleList"/>
    <dgm:cxn modelId="{548B5F73-19A9-4539-A133-F2EFA936FDEB}" type="presParOf" srcId="{9B5BFA70-FE27-4E19-88E1-D79EBE7F00BC}" destId="{B4A423FD-23EC-4911-80E4-F69EC489FA85}" srcOrd="3" destOrd="0" presId="urn:microsoft.com/office/officeart/2018/2/layout/IconCircleList"/>
    <dgm:cxn modelId="{24DC5B6D-CC16-4F18-9BFB-5D916CCDF449}" type="presParOf" srcId="{9B5BFA70-FE27-4E19-88E1-D79EBE7F00BC}" destId="{7A2F21AD-EAF0-4158-91C6-633042429E5F}" srcOrd="4" destOrd="0" presId="urn:microsoft.com/office/officeart/2018/2/layout/IconCircleList"/>
    <dgm:cxn modelId="{B63650AD-C4A0-42E9-BFFC-2D568E6E92E4}" type="presParOf" srcId="{7A2F21AD-EAF0-4158-91C6-633042429E5F}" destId="{42951686-9647-4080-9CA7-9FC87B9E7028}" srcOrd="0" destOrd="0" presId="urn:microsoft.com/office/officeart/2018/2/layout/IconCircleList"/>
    <dgm:cxn modelId="{7F681D86-5CF3-4779-9CD4-E12AF063D8DD}" type="presParOf" srcId="{7A2F21AD-EAF0-4158-91C6-633042429E5F}" destId="{829287C1-ED10-44A8-A560-E79522D654BB}" srcOrd="1" destOrd="0" presId="urn:microsoft.com/office/officeart/2018/2/layout/IconCircleList"/>
    <dgm:cxn modelId="{86A34DB3-50E3-4D1A-9B19-E4B36FDD86CD}" type="presParOf" srcId="{7A2F21AD-EAF0-4158-91C6-633042429E5F}" destId="{7C93CD24-FFF4-4FC4-B032-13DC39C1FC3C}" srcOrd="2" destOrd="0" presId="urn:microsoft.com/office/officeart/2018/2/layout/IconCircleList"/>
    <dgm:cxn modelId="{D0E90DC1-98A5-425B-AF3F-96174F64CABE}" type="presParOf" srcId="{7A2F21AD-EAF0-4158-91C6-633042429E5F}" destId="{93FEAB9B-E91E-408C-958D-EA73DF3159C3}" srcOrd="3" destOrd="0" presId="urn:microsoft.com/office/officeart/2018/2/layout/IconCircleList"/>
    <dgm:cxn modelId="{70D56CFA-33D2-4CE7-A643-AAE8A598D16F}" type="presParOf" srcId="{9B5BFA70-FE27-4E19-88E1-D79EBE7F00BC}" destId="{6A104607-5932-4A6F-BDC9-6B5284065112}" srcOrd="5" destOrd="0" presId="urn:microsoft.com/office/officeart/2018/2/layout/IconCircleList"/>
    <dgm:cxn modelId="{085FF45A-0843-4570-8A15-D4AEE175C24C}" type="presParOf" srcId="{9B5BFA70-FE27-4E19-88E1-D79EBE7F00BC}" destId="{A5D74438-E35F-4C4D-B475-7A8663D080F6}" srcOrd="6" destOrd="0" presId="urn:microsoft.com/office/officeart/2018/2/layout/IconCircleList"/>
    <dgm:cxn modelId="{6FCF488B-CBDB-4A1B-9055-5B51CA8813C8}" type="presParOf" srcId="{A5D74438-E35F-4C4D-B475-7A8663D080F6}" destId="{6E5C5066-E272-4164-B745-4648EB97E23F}" srcOrd="0" destOrd="0" presId="urn:microsoft.com/office/officeart/2018/2/layout/IconCircleList"/>
    <dgm:cxn modelId="{11C171D7-E1F2-4004-A7C5-26C74E609B72}" type="presParOf" srcId="{A5D74438-E35F-4C4D-B475-7A8663D080F6}" destId="{FA32031A-A055-48D9-9B9B-9EFBA41853F6}" srcOrd="1" destOrd="0" presId="urn:microsoft.com/office/officeart/2018/2/layout/IconCircleList"/>
    <dgm:cxn modelId="{B98E2A0E-2013-4D94-97C5-700916C29C45}" type="presParOf" srcId="{A5D74438-E35F-4C4D-B475-7A8663D080F6}" destId="{A473F45C-7997-4C6F-B6E2-9212990335DF}" srcOrd="2" destOrd="0" presId="urn:microsoft.com/office/officeart/2018/2/layout/IconCircleList"/>
    <dgm:cxn modelId="{67F5E754-FE0A-49D9-8D0D-32E3A9D3462C}" type="presParOf" srcId="{A5D74438-E35F-4C4D-B475-7A8663D080F6}" destId="{7420C9B5-E380-4BFF-AB4D-3009C3AD7A4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FC25112-358F-4FB0-A8C2-807F3E9C11D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1B8456B-514E-4018-A019-64B1130CF602}">
      <dgm:prSet/>
      <dgm:spPr/>
      <dgm:t>
        <a:bodyPr/>
        <a:lstStyle/>
        <a:p>
          <a:pPr>
            <a:lnSpc>
              <a:spcPct val="100000"/>
            </a:lnSpc>
          </a:pPr>
          <a:r>
            <a:rPr lang="es-MX" b="1"/>
            <a:t>Transformación de Modelos de Negocio:</a:t>
          </a:r>
          <a:r>
            <a:rPr lang="es-MX"/>
            <a:t> </a:t>
          </a:r>
          <a:endParaRPr lang="en-US"/>
        </a:p>
      </dgm:t>
    </dgm:pt>
    <dgm:pt modelId="{7687FB27-142A-4CEE-9D42-1A9ED1A42D05}" type="parTrans" cxnId="{FA05E048-13AC-4EE7-8E36-F25A244EBD52}">
      <dgm:prSet/>
      <dgm:spPr/>
      <dgm:t>
        <a:bodyPr/>
        <a:lstStyle/>
        <a:p>
          <a:endParaRPr lang="en-US"/>
        </a:p>
      </dgm:t>
    </dgm:pt>
    <dgm:pt modelId="{376D4F17-0F3D-41B0-869B-79AF25352F4B}" type="sibTrans" cxnId="{FA05E048-13AC-4EE7-8E36-F25A244EBD52}">
      <dgm:prSet/>
      <dgm:spPr/>
      <dgm:t>
        <a:bodyPr/>
        <a:lstStyle/>
        <a:p>
          <a:endParaRPr lang="en-US"/>
        </a:p>
      </dgm:t>
    </dgm:pt>
    <dgm:pt modelId="{70473927-B0D4-4AF8-9896-FC8A85188544}">
      <dgm:prSet/>
      <dgm:spPr/>
      <dgm:t>
        <a:bodyPr/>
        <a:lstStyle/>
        <a:p>
          <a:pPr>
            <a:lnSpc>
              <a:spcPct val="100000"/>
            </a:lnSpc>
          </a:pPr>
          <a:r>
            <a:rPr lang="es-MX" dirty="0"/>
            <a:t>Alteran la forma en que operan las empresas, permitiendo la creación de nuevos productos y servicios</a:t>
          </a:r>
          <a:endParaRPr lang="en-US" dirty="0"/>
        </a:p>
      </dgm:t>
    </dgm:pt>
    <dgm:pt modelId="{EA32EDC4-BBAA-466D-94B6-6EEEB61B0C03}" type="parTrans" cxnId="{59455A49-FAD6-4DDD-A7D5-C3D40DC9E28B}">
      <dgm:prSet/>
      <dgm:spPr/>
      <dgm:t>
        <a:bodyPr/>
        <a:lstStyle/>
        <a:p>
          <a:endParaRPr lang="en-US"/>
        </a:p>
      </dgm:t>
    </dgm:pt>
    <dgm:pt modelId="{09869577-B332-4668-AF17-8B1E88390067}" type="sibTrans" cxnId="{59455A49-FAD6-4DDD-A7D5-C3D40DC9E28B}">
      <dgm:prSet/>
      <dgm:spPr/>
      <dgm:t>
        <a:bodyPr/>
        <a:lstStyle/>
        <a:p>
          <a:endParaRPr lang="en-US"/>
        </a:p>
      </dgm:t>
    </dgm:pt>
    <dgm:pt modelId="{75817BD7-D437-4F6B-B801-C85C7D8A140B}">
      <dgm:prSet/>
      <dgm:spPr/>
      <dgm:t>
        <a:bodyPr/>
        <a:lstStyle/>
        <a:p>
          <a:pPr>
            <a:lnSpc>
              <a:spcPct val="100000"/>
            </a:lnSpc>
          </a:pPr>
          <a:r>
            <a:rPr lang="es-MX" b="1"/>
            <a:t>Eficiencia y Productividad:</a:t>
          </a:r>
          <a:r>
            <a:rPr lang="es-MX"/>
            <a:t> </a:t>
          </a:r>
          <a:endParaRPr lang="en-US"/>
        </a:p>
      </dgm:t>
    </dgm:pt>
    <dgm:pt modelId="{424DFFF7-C48A-4DE3-84D7-929976FE44AB}" type="parTrans" cxnId="{8E21D0AB-A0F6-4E81-B088-647DEB5BF5C6}">
      <dgm:prSet/>
      <dgm:spPr/>
      <dgm:t>
        <a:bodyPr/>
        <a:lstStyle/>
        <a:p>
          <a:endParaRPr lang="en-US"/>
        </a:p>
      </dgm:t>
    </dgm:pt>
    <dgm:pt modelId="{EED3BDA6-5CDF-44DC-9262-26E02AB539B4}" type="sibTrans" cxnId="{8E21D0AB-A0F6-4E81-B088-647DEB5BF5C6}">
      <dgm:prSet/>
      <dgm:spPr/>
      <dgm:t>
        <a:bodyPr/>
        <a:lstStyle/>
        <a:p>
          <a:endParaRPr lang="en-US"/>
        </a:p>
      </dgm:t>
    </dgm:pt>
    <dgm:pt modelId="{91FF03B3-05E2-4810-9012-EF24FF33B447}">
      <dgm:prSet/>
      <dgm:spPr/>
      <dgm:t>
        <a:bodyPr/>
        <a:lstStyle/>
        <a:p>
          <a:pPr>
            <a:lnSpc>
              <a:spcPct val="100000"/>
            </a:lnSpc>
          </a:pPr>
          <a:r>
            <a:rPr lang="es-MX"/>
            <a:t>Automatizan tareas repetitivas, optimizan recursos y reducen costos operativos, como se destaca en el Xubio Blog y en un video de YouTube.</a:t>
          </a:r>
          <a:endParaRPr lang="en-US"/>
        </a:p>
      </dgm:t>
    </dgm:pt>
    <dgm:pt modelId="{5C198370-8E3F-4E0C-9C28-5526831176B6}" type="parTrans" cxnId="{E4462167-D9B9-4697-94CA-B8106418067B}">
      <dgm:prSet/>
      <dgm:spPr/>
      <dgm:t>
        <a:bodyPr/>
        <a:lstStyle/>
        <a:p>
          <a:endParaRPr lang="en-US"/>
        </a:p>
      </dgm:t>
    </dgm:pt>
    <dgm:pt modelId="{0CB991FB-6A29-458D-BF55-2DBBD90E51C4}" type="sibTrans" cxnId="{E4462167-D9B9-4697-94CA-B8106418067B}">
      <dgm:prSet/>
      <dgm:spPr/>
      <dgm:t>
        <a:bodyPr/>
        <a:lstStyle/>
        <a:p>
          <a:endParaRPr lang="en-US"/>
        </a:p>
      </dgm:t>
    </dgm:pt>
    <dgm:pt modelId="{BF2BC761-238F-40E1-BFA2-3C09E136C3ED}">
      <dgm:prSet/>
      <dgm:spPr/>
      <dgm:t>
        <a:bodyPr/>
        <a:lstStyle/>
        <a:p>
          <a:pPr>
            <a:lnSpc>
              <a:spcPct val="100000"/>
            </a:lnSpc>
          </a:pPr>
          <a:r>
            <a:rPr lang="es-MX" b="1"/>
            <a:t>Conectividad y Nuevas Experiencias:</a:t>
          </a:r>
          <a:r>
            <a:rPr lang="es-MX"/>
            <a:t> </a:t>
          </a:r>
          <a:endParaRPr lang="en-US"/>
        </a:p>
      </dgm:t>
    </dgm:pt>
    <dgm:pt modelId="{2485AE7F-B235-4C99-A270-D0ABAA8B8C9F}" type="parTrans" cxnId="{50B34FB4-0FEA-4E26-AD9E-C80799B56656}">
      <dgm:prSet/>
      <dgm:spPr/>
      <dgm:t>
        <a:bodyPr/>
        <a:lstStyle/>
        <a:p>
          <a:endParaRPr lang="en-US"/>
        </a:p>
      </dgm:t>
    </dgm:pt>
    <dgm:pt modelId="{C2C2FB36-F869-4689-8BD9-5C3383055392}" type="sibTrans" cxnId="{50B34FB4-0FEA-4E26-AD9E-C80799B56656}">
      <dgm:prSet/>
      <dgm:spPr/>
      <dgm:t>
        <a:bodyPr/>
        <a:lstStyle/>
        <a:p>
          <a:endParaRPr lang="en-US"/>
        </a:p>
      </dgm:t>
    </dgm:pt>
    <dgm:pt modelId="{67BCAFBA-F0F3-4050-A5F8-9DF866F1274D}">
      <dgm:prSet/>
      <dgm:spPr/>
      <dgm:t>
        <a:bodyPr/>
        <a:lstStyle/>
        <a:p>
          <a:pPr>
            <a:lnSpc>
              <a:spcPct val="100000"/>
            </a:lnSpc>
          </a:pPr>
          <a:r>
            <a:rPr lang="es-MX"/>
            <a:t>Tecnologías como el 5G y el IoT facilitan la interconexión y la hiperpersonalización de productos en tiempo real, señalan EAE Barcelona y la Asociación para el Progreso de la Dirección | APD.</a:t>
          </a:r>
          <a:endParaRPr lang="en-US"/>
        </a:p>
      </dgm:t>
    </dgm:pt>
    <dgm:pt modelId="{1F6185D9-2D26-4A9D-A448-3E1474B42106}" type="parTrans" cxnId="{A42CCB8B-E7A1-414A-BDA7-6EFB40597726}">
      <dgm:prSet/>
      <dgm:spPr/>
      <dgm:t>
        <a:bodyPr/>
        <a:lstStyle/>
        <a:p>
          <a:endParaRPr lang="en-US"/>
        </a:p>
      </dgm:t>
    </dgm:pt>
    <dgm:pt modelId="{A27203B4-1C26-48B7-AB4E-61E797496C83}" type="sibTrans" cxnId="{A42CCB8B-E7A1-414A-BDA7-6EFB40597726}">
      <dgm:prSet/>
      <dgm:spPr/>
      <dgm:t>
        <a:bodyPr/>
        <a:lstStyle/>
        <a:p>
          <a:endParaRPr lang="en-US"/>
        </a:p>
      </dgm:t>
    </dgm:pt>
    <dgm:pt modelId="{208597ED-7C7E-41F3-99F8-C967A6072A0B}">
      <dgm:prSet/>
      <dgm:spPr/>
      <dgm:t>
        <a:bodyPr/>
        <a:lstStyle/>
        <a:p>
          <a:pPr>
            <a:lnSpc>
              <a:spcPct val="100000"/>
            </a:lnSpc>
          </a:pPr>
          <a:r>
            <a:rPr lang="es-MX" b="1"/>
            <a:t>Ventaja Competitiva:</a:t>
          </a:r>
          <a:r>
            <a:rPr lang="es-MX"/>
            <a:t> </a:t>
          </a:r>
          <a:endParaRPr lang="en-US"/>
        </a:p>
      </dgm:t>
    </dgm:pt>
    <dgm:pt modelId="{3EE92C9E-AB8A-455B-AAB0-C1A0289A7B3E}" type="parTrans" cxnId="{E14668B3-B995-4300-AC27-2B690C9D25EB}">
      <dgm:prSet/>
      <dgm:spPr/>
      <dgm:t>
        <a:bodyPr/>
        <a:lstStyle/>
        <a:p>
          <a:endParaRPr lang="en-US"/>
        </a:p>
      </dgm:t>
    </dgm:pt>
    <dgm:pt modelId="{A27E5003-E652-49C7-A555-CB1ED4E7E201}" type="sibTrans" cxnId="{E14668B3-B995-4300-AC27-2B690C9D25EB}">
      <dgm:prSet/>
      <dgm:spPr/>
      <dgm:t>
        <a:bodyPr/>
        <a:lstStyle/>
        <a:p>
          <a:endParaRPr lang="en-US"/>
        </a:p>
      </dgm:t>
    </dgm:pt>
    <dgm:pt modelId="{E36444F8-D570-4831-8FF0-2039AF8723A2}">
      <dgm:prSet/>
      <dgm:spPr/>
      <dgm:t>
        <a:bodyPr/>
        <a:lstStyle/>
        <a:p>
          <a:pPr>
            <a:lnSpc>
              <a:spcPct val="100000"/>
            </a:lnSpc>
          </a:pPr>
          <a:r>
            <a:rPr lang="es-MX"/>
            <a:t>Permiten a nuevas empresas competir con líderes de mercado al ofrecer soluciones más simples y accesibles, apuntan www.telefonica.com y OpenWebinars.</a:t>
          </a:r>
          <a:endParaRPr lang="en-US"/>
        </a:p>
      </dgm:t>
    </dgm:pt>
    <dgm:pt modelId="{B6DDA7F7-BFD0-4F4A-B818-20054F2CF657}" type="parTrans" cxnId="{7E89E808-FB46-41F0-9905-A4FBB12DB6B2}">
      <dgm:prSet/>
      <dgm:spPr/>
      <dgm:t>
        <a:bodyPr/>
        <a:lstStyle/>
        <a:p>
          <a:endParaRPr lang="en-US"/>
        </a:p>
      </dgm:t>
    </dgm:pt>
    <dgm:pt modelId="{64685BBE-8C83-4BC0-ADC0-FF3727BD6E92}" type="sibTrans" cxnId="{7E89E808-FB46-41F0-9905-A4FBB12DB6B2}">
      <dgm:prSet/>
      <dgm:spPr/>
      <dgm:t>
        <a:bodyPr/>
        <a:lstStyle/>
        <a:p>
          <a:endParaRPr lang="en-US"/>
        </a:p>
      </dgm:t>
    </dgm:pt>
    <dgm:pt modelId="{96DEEFC5-4F96-4683-8ACC-6D4B3E2A4DF7}">
      <dgm:prSet/>
      <dgm:spPr/>
      <dgm:t>
        <a:bodyPr/>
        <a:lstStyle/>
        <a:p>
          <a:pPr>
            <a:lnSpc>
              <a:spcPct val="100000"/>
            </a:lnSpc>
          </a:pPr>
          <a:r>
            <a:rPr lang="es-MX" b="1"/>
            <a:t>Impacto Social y Sostenibilidad:</a:t>
          </a:r>
          <a:r>
            <a:rPr lang="es-MX"/>
            <a:t> </a:t>
          </a:r>
          <a:endParaRPr lang="en-US"/>
        </a:p>
      </dgm:t>
    </dgm:pt>
    <dgm:pt modelId="{2E0429AF-0702-47A0-94F3-7B4855EC9FA3}" type="parTrans" cxnId="{0D049747-9A82-47F0-87AE-86786B5F08E3}">
      <dgm:prSet/>
      <dgm:spPr/>
      <dgm:t>
        <a:bodyPr/>
        <a:lstStyle/>
        <a:p>
          <a:endParaRPr lang="en-US"/>
        </a:p>
      </dgm:t>
    </dgm:pt>
    <dgm:pt modelId="{19629EDD-70E1-4992-98F4-330FB7502F33}" type="sibTrans" cxnId="{0D049747-9A82-47F0-87AE-86786B5F08E3}">
      <dgm:prSet/>
      <dgm:spPr/>
      <dgm:t>
        <a:bodyPr/>
        <a:lstStyle/>
        <a:p>
          <a:endParaRPr lang="en-US"/>
        </a:p>
      </dgm:t>
    </dgm:pt>
    <dgm:pt modelId="{AEA9B808-3AF8-4D89-ACED-F61CA20D78D8}">
      <dgm:prSet/>
      <dgm:spPr/>
      <dgm:t>
        <a:bodyPr/>
        <a:lstStyle/>
        <a:p>
          <a:pPr>
            <a:lnSpc>
              <a:spcPct val="100000"/>
            </a:lnSpc>
          </a:pPr>
          <a:r>
            <a:rPr lang="es-MX"/>
            <a:t>Mejoran la calidad de vida y abordan desafíos globales como la ciberseguridad, la sostenibilidad y la salud.</a:t>
          </a:r>
          <a:endParaRPr lang="en-US"/>
        </a:p>
      </dgm:t>
    </dgm:pt>
    <dgm:pt modelId="{26B32777-1C91-4FAA-8BA6-C7286566D24B}" type="parTrans" cxnId="{5F9F2FAD-88BE-4FAC-A440-67E09B6A4D1E}">
      <dgm:prSet/>
      <dgm:spPr/>
      <dgm:t>
        <a:bodyPr/>
        <a:lstStyle/>
        <a:p>
          <a:endParaRPr lang="en-US"/>
        </a:p>
      </dgm:t>
    </dgm:pt>
    <dgm:pt modelId="{CDCEC5DF-E0CE-462B-AABA-B9B27C5FD7BD}" type="sibTrans" cxnId="{5F9F2FAD-88BE-4FAC-A440-67E09B6A4D1E}">
      <dgm:prSet/>
      <dgm:spPr/>
      <dgm:t>
        <a:bodyPr/>
        <a:lstStyle/>
        <a:p>
          <a:endParaRPr lang="en-US"/>
        </a:p>
      </dgm:t>
    </dgm:pt>
    <dgm:pt modelId="{4E661577-A428-4B24-AD90-F9ED41C92FDE}" type="pres">
      <dgm:prSet presAssocID="{BFC25112-358F-4FB0-A8C2-807F3E9C11DE}" presName="root" presStyleCnt="0">
        <dgm:presLayoutVars>
          <dgm:dir/>
          <dgm:resizeHandles val="exact"/>
        </dgm:presLayoutVars>
      </dgm:prSet>
      <dgm:spPr/>
    </dgm:pt>
    <dgm:pt modelId="{BD15683E-B34A-4DFB-AE1F-326E6AB7BF0E}" type="pres">
      <dgm:prSet presAssocID="{91B8456B-514E-4018-A019-64B1130CF602}" presName="compNode" presStyleCnt="0"/>
      <dgm:spPr/>
    </dgm:pt>
    <dgm:pt modelId="{E325EEDC-04B0-4AA1-93D0-74E95EBB0A7D}" type="pres">
      <dgm:prSet presAssocID="{91B8456B-514E-4018-A019-64B1130CF602}" presName="bgRect" presStyleLbl="bgShp" presStyleIdx="0" presStyleCnt="5"/>
      <dgm:spPr>
        <a:noFill/>
      </dgm:spPr>
    </dgm:pt>
    <dgm:pt modelId="{BA395C22-427C-4682-B2C3-46FA7DBA41D3}" type="pres">
      <dgm:prSet presAssocID="{91B8456B-514E-4018-A019-64B1130CF60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agrama de flujo"/>
        </a:ext>
      </dgm:extLst>
    </dgm:pt>
    <dgm:pt modelId="{23C6C259-2658-4386-9C66-24D63683AE00}" type="pres">
      <dgm:prSet presAssocID="{91B8456B-514E-4018-A019-64B1130CF602}" presName="spaceRect" presStyleCnt="0"/>
      <dgm:spPr/>
    </dgm:pt>
    <dgm:pt modelId="{9D5E4C91-BFC9-43DA-94DB-DC5931DDF20D}" type="pres">
      <dgm:prSet presAssocID="{91B8456B-514E-4018-A019-64B1130CF602}" presName="parTx" presStyleLbl="revTx" presStyleIdx="0" presStyleCnt="10">
        <dgm:presLayoutVars>
          <dgm:chMax val="0"/>
          <dgm:chPref val="0"/>
        </dgm:presLayoutVars>
      </dgm:prSet>
      <dgm:spPr/>
    </dgm:pt>
    <dgm:pt modelId="{009BAAFC-095D-4689-843D-C62A0466F372}" type="pres">
      <dgm:prSet presAssocID="{91B8456B-514E-4018-A019-64B1130CF602}" presName="desTx" presStyleLbl="revTx" presStyleIdx="1" presStyleCnt="10">
        <dgm:presLayoutVars/>
      </dgm:prSet>
      <dgm:spPr/>
    </dgm:pt>
    <dgm:pt modelId="{8FC30C23-F981-4282-A513-4C29C8D30340}" type="pres">
      <dgm:prSet presAssocID="{376D4F17-0F3D-41B0-869B-79AF25352F4B}" presName="sibTrans" presStyleCnt="0"/>
      <dgm:spPr/>
    </dgm:pt>
    <dgm:pt modelId="{EBE704A0-AC2E-4B72-AE12-C2D641B84961}" type="pres">
      <dgm:prSet presAssocID="{75817BD7-D437-4F6B-B801-C85C7D8A140B}" presName="compNode" presStyleCnt="0"/>
      <dgm:spPr/>
    </dgm:pt>
    <dgm:pt modelId="{0F9B5F63-688A-4EF0-A66D-5CC819C8A933}" type="pres">
      <dgm:prSet presAssocID="{75817BD7-D437-4F6B-B801-C85C7D8A140B}" presName="bgRect" presStyleLbl="bgShp" presStyleIdx="1" presStyleCnt="5"/>
      <dgm:spPr>
        <a:noFill/>
      </dgm:spPr>
    </dgm:pt>
    <dgm:pt modelId="{86D34B58-5256-494D-9C9D-F7AB950DB7D1}" type="pres">
      <dgm:prSet presAssocID="{75817BD7-D437-4F6B-B801-C85C7D8A140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ibros"/>
        </a:ext>
      </dgm:extLst>
    </dgm:pt>
    <dgm:pt modelId="{BDC67A04-1DB0-4F8D-BDEE-8349D3F7753B}" type="pres">
      <dgm:prSet presAssocID="{75817BD7-D437-4F6B-B801-C85C7D8A140B}" presName="spaceRect" presStyleCnt="0"/>
      <dgm:spPr/>
    </dgm:pt>
    <dgm:pt modelId="{196DB4A2-ECCC-4EC6-9F81-6A0C039C292C}" type="pres">
      <dgm:prSet presAssocID="{75817BD7-D437-4F6B-B801-C85C7D8A140B}" presName="parTx" presStyleLbl="revTx" presStyleIdx="2" presStyleCnt="10">
        <dgm:presLayoutVars>
          <dgm:chMax val="0"/>
          <dgm:chPref val="0"/>
        </dgm:presLayoutVars>
      </dgm:prSet>
      <dgm:spPr/>
    </dgm:pt>
    <dgm:pt modelId="{ED00A4E4-3F0F-4269-864D-028FA98B9FEE}" type="pres">
      <dgm:prSet presAssocID="{75817BD7-D437-4F6B-B801-C85C7D8A140B}" presName="desTx" presStyleLbl="revTx" presStyleIdx="3" presStyleCnt="10">
        <dgm:presLayoutVars/>
      </dgm:prSet>
      <dgm:spPr/>
    </dgm:pt>
    <dgm:pt modelId="{3E45B852-9565-44C5-900F-2A4581052FDF}" type="pres">
      <dgm:prSet presAssocID="{EED3BDA6-5CDF-44DC-9262-26E02AB539B4}" presName="sibTrans" presStyleCnt="0"/>
      <dgm:spPr/>
    </dgm:pt>
    <dgm:pt modelId="{FDAB6874-E951-4CCC-9C1F-F6568F862E10}" type="pres">
      <dgm:prSet presAssocID="{BF2BC761-238F-40E1-BFA2-3C09E136C3ED}" presName="compNode" presStyleCnt="0"/>
      <dgm:spPr/>
    </dgm:pt>
    <dgm:pt modelId="{0734EF2D-81D4-4C7E-8EF6-2D15B560EDD5}" type="pres">
      <dgm:prSet presAssocID="{BF2BC761-238F-40E1-BFA2-3C09E136C3ED}" presName="bgRect" presStyleLbl="bgShp" presStyleIdx="2" presStyleCnt="5"/>
      <dgm:spPr>
        <a:noFill/>
      </dgm:spPr>
    </dgm:pt>
    <dgm:pt modelId="{EC3E4A9A-BA98-40A8-B301-109E05A5CC03}" type="pres">
      <dgm:prSet presAssocID="{BF2BC761-238F-40E1-BFA2-3C09E136C3E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ireless router"/>
        </a:ext>
      </dgm:extLst>
    </dgm:pt>
    <dgm:pt modelId="{20594613-4766-4014-B2A3-7B09BAA5F2AB}" type="pres">
      <dgm:prSet presAssocID="{BF2BC761-238F-40E1-BFA2-3C09E136C3ED}" presName="spaceRect" presStyleCnt="0"/>
      <dgm:spPr/>
    </dgm:pt>
    <dgm:pt modelId="{15A16987-3D06-4DA2-8CA1-5E6C11527540}" type="pres">
      <dgm:prSet presAssocID="{BF2BC761-238F-40E1-BFA2-3C09E136C3ED}" presName="parTx" presStyleLbl="revTx" presStyleIdx="4" presStyleCnt="10">
        <dgm:presLayoutVars>
          <dgm:chMax val="0"/>
          <dgm:chPref val="0"/>
        </dgm:presLayoutVars>
      </dgm:prSet>
      <dgm:spPr/>
    </dgm:pt>
    <dgm:pt modelId="{820500B2-A3F9-46D3-A190-83B26C1364DA}" type="pres">
      <dgm:prSet presAssocID="{BF2BC761-238F-40E1-BFA2-3C09E136C3ED}" presName="desTx" presStyleLbl="revTx" presStyleIdx="5" presStyleCnt="10">
        <dgm:presLayoutVars/>
      </dgm:prSet>
      <dgm:spPr/>
    </dgm:pt>
    <dgm:pt modelId="{829AE764-AE4E-4F6C-8646-81F5FE5ECA0F}" type="pres">
      <dgm:prSet presAssocID="{C2C2FB36-F869-4689-8BD9-5C3383055392}" presName="sibTrans" presStyleCnt="0"/>
      <dgm:spPr/>
    </dgm:pt>
    <dgm:pt modelId="{FEBA4F3B-551F-424C-87B8-E258CDB12A00}" type="pres">
      <dgm:prSet presAssocID="{208597ED-7C7E-41F3-99F8-C967A6072A0B}" presName="compNode" presStyleCnt="0"/>
      <dgm:spPr/>
    </dgm:pt>
    <dgm:pt modelId="{2190B26F-23DE-454C-A0C0-1F38DAA71543}" type="pres">
      <dgm:prSet presAssocID="{208597ED-7C7E-41F3-99F8-C967A6072A0B}" presName="bgRect" presStyleLbl="bgShp" presStyleIdx="3" presStyleCnt="5"/>
      <dgm:spPr>
        <a:noFill/>
      </dgm:spPr>
    </dgm:pt>
    <dgm:pt modelId="{3DAEBA4E-3AB5-476B-99F5-8F3A3989C67D}" type="pres">
      <dgm:prSet presAssocID="{208597ED-7C7E-41F3-99F8-C967A6072A0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usiness Growth"/>
        </a:ext>
      </dgm:extLst>
    </dgm:pt>
    <dgm:pt modelId="{5282C969-59C1-4D32-8C88-DB754D308E39}" type="pres">
      <dgm:prSet presAssocID="{208597ED-7C7E-41F3-99F8-C967A6072A0B}" presName="spaceRect" presStyleCnt="0"/>
      <dgm:spPr/>
    </dgm:pt>
    <dgm:pt modelId="{0C9AF66B-6C12-4F17-BB10-0B79CCADA262}" type="pres">
      <dgm:prSet presAssocID="{208597ED-7C7E-41F3-99F8-C967A6072A0B}" presName="parTx" presStyleLbl="revTx" presStyleIdx="6" presStyleCnt="10">
        <dgm:presLayoutVars>
          <dgm:chMax val="0"/>
          <dgm:chPref val="0"/>
        </dgm:presLayoutVars>
      </dgm:prSet>
      <dgm:spPr/>
    </dgm:pt>
    <dgm:pt modelId="{ED4484E1-8514-4706-9273-E527473ABA77}" type="pres">
      <dgm:prSet presAssocID="{208597ED-7C7E-41F3-99F8-C967A6072A0B}" presName="desTx" presStyleLbl="revTx" presStyleIdx="7" presStyleCnt="10">
        <dgm:presLayoutVars/>
      </dgm:prSet>
      <dgm:spPr/>
    </dgm:pt>
    <dgm:pt modelId="{F045E909-29D8-4C9E-990B-2390AAD498A8}" type="pres">
      <dgm:prSet presAssocID="{A27E5003-E652-49C7-A555-CB1ED4E7E201}" presName="sibTrans" presStyleCnt="0"/>
      <dgm:spPr/>
    </dgm:pt>
    <dgm:pt modelId="{E34A3201-1DE3-42A4-ACDA-F774C021B7EF}" type="pres">
      <dgm:prSet presAssocID="{96DEEFC5-4F96-4683-8ACC-6D4B3E2A4DF7}" presName="compNode" presStyleCnt="0"/>
      <dgm:spPr/>
    </dgm:pt>
    <dgm:pt modelId="{B1A04655-DF8B-4293-9DC9-15E5D38DC3D6}" type="pres">
      <dgm:prSet presAssocID="{96DEEFC5-4F96-4683-8ACC-6D4B3E2A4DF7}" presName="bgRect" presStyleLbl="bgShp" presStyleIdx="4" presStyleCnt="5"/>
      <dgm:spPr>
        <a:noFill/>
      </dgm:spPr>
    </dgm:pt>
    <dgm:pt modelId="{69553178-1C22-4CD4-9C46-7D4F233C1231}" type="pres">
      <dgm:prSet presAssocID="{96DEEFC5-4F96-4683-8ACC-6D4B3E2A4DF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Earth Globe Americas"/>
        </a:ext>
      </dgm:extLst>
    </dgm:pt>
    <dgm:pt modelId="{01FF7148-7746-43E1-9F13-923A917B11EB}" type="pres">
      <dgm:prSet presAssocID="{96DEEFC5-4F96-4683-8ACC-6D4B3E2A4DF7}" presName="spaceRect" presStyleCnt="0"/>
      <dgm:spPr/>
    </dgm:pt>
    <dgm:pt modelId="{1586E428-4058-492F-9B91-E99C48976263}" type="pres">
      <dgm:prSet presAssocID="{96DEEFC5-4F96-4683-8ACC-6D4B3E2A4DF7}" presName="parTx" presStyleLbl="revTx" presStyleIdx="8" presStyleCnt="10">
        <dgm:presLayoutVars>
          <dgm:chMax val="0"/>
          <dgm:chPref val="0"/>
        </dgm:presLayoutVars>
      </dgm:prSet>
      <dgm:spPr/>
    </dgm:pt>
    <dgm:pt modelId="{65575C9E-ECAB-4E99-B2F2-40FDBC1D867F}" type="pres">
      <dgm:prSet presAssocID="{96DEEFC5-4F96-4683-8ACC-6D4B3E2A4DF7}" presName="desTx" presStyleLbl="revTx" presStyleIdx="9" presStyleCnt="10">
        <dgm:presLayoutVars/>
      </dgm:prSet>
      <dgm:spPr/>
    </dgm:pt>
  </dgm:ptLst>
  <dgm:cxnLst>
    <dgm:cxn modelId="{11956606-5055-454A-9993-EDE496A63E37}" type="presOf" srcId="{AEA9B808-3AF8-4D89-ACED-F61CA20D78D8}" destId="{65575C9E-ECAB-4E99-B2F2-40FDBC1D867F}" srcOrd="0" destOrd="0" presId="urn:microsoft.com/office/officeart/2018/2/layout/IconVerticalSolidList"/>
    <dgm:cxn modelId="{7E89E808-FB46-41F0-9905-A4FBB12DB6B2}" srcId="{208597ED-7C7E-41F3-99F8-C967A6072A0B}" destId="{E36444F8-D570-4831-8FF0-2039AF8723A2}" srcOrd="0" destOrd="0" parTransId="{B6DDA7F7-BFD0-4F4A-B818-20054F2CF657}" sibTransId="{64685BBE-8C83-4BC0-ADC0-FF3727BD6E92}"/>
    <dgm:cxn modelId="{85E13026-3727-414A-B74F-F57DDE1611B0}" type="presOf" srcId="{91B8456B-514E-4018-A019-64B1130CF602}" destId="{9D5E4C91-BFC9-43DA-94DB-DC5931DDF20D}" srcOrd="0" destOrd="0" presId="urn:microsoft.com/office/officeart/2018/2/layout/IconVerticalSolidList"/>
    <dgm:cxn modelId="{25403F2B-D2A0-43D7-8062-E66CC4C2B84F}" type="presOf" srcId="{70473927-B0D4-4AF8-9896-FC8A85188544}" destId="{009BAAFC-095D-4689-843D-C62A0466F372}" srcOrd="0" destOrd="0" presId="urn:microsoft.com/office/officeart/2018/2/layout/IconVerticalSolidList"/>
    <dgm:cxn modelId="{A2A05166-8B81-45CC-93A4-1D9EF8D4207A}" type="presOf" srcId="{BF2BC761-238F-40E1-BFA2-3C09E136C3ED}" destId="{15A16987-3D06-4DA2-8CA1-5E6C11527540}" srcOrd="0" destOrd="0" presId="urn:microsoft.com/office/officeart/2018/2/layout/IconVerticalSolidList"/>
    <dgm:cxn modelId="{E4462167-D9B9-4697-94CA-B8106418067B}" srcId="{75817BD7-D437-4F6B-B801-C85C7D8A140B}" destId="{91FF03B3-05E2-4810-9012-EF24FF33B447}" srcOrd="0" destOrd="0" parTransId="{5C198370-8E3F-4E0C-9C28-5526831176B6}" sibTransId="{0CB991FB-6A29-458D-BF55-2DBBD90E51C4}"/>
    <dgm:cxn modelId="{0D049747-9A82-47F0-87AE-86786B5F08E3}" srcId="{BFC25112-358F-4FB0-A8C2-807F3E9C11DE}" destId="{96DEEFC5-4F96-4683-8ACC-6D4B3E2A4DF7}" srcOrd="4" destOrd="0" parTransId="{2E0429AF-0702-47A0-94F3-7B4855EC9FA3}" sibTransId="{19629EDD-70E1-4992-98F4-330FB7502F33}"/>
    <dgm:cxn modelId="{FA05E048-13AC-4EE7-8E36-F25A244EBD52}" srcId="{BFC25112-358F-4FB0-A8C2-807F3E9C11DE}" destId="{91B8456B-514E-4018-A019-64B1130CF602}" srcOrd="0" destOrd="0" parTransId="{7687FB27-142A-4CEE-9D42-1A9ED1A42D05}" sibTransId="{376D4F17-0F3D-41B0-869B-79AF25352F4B}"/>
    <dgm:cxn modelId="{59455A49-FAD6-4DDD-A7D5-C3D40DC9E28B}" srcId="{91B8456B-514E-4018-A019-64B1130CF602}" destId="{70473927-B0D4-4AF8-9896-FC8A85188544}" srcOrd="0" destOrd="0" parTransId="{EA32EDC4-BBAA-466D-94B6-6EEEB61B0C03}" sibTransId="{09869577-B332-4668-AF17-8B1E88390067}"/>
    <dgm:cxn modelId="{69EE4A73-885F-4665-B0C8-C283EA6FAC52}" type="presOf" srcId="{91FF03B3-05E2-4810-9012-EF24FF33B447}" destId="{ED00A4E4-3F0F-4269-864D-028FA98B9FEE}" srcOrd="0" destOrd="0" presId="urn:microsoft.com/office/officeart/2018/2/layout/IconVerticalSolidList"/>
    <dgm:cxn modelId="{D3730659-5892-4FEA-8DA5-03CC1B79F0D2}" type="presOf" srcId="{96DEEFC5-4F96-4683-8ACC-6D4B3E2A4DF7}" destId="{1586E428-4058-492F-9B91-E99C48976263}" srcOrd="0" destOrd="0" presId="urn:microsoft.com/office/officeart/2018/2/layout/IconVerticalSolidList"/>
    <dgm:cxn modelId="{A42CCB8B-E7A1-414A-BDA7-6EFB40597726}" srcId="{BF2BC761-238F-40E1-BFA2-3C09E136C3ED}" destId="{67BCAFBA-F0F3-4050-A5F8-9DF866F1274D}" srcOrd="0" destOrd="0" parTransId="{1F6185D9-2D26-4A9D-A448-3E1474B42106}" sibTransId="{A27203B4-1C26-48B7-AB4E-61E797496C83}"/>
    <dgm:cxn modelId="{8E21D0AB-A0F6-4E81-B088-647DEB5BF5C6}" srcId="{BFC25112-358F-4FB0-A8C2-807F3E9C11DE}" destId="{75817BD7-D437-4F6B-B801-C85C7D8A140B}" srcOrd="1" destOrd="0" parTransId="{424DFFF7-C48A-4DE3-84D7-929976FE44AB}" sibTransId="{EED3BDA6-5CDF-44DC-9262-26E02AB539B4}"/>
    <dgm:cxn modelId="{5F9F2FAD-88BE-4FAC-A440-67E09B6A4D1E}" srcId="{96DEEFC5-4F96-4683-8ACC-6D4B3E2A4DF7}" destId="{AEA9B808-3AF8-4D89-ACED-F61CA20D78D8}" srcOrd="0" destOrd="0" parTransId="{26B32777-1C91-4FAA-8BA6-C7286566D24B}" sibTransId="{CDCEC5DF-E0CE-462B-AABA-B9B27C5FD7BD}"/>
    <dgm:cxn modelId="{722AEFAD-68D7-4DDC-BC6A-E5809426D624}" type="presOf" srcId="{BFC25112-358F-4FB0-A8C2-807F3E9C11DE}" destId="{4E661577-A428-4B24-AD90-F9ED41C92FDE}" srcOrd="0" destOrd="0" presId="urn:microsoft.com/office/officeart/2018/2/layout/IconVerticalSolidList"/>
    <dgm:cxn modelId="{FA28D3B0-C2D1-4FE7-89DF-35395F31AD67}" type="presOf" srcId="{208597ED-7C7E-41F3-99F8-C967A6072A0B}" destId="{0C9AF66B-6C12-4F17-BB10-0B79CCADA262}" srcOrd="0" destOrd="0" presId="urn:microsoft.com/office/officeart/2018/2/layout/IconVerticalSolidList"/>
    <dgm:cxn modelId="{E14668B3-B995-4300-AC27-2B690C9D25EB}" srcId="{BFC25112-358F-4FB0-A8C2-807F3E9C11DE}" destId="{208597ED-7C7E-41F3-99F8-C967A6072A0B}" srcOrd="3" destOrd="0" parTransId="{3EE92C9E-AB8A-455B-AAB0-C1A0289A7B3E}" sibTransId="{A27E5003-E652-49C7-A555-CB1ED4E7E201}"/>
    <dgm:cxn modelId="{50B34FB4-0FEA-4E26-AD9E-C80799B56656}" srcId="{BFC25112-358F-4FB0-A8C2-807F3E9C11DE}" destId="{BF2BC761-238F-40E1-BFA2-3C09E136C3ED}" srcOrd="2" destOrd="0" parTransId="{2485AE7F-B235-4C99-A270-D0ABAA8B8C9F}" sibTransId="{C2C2FB36-F869-4689-8BD9-5C3383055392}"/>
    <dgm:cxn modelId="{064715BA-0935-4350-AC2B-D0BBBBB396F9}" type="presOf" srcId="{67BCAFBA-F0F3-4050-A5F8-9DF866F1274D}" destId="{820500B2-A3F9-46D3-A190-83B26C1364DA}" srcOrd="0" destOrd="0" presId="urn:microsoft.com/office/officeart/2018/2/layout/IconVerticalSolidList"/>
    <dgm:cxn modelId="{86F722BE-2A74-43CC-BD3A-565C3A26A8E1}" type="presOf" srcId="{75817BD7-D437-4F6B-B801-C85C7D8A140B}" destId="{196DB4A2-ECCC-4EC6-9F81-6A0C039C292C}" srcOrd="0" destOrd="0" presId="urn:microsoft.com/office/officeart/2018/2/layout/IconVerticalSolidList"/>
    <dgm:cxn modelId="{0A8E2AEE-9E24-4010-8549-F3DF2217CE36}" type="presOf" srcId="{E36444F8-D570-4831-8FF0-2039AF8723A2}" destId="{ED4484E1-8514-4706-9273-E527473ABA77}" srcOrd="0" destOrd="0" presId="urn:microsoft.com/office/officeart/2018/2/layout/IconVerticalSolidList"/>
    <dgm:cxn modelId="{576CEE50-4B0E-4A19-BF69-9B0785ABD0AC}" type="presParOf" srcId="{4E661577-A428-4B24-AD90-F9ED41C92FDE}" destId="{BD15683E-B34A-4DFB-AE1F-326E6AB7BF0E}" srcOrd="0" destOrd="0" presId="urn:microsoft.com/office/officeart/2018/2/layout/IconVerticalSolidList"/>
    <dgm:cxn modelId="{13C767B8-5CDD-4837-A8DD-32BE00B59E9B}" type="presParOf" srcId="{BD15683E-B34A-4DFB-AE1F-326E6AB7BF0E}" destId="{E325EEDC-04B0-4AA1-93D0-74E95EBB0A7D}" srcOrd="0" destOrd="0" presId="urn:microsoft.com/office/officeart/2018/2/layout/IconVerticalSolidList"/>
    <dgm:cxn modelId="{ECA04BA6-1493-4106-BF2B-0CEE7A71926F}" type="presParOf" srcId="{BD15683E-B34A-4DFB-AE1F-326E6AB7BF0E}" destId="{BA395C22-427C-4682-B2C3-46FA7DBA41D3}" srcOrd="1" destOrd="0" presId="urn:microsoft.com/office/officeart/2018/2/layout/IconVerticalSolidList"/>
    <dgm:cxn modelId="{F8CE06ED-A658-49A3-899F-DEB94882C9A2}" type="presParOf" srcId="{BD15683E-B34A-4DFB-AE1F-326E6AB7BF0E}" destId="{23C6C259-2658-4386-9C66-24D63683AE00}" srcOrd="2" destOrd="0" presId="urn:microsoft.com/office/officeart/2018/2/layout/IconVerticalSolidList"/>
    <dgm:cxn modelId="{096EA6E4-C568-4030-A67A-B84168F48326}" type="presParOf" srcId="{BD15683E-B34A-4DFB-AE1F-326E6AB7BF0E}" destId="{9D5E4C91-BFC9-43DA-94DB-DC5931DDF20D}" srcOrd="3" destOrd="0" presId="urn:microsoft.com/office/officeart/2018/2/layout/IconVerticalSolidList"/>
    <dgm:cxn modelId="{6FF790A8-BC98-4C52-8F4D-F3EB1A3E70CC}" type="presParOf" srcId="{BD15683E-B34A-4DFB-AE1F-326E6AB7BF0E}" destId="{009BAAFC-095D-4689-843D-C62A0466F372}" srcOrd="4" destOrd="0" presId="urn:microsoft.com/office/officeart/2018/2/layout/IconVerticalSolidList"/>
    <dgm:cxn modelId="{7B978062-1252-4398-8963-044367E2C57F}" type="presParOf" srcId="{4E661577-A428-4B24-AD90-F9ED41C92FDE}" destId="{8FC30C23-F981-4282-A513-4C29C8D30340}" srcOrd="1" destOrd="0" presId="urn:microsoft.com/office/officeart/2018/2/layout/IconVerticalSolidList"/>
    <dgm:cxn modelId="{D89E9EAE-5B75-4E64-89A1-DB0190A4C2B9}" type="presParOf" srcId="{4E661577-A428-4B24-AD90-F9ED41C92FDE}" destId="{EBE704A0-AC2E-4B72-AE12-C2D641B84961}" srcOrd="2" destOrd="0" presId="urn:microsoft.com/office/officeart/2018/2/layout/IconVerticalSolidList"/>
    <dgm:cxn modelId="{166DEFB9-72AC-45BA-B08F-2741DA797C24}" type="presParOf" srcId="{EBE704A0-AC2E-4B72-AE12-C2D641B84961}" destId="{0F9B5F63-688A-4EF0-A66D-5CC819C8A933}" srcOrd="0" destOrd="0" presId="urn:microsoft.com/office/officeart/2018/2/layout/IconVerticalSolidList"/>
    <dgm:cxn modelId="{3E6EA698-CFC7-42B0-A73A-3BB34F7CDB03}" type="presParOf" srcId="{EBE704A0-AC2E-4B72-AE12-C2D641B84961}" destId="{86D34B58-5256-494D-9C9D-F7AB950DB7D1}" srcOrd="1" destOrd="0" presId="urn:microsoft.com/office/officeart/2018/2/layout/IconVerticalSolidList"/>
    <dgm:cxn modelId="{6D4EE940-0BF3-4D03-A854-F93CBC72462F}" type="presParOf" srcId="{EBE704A0-AC2E-4B72-AE12-C2D641B84961}" destId="{BDC67A04-1DB0-4F8D-BDEE-8349D3F7753B}" srcOrd="2" destOrd="0" presId="urn:microsoft.com/office/officeart/2018/2/layout/IconVerticalSolidList"/>
    <dgm:cxn modelId="{39376D0D-4C5B-441A-A41A-EECF21FAAE7F}" type="presParOf" srcId="{EBE704A0-AC2E-4B72-AE12-C2D641B84961}" destId="{196DB4A2-ECCC-4EC6-9F81-6A0C039C292C}" srcOrd="3" destOrd="0" presId="urn:microsoft.com/office/officeart/2018/2/layout/IconVerticalSolidList"/>
    <dgm:cxn modelId="{5223AF80-B0B9-433A-8662-D9ADB19FCA52}" type="presParOf" srcId="{EBE704A0-AC2E-4B72-AE12-C2D641B84961}" destId="{ED00A4E4-3F0F-4269-864D-028FA98B9FEE}" srcOrd="4" destOrd="0" presId="urn:microsoft.com/office/officeart/2018/2/layout/IconVerticalSolidList"/>
    <dgm:cxn modelId="{19109261-4B17-48CA-8973-CE11B5D14663}" type="presParOf" srcId="{4E661577-A428-4B24-AD90-F9ED41C92FDE}" destId="{3E45B852-9565-44C5-900F-2A4581052FDF}" srcOrd="3" destOrd="0" presId="urn:microsoft.com/office/officeart/2018/2/layout/IconVerticalSolidList"/>
    <dgm:cxn modelId="{23AD3EE2-18F0-4AF8-B9CE-D3E8449002F9}" type="presParOf" srcId="{4E661577-A428-4B24-AD90-F9ED41C92FDE}" destId="{FDAB6874-E951-4CCC-9C1F-F6568F862E10}" srcOrd="4" destOrd="0" presId="urn:microsoft.com/office/officeart/2018/2/layout/IconVerticalSolidList"/>
    <dgm:cxn modelId="{C5111564-6CD0-43C8-968C-28D7973462EB}" type="presParOf" srcId="{FDAB6874-E951-4CCC-9C1F-F6568F862E10}" destId="{0734EF2D-81D4-4C7E-8EF6-2D15B560EDD5}" srcOrd="0" destOrd="0" presId="urn:microsoft.com/office/officeart/2018/2/layout/IconVerticalSolidList"/>
    <dgm:cxn modelId="{0DF0B08B-51E9-4F1F-92C9-CD6FA1622CDD}" type="presParOf" srcId="{FDAB6874-E951-4CCC-9C1F-F6568F862E10}" destId="{EC3E4A9A-BA98-40A8-B301-109E05A5CC03}" srcOrd="1" destOrd="0" presId="urn:microsoft.com/office/officeart/2018/2/layout/IconVerticalSolidList"/>
    <dgm:cxn modelId="{7360FEAC-0162-41C5-A391-57D4A06AC28F}" type="presParOf" srcId="{FDAB6874-E951-4CCC-9C1F-F6568F862E10}" destId="{20594613-4766-4014-B2A3-7B09BAA5F2AB}" srcOrd="2" destOrd="0" presId="urn:microsoft.com/office/officeart/2018/2/layout/IconVerticalSolidList"/>
    <dgm:cxn modelId="{8B8EA5FF-1CB3-44AC-9E1A-A8A0C8DD9713}" type="presParOf" srcId="{FDAB6874-E951-4CCC-9C1F-F6568F862E10}" destId="{15A16987-3D06-4DA2-8CA1-5E6C11527540}" srcOrd="3" destOrd="0" presId="urn:microsoft.com/office/officeart/2018/2/layout/IconVerticalSolidList"/>
    <dgm:cxn modelId="{A6A2FF95-D2A3-4F31-8DCA-70B3CF99449D}" type="presParOf" srcId="{FDAB6874-E951-4CCC-9C1F-F6568F862E10}" destId="{820500B2-A3F9-46D3-A190-83B26C1364DA}" srcOrd="4" destOrd="0" presId="urn:microsoft.com/office/officeart/2018/2/layout/IconVerticalSolidList"/>
    <dgm:cxn modelId="{599BC934-23DC-4C9A-922D-BB58381DDDF5}" type="presParOf" srcId="{4E661577-A428-4B24-AD90-F9ED41C92FDE}" destId="{829AE764-AE4E-4F6C-8646-81F5FE5ECA0F}" srcOrd="5" destOrd="0" presId="urn:microsoft.com/office/officeart/2018/2/layout/IconVerticalSolidList"/>
    <dgm:cxn modelId="{4C320909-B7BC-4323-A632-BD39177C59DB}" type="presParOf" srcId="{4E661577-A428-4B24-AD90-F9ED41C92FDE}" destId="{FEBA4F3B-551F-424C-87B8-E258CDB12A00}" srcOrd="6" destOrd="0" presId="urn:microsoft.com/office/officeart/2018/2/layout/IconVerticalSolidList"/>
    <dgm:cxn modelId="{F577C506-5514-48E2-8107-06E5D14D3158}" type="presParOf" srcId="{FEBA4F3B-551F-424C-87B8-E258CDB12A00}" destId="{2190B26F-23DE-454C-A0C0-1F38DAA71543}" srcOrd="0" destOrd="0" presId="urn:microsoft.com/office/officeart/2018/2/layout/IconVerticalSolidList"/>
    <dgm:cxn modelId="{ED4CC7F7-008B-4493-AE4F-0D529CF51F77}" type="presParOf" srcId="{FEBA4F3B-551F-424C-87B8-E258CDB12A00}" destId="{3DAEBA4E-3AB5-476B-99F5-8F3A3989C67D}" srcOrd="1" destOrd="0" presId="urn:microsoft.com/office/officeart/2018/2/layout/IconVerticalSolidList"/>
    <dgm:cxn modelId="{870B7A49-8D77-407B-AB22-C641723BC417}" type="presParOf" srcId="{FEBA4F3B-551F-424C-87B8-E258CDB12A00}" destId="{5282C969-59C1-4D32-8C88-DB754D308E39}" srcOrd="2" destOrd="0" presId="urn:microsoft.com/office/officeart/2018/2/layout/IconVerticalSolidList"/>
    <dgm:cxn modelId="{EF972CEE-6FB8-4C1F-BCA5-126ACA56FFEA}" type="presParOf" srcId="{FEBA4F3B-551F-424C-87B8-E258CDB12A00}" destId="{0C9AF66B-6C12-4F17-BB10-0B79CCADA262}" srcOrd="3" destOrd="0" presId="urn:microsoft.com/office/officeart/2018/2/layout/IconVerticalSolidList"/>
    <dgm:cxn modelId="{682A4FEC-3C13-40D1-B1CE-8F4C875EDBCD}" type="presParOf" srcId="{FEBA4F3B-551F-424C-87B8-E258CDB12A00}" destId="{ED4484E1-8514-4706-9273-E527473ABA77}" srcOrd="4" destOrd="0" presId="urn:microsoft.com/office/officeart/2018/2/layout/IconVerticalSolidList"/>
    <dgm:cxn modelId="{D86B13A9-2CA0-41E9-AADF-F52916A67D6D}" type="presParOf" srcId="{4E661577-A428-4B24-AD90-F9ED41C92FDE}" destId="{F045E909-29D8-4C9E-990B-2390AAD498A8}" srcOrd="7" destOrd="0" presId="urn:microsoft.com/office/officeart/2018/2/layout/IconVerticalSolidList"/>
    <dgm:cxn modelId="{BE828B3D-C8DF-4924-B7C3-FAF2C3DCC204}" type="presParOf" srcId="{4E661577-A428-4B24-AD90-F9ED41C92FDE}" destId="{E34A3201-1DE3-42A4-ACDA-F774C021B7EF}" srcOrd="8" destOrd="0" presId="urn:microsoft.com/office/officeart/2018/2/layout/IconVerticalSolidList"/>
    <dgm:cxn modelId="{80854906-8001-4957-8E4D-3675B3C10C11}" type="presParOf" srcId="{E34A3201-1DE3-42A4-ACDA-F774C021B7EF}" destId="{B1A04655-DF8B-4293-9DC9-15E5D38DC3D6}" srcOrd="0" destOrd="0" presId="urn:microsoft.com/office/officeart/2018/2/layout/IconVerticalSolidList"/>
    <dgm:cxn modelId="{46CF43A4-C303-4B56-8400-BA25685B64BF}" type="presParOf" srcId="{E34A3201-1DE3-42A4-ACDA-F774C021B7EF}" destId="{69553178-1C22-4CD4-9C46-7D4F233C1231}" srcOrd="1" destOrd="0" presId="urn:microsoft.com/office/officeart/2018/2/layout/IconVerticalSolidList"/>
    <dgm:cxn modelId="{00937B50-EAE2-4028-8B4A-5CA1C848562E}" type="presParOf" srcId="{E34A3201-1DE3-42A4-ACDA-F774C021B7EF}" destId="{01FF7148-7746-43E1-9F13-923A917B11EB}" srcOrd="2" destOrd="0" presId="urn:microsoft.com/office/officeart/2018/2/layout/IconVerticalSolidList"/>
    <dgm:cxn modelId="{211A0DC1-6CB2-41B5-9187-992F9C8EC42D}" type="presParOf" srcId="{E34A3201-1DE3-42A4-ACDA-F774C021B7EF}" destId="{1586E428-4058-492F-9B91-E99C48976263}" srcOrd="3" destOrd="0" presId="urn:microsoft.com/office/officeart/2018/2/layout/IconVerticalSolidList"/>
    <dgm:cxn modelId="{ADFB3D9E-0ABF-47FF-80D6-FFFFC4222DAC}" type="presParOf" srcId="{E34A3201-1DE3-42A4-ACDA-F774C021B7EF}" destId="{65575C9E-ECAB-4E99-B2F2-40FDBC1D867F}"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662D2BD-6904-4D0B-9776-4AD3B8F96E4A}" type="doc">
      <dgm:prSet loTypeId="urn:microsoft.com/office/officeart/2016/7/layout/VerticalSolidActionList" loCatId="List" qsTypeId="urn:microsoft.com/office/officeart/2005/8/quickstyle/simple1" qsCatId="simple" csTypeId="urn:microsoft.com/office/officeart/2005/8/colors/colorful1" csCatId="colorful"/>
      <dgm:spPr/>
      <dgm:t>
        <a:bodyPr/>
        <a:lstStyle/>
        <a:p>
          <a:endParaRPr lang="en-US"/>
        </a:p>
      </dgm:t>
    </dgm:pt>
    <dgm:pt modelId="{1A5F9DFD-CC9B-468B-B44C-9E27E1C85A0B}">
      <dgm:prSet/>
      <dgm:spPr/>
      <dgm:t>
        <a:bodyPr/>
        <a:lstStyle/>
        <a:p>
          <a:r>
            <a:rPr lang="es-MX"/>
            <a:t>Identificar oportunidades de innovaciones disruptivas:</a:t>
          </a:r>
          <a:endParaRPr lang="en-US"/>
        </a:p>
      </dgm:t>
    </dgm:pt>
    <dgm:pt modelId="{5F9305B9-3651-4413-A8C6-EC2DB059A16E}" type="parTrans" cxnId="{C61D5DD9-BECB-4849-B6EB-495D060A40AD}">
      <dgm:prSet/>
      <dgm:spPr/>
      <dgm:t>
        <a:bodyPr/>
        <a:lstStyle/>
        <a:p>
          <a:endParaRPr lang="en-US"/>
        </a:p>
      </dgm:t>
    </dgm:pt>
    <dgm:pt modelId="{0056A4EC-E501-4315-9F79-01FBD0062843}" type="sibTrans" cxnId="{C61D5DD9-BECB-4849-B6EB-495D060A40AD}">
      <dgm:prSet/>
      <dgm:spPr/>
      <dgm:t>
        <a:bodyPr/>
        <a:lstStyle/>
        <a:p>
          <a:endParaRPr lang="en-US"/>
        </a:p>
      </dgm:t>
    </dgm:pt>
    <dgm:pt modelId="{99104525-BCB7-4773-BA31-3BC810875539}">
      <dgm:prSet/>
      <dgm:spPr/>
      <dgm:t>
        <a:bodyPr/>
        <a:lstStyle/>
        <a:p>
          <a:r>
            <a:rPr lang="es-MX"/>
            <a:t>El primer paso es identificar áreas dentro de tu empresa donde las tecnologías disruptivas pueden tener un impacto significativo. Esto podría incluir la mejora de procesos internos, la creación de nuevos productos o servicios, la optimización de la experiencia del cliente, entre otros.</a:t>
          </a:r>
          <a:endParaRPr lang="en-US"/>
        </a:p>
      </dgm:t>
    </dgm:pt>
    <dgm:pt modelId="{EECA8F12-9AF8-40CD-8DF7-AA8DF20E4D00}" type="parTrans" cxnId="{7072735D-976E-4FEE-AFA4-ECAA97C3E486}">
      <dgm:prSet/>
      <dgm:spPr/>
      <dgm:t>
        <a:bodyPr/>
        <a:lstStyle/>
        <a:p>
          <a:endParaRPr lang="en-US"/>
        </a:p>
      </dgm:t>
    </dgm:pt>
    <dgm:pt modelId="{55D94B6E-2BBE-4E44-9AAA-5988550AF7E3}" type="sibTrans" cxnId="{7072735D-976E-4FEE-AFA4-ECAA97C3E486}">
      <dgm:prSet/>
      <dgm:spPr/>
      <dgm:t>
        <a:bodyPr/>
        <a:lstStyle/>
        <a:p>
          <a:endParaRPr lang="en-US"/>
        </a:p>
      </dgm:t>
    </dgm:pt>
    <dgm:pt modelId="{D894433A-2CF4-4F02-9914-6B6336CE3913}">
      <dgm:prSet/>
      <dgm:spPr/>
      <dgm:t>
        <a:bodyPr/>
        <a:lstStyle/>
        <a:p>
          <a:r>
            <a:rPr lang="es-MX"/>
            <a:t>Investigar y explorar:</a:t>
          </a:r>
          <a:endParaRPr lang="en-US"/>
        </a:p>
      </dgm:t>
    </dgm:pt>
    <dgm:pt modelId="{DFCD1B70-B5A8-42E3-BD09-0864633BB6DA}" type="parTrans" cxnId="{63782180-034B-4113-A9B4-7C95642EFAA2}">
      <dgm:prSet/>
      <dgm:spPr/>
      <dgm:t>
        <a:bodyPr/>
        <a:lstStyle/>
        <a:p>
          <a:endParaRPr lang="en-US"/>
        </a:p>
      </dgm:t>
    </dgm:pt>
    <dgm:pt modelId="{91BD621E-F209-4243-BE61-2581801B6D40}" type="sibTrans" cxnId="{63782180-034B-4113-A9B4-7C95642EFAA2}">
      <dgm:prSet/>
      <dgm:spPr/>
      <dgm:t>
        <a:bodyPr/>
        <a:lstStyle/>
        <a:p>
          <a:endParaRPr lang="en-US"/>
        </a:p>
      </dgm:t>
    </dgm:pt>
    <dgm:pt modelId="{B25713EB-D401-4CA6-952A-8587D7019799}">
      <dgm:prSet/>
      <dgm:spPr/>
      <dgm:t>
        <a:bodyPr/>
        <a:lstStyle/>
        <a:p>
          <a:r>
            <a:rPr lang="es-MX"/>
            <a:t>Mantente actualizado sobre las tendencias tecnológicas emergentes. Esto implica investigar y explorar nuevas tecnologías, asistir a conferencias, participar en grupos de discusión y colaborar con startups.</a:t>
          </a:r>
          <a:endParaRPr lang="en-US"/>
        </a:p>
      </dgm:t>
    </dgm:pt>
    <dgm:pt modelId="{AFC11997-96A9-4EA8-8D45-4D50FA14C853}" type="parTrans" cxnId="{46618737-DEF4-40B3-87D1-533793CFFAA7}">
      <dgm:prSet/>
      <dgm:spPr/>
      <dgm:t>
        <a:bodyPr/>
        <a:lstStyle/>
        <a:p>
          <a:endParaRPr lang="en-US"/>
        </a:p>
      </dgm:t>
    </dgm:pt>
    <dgm:pt modelId="{95FC484B-CE55-4EAB-9DFE-8B15F521EC59}" type="sibTrans" cxnId="{46618737-DEF4-40B3-87D1-533793CFFAA7}">
      <dgm:prSet/>
      <dgm:spPr/>
      <dgm:t>
        <a:bodyPr/>
        <a:lstStyle/>
        <a:p>
          <a:endParaRPr lang="en-US"/>
        </a:p>
      </dgm:t>
    </dgm:pt>
    <dgm:pt modelId="{38A58D37-309D-4446-BA01-A3BECC3EDE76}">
      <dgm:prSet/>
      <dgm:spPr/>
      <dgm:t>
        <a:bodyPr/>
        <a:lstStyle/>
        <a:p>
          <a:r>
            <a:rPr lang="es-MX"/>
            <a:t>Establecer objetivos claros:</a:t>
          </a:r>
          <a:endParaRPr lang="en-US"/>
        </a:p>
      </dgm:t>
    </dgm:pt>
    <dgm:pt modelId="{436A344A-D24A-46CC-B2E8-5F740D469ADC}" type="parTrans" cxnId="{E5C752FE-325A-486B-BD75-7C29C86E8973}">
      <dgm:prSet/>
      <dgm:spPr/>
      <dgm:t>
        <a:bodyPr/>
        <a:lstStyle/>
        <a:p>
          <a:endParaRPr lang="en-US"/>
        </a:p>
      </dgm:t>
    </dgm:pt>
    <dgm:pt modelId="{15F6DC44-A75E-4937-A00E-315EDAD465D3}" type="sibTrans" cxnId="{E5C752FE-325A-486B-BD75-7C29C86E8973}">
      <dgm:prSet/>
      <dgm:spPr/>
      <dgm:t>
        <a:bodyPr/>
        <a:lstStyle/>
        <a:p>
          <a:endParaRPr lang="en-US"/>
        </a:p>
      </dgm:t>
    </dgm:pt>
    <dgm:pt modelId="{7763F7AD-6137-40F0-BA59-B563F92D5B61}">
      <dgm:prSet/>
      <dgm:spPr/>
      <dgm:t>
        <a:bodyPr/>
        <a:lstStyle/>
        <a:p>
          <a:r>
            <a:rPr lang="es-MX"/>
            <a:t>Define objetivos específicos que deseas lograr con la implementación de tecnologías disruptivas. Estos objetivos deben ser medibles y alineados con la estrategia general de la empresa.</a:t>
          </a:r>
          <a:endParaRPr lang="en-US"/>
        </a:p>
      </dgm:t>
    </dgm:pt>
    <dgm:pt modelId="{B584E341-2F0D-4953-9522-AF03990F7206}" type="parTrans" cxnId="{D5FD10D0-9642-4B2E-B5A5-7E2E194A70EB}">
      <dgm:prSet/>
      <dgm:spPr/>
      <dgm:t>
        <a:bodyPr/>
        <a:lstStyle/>
        <a:p>
          <a:endParaRPr lang="en-US"/>
        </a:p>
      </dgm:t>
    </dgm:pt>
    <dgm:pt modelId="{937F9CF0-BB29-44CB-8511-9C0C2560E572}" type="sibTrans" cxnId="{D5FD10D0-9642-4B2E-B5A5-7E2E194A70EB}">
      <dgm:prSet/>
      <dgm:spPr/>
      <dgm:t>
        <a:bodyPr/>
        <a:lstStyle/>
        <a:p>
          <a:endParaRPr lang="en-US"/>
        </a:p>
      </dgm:t>
    </dgm:pt>
    <dgm:pt modelId="{107A547A-F831-46F1-983B-1CC5112C4A0E}">
      <dgm:prSet/>
      <dgm:spPr/>
      <dgm:t>
        <a:bodyPr/>
        <a:lstStyle/>
        <a:p>
          <a:r>
            <a:rPr lang="es-MX"/>
            <a:t>Desarrollar un plan de acción:</a:t>
          </a:r>
          <a:endParaRPr lang="en-US"/>
        </a:p>
      </dgm:t>
    </dgm:pt>
    <dgm:pt modelId="{73A04803-AB52-448C-B938-B1DC7ED8144D}" type="parTrans" cxnId="{5DFDE092-481A-4D95-B57D-20187C65418E}">
      <dgm:prSet/>
      <dgm:spPr/>
      <dgm:t>
        <a:bodyPr/>
        <a:lstStyle/>
        <a:p>
          <a:endParaRPr lang="en-US"/>
        </a:p>
      </dgm:t>
    </dgm:pt>
    <dgm:pt modelId="{A75D6E2C-4BC8-44ED-A1B3-EEE02473EA96}" type="sibTrans" cxnId="{5DFDE092-481A-4D95-B57D-20187C65418E}">
      <dgm:prSet/>
      <dgm:spPr/>
      <dgm:t>
        <a:bodyPr/>
        <a:lstStyle/>
        <a:p>
          <a:endParaRPr lang="en-US"/>
        </a:p>
      </dgm:t>
    </dgm:pt>
    <dgm:pt modelId="{3BBA645A-C8B2-4F91-AD76-BFD8DECE8EDD}">
      <dgm:prSet/>
      <dgm:spPr/>
      <dgm:t>
        <a:bodyPr/>
        <a:lstStyle/>
        <a:p>
          <a:r>
            <a:rPr lang="es-MX"/>
            <a:t>Crea un plan detallado que incluya la selección de tecnologías específicas, plazos, recursos necesarios y responsabilidades. </a:t>
          </a:r>
          <a:endParaRPr lang="en-US"/>
        </a:p>
      </dgm:t>
    </dgm:pt>
    <dgm:pt modelId="{EBF94A5A-C976-4594-A48D-E5038CDF1352}" type="parTrans" cxnId="{EB05807E-992D-47A2-9673-A67DF5B0232F}">
      <dgm:prSet/>
      <dgm:spPr/>
      <dgm:t>
        <a:bodyPr/>
        <a:lstStyle/>
        <a:p>
          <a:endParaRPr lang="en-US"/>
        </a:p>
      </dgm:t>
    </dgm:pt>
    <dgm:pt modelId="{C6AB71D5-9D89-4B87-B0CC-1F0690872ABF}" type="sibTrans" cxnId="{EB05807E-992D-47A2-9673-A67DF5B0232F}">
      <dgm:prSet/>
      <dgm:spPr/>
      <dgm:t>
        <a:bodyPr/>
        <a:lstStyle/>
        <a:p>
          <a:endParaRPr lang="en-US"/>
        </a:p>
      </dgm:t>
    </dgm:pt>
    <dgm:pt modelId="{3B51B4D9-7016-44C4-A495-4406576F6960}" type="pres">
      <dgm:prSet presAssocID="{C662D2BD-6904-4D0B-9776-4AD3B8F96E4A}" presName="Name0" presStyleCnt="0">
        <dgm:presLayoutVars>
          <dgm:dir/>
          <dgm:animLvl val="lvl"/>
          <dgm:resizeHandles val="exact"/>
        </dgm:presLayoutVars>
      </dgm:prSet>
      <dgm:spPr/>
    </dgm:pt>
    <dgm:pt modelId="{2FE173E3-32D0-4195-8B06-1B1E1DB16361}" type="pres">
      <dgm:prSet presAssocID="{1A5F9DFD-CC9B-468B-B44C-9E27E1C85A0B}" presName="linNode" presStyleCnt="0"/>
      <dgm:spPr/>
    </dgm:pt>
    <dgm:pt modelId="{37EDE59D-FEF4-4B0E-8250-EA6510581F62}" type="pres">
      <dgm:prSet presAssocID="{1A5F9DFD-CC9B-468B-B44C-9E27E1C85A0B}" presName="parentText" presStyleLbl="alignNode1" presStyleIdx="0" presStyleCnt="4">
        <dgm:presLayoutVars>
          <dgm:chMax val="1"/>
          <dgm:bulletEnabled/>
        </dgm:presLayoutVars>
      </dgm:prSet>
      <dgm:spPr/>
    </dgm:pt>
    <dgm:pt modelId="{03E0F323-2FE0-4802-810C-DDA1281F7F95}" type="pres">
      <dgm:prSet presAssocID="{1A5F9DFD-CC9B-468B-B44C-9E27E1C85A0B}" presName="descendantText" presStyleLbl="alignAccFollowNode1" presStyleIdx="0" presStyleCnt="4">
        <dgm:presLayoutVars>
          <dgm:bulletEnabled/>
        </dgm:presLayoutVars>
      </dgm:prSet>
      <dgm:spPr/>
    </dgm:pt>
    <dgm:pt modelId="{252EA8CD-2E67-415C-8E3B-2C7449961AF8}" type="pres">
      <dgm:prSet presAssocID="{0056A4EC-E501-4315-9F79-01FBD0062843}" presName="sp" presStyleCnt="0"/>
      <dgm:spPr/>
    </dgm:pt>
    <dgm:pt modelId="{E8A716CF-F4E0-450B-AE07-F9016D0693A5}" type="pres">
      <dgm:prSet presAssocID="{D894433A-2CF4-4F02-9914-6B6336CE3913}" presName="linNode" presStyleCnt="0"/>
      <dgm:spPr/>
    </dgm:pt>
    <dgm:pt modelId="{AB6E7684-1D95-4846-B8DD-64D34EF9C97D}" type="pres">
      <dgm:prSet presAssocID="{D894433A-2CF4-4F02-9914-6B6336CE3913}" presName="parentText" presStyleLbl="alignNode1" presStyleIdx="1" presStyleCnt="4">
        <dgm:presLayoutVars>
          <dgm:chMax val="1"/>
          <dgm:bulletEnabled/>
        </dgm:presLayoutVars>
      </dgm:prSet>
      <dgm:spPr/>
    </dgm:pt>
    <dgm:pt modelId="{16479CD6-4C86-4E64-8027-0F99C1C61C3C}" type="pres">
      <dgm:prSet presAssocID="{D894433A-2CF4-4F02-9914-6B6336CE3913}" presName="descendantText" presStyleLbl="alignAccFollowNode1" presStyleIdx="1" presStyleCnt="4">
        <dgm:presLayoutVars>
          <dgm:bulletEnabled/>
        </dgm:presLayoutVars>
      </dgm:prSet>
      <dgm:spPr/>
    </dgm:pt>
    <dgm:pt modelId="{7C1EFD6B-5231-43B3-B9D9-1FDC19323917}" type="pres">
      <dgm:prSet presAssocID="{91BD621E-F209-4243-BE61-2581801B6D40}" presName="sp" presStyleCnt="0"/>
      <dgm:spPr/>
    </dgm:pt>
    <dgm:pt modelId="{7CEF295D-021F-44A1-95DF-F5D4179E56E8}" type="pres">
      <dgm:prSet presAssocID="{38A58D37-309D-4446-BA01-A3BECC3EDE76}" presName="linNode" presStyleCnt="0"/>
      <dgm:spPr/>
    </dgm:pt>
    <dgm:pt modelId="{8BDDD7C8-E2D0-4D14-A6D8-9FC36AF17C30}" type="pres">
      <dgm:prSet presAssocID="{38A58D37-309D-4446-BA01-A3BECC3EDE76}" presName="parentText" presStyleLbl="alignNode1" presStyleIdx="2" presStyleCnt="4">
        <dgm:presLayoutVars>
          <dgm:chMax val="1"/>
          <dgm:bulletEnabled/>
        </dgm:presLayoutVars>
      </dgm:prSet>
      <dgm:spPr/>
    </dgm:pt>
    <dgm:pt modelId="{513A2902-21C8-46DC-BD1A-1AAAA49A16EB}" type="pres">
      <dgm:prSet presAssocID="{38A58D37-309D-4446-BA01-A3BECC3EDE76}" presName="descendantText" presStyleLbl="alignAccFollowNode1" presStyleIdx="2" presStyleCnt="4">
        <dgm:presLayoutVars>
          <dgm:bulletEnabled/>
        </dgm:presLayoutVars>
      </dgm:prSet>
      <dgm:spPr/>
    </dgm:pt>
    <dgm:pt modelId="{04B40D12-52F0-464E-A0FA-9056F496E741}" type="pres">
      <dgm:prSet presAssocID="{15F6DC44-A75E-4937-A00E-315EDAD465D3}" presName="sp" presStyleCnt="0"/>
      <dgm:spPr/>
    </dgm:pt>
    <dgm:pt modelId="{2F40477A-F243-473A-BC43-6F20AB86F159}" type="pres">
      <dgm:prSet presAssocID="{107A547A-F831-46F1-983B-1CC5112C4A0E}" presName="linNode" presStyleCnt="0"/>
      <dgm:spPr/>
    </dgm:pt>
    <dgm:pt modelId="{0DBDA750-0B7B-4F66-AF50-247B974B8842}" type="pres">
      <dgm:prSet presAssocID="{107A547A-F831-46F1-983B-1CC5112C4A0E}" presName="parentText" presStyleLbl="alignNode1" presStyleIdx="3" presStyleCnt="4">
        <dgm:presLayoutVars>
          <dgm:chMax val="1"/>
          <dgm:bulletEnabled/>
        </dgm:presLayoutVars>
      </dgm:prSet>
      <dgm:spPr/>
    </dgm:pt>
    <dgm:pt modelId="{DF8DDF85-004F-4D63-8C75-A9131D576082}" type="pres">
      <dgm:prSet presAssocID="{107A547A-F831-46F1-983B-1CC5112C4A0E}" presName="descendantText" presStyleLbl="alignAccFollowNode1" presStyleIdx="3" presStyleCnt="4">
        <dgm:presLayoutVars>
          <dgm:bulletEnabled/>
        </dgm:presLayoutVars>
      </dgm:prSet>
      <dgm:spPr/>
    </dgm:pt>
  </dgm:ptLst>
  <dgm:cxnLst>
    <dgm:cxn modelId="{46618737-DEF4-40B3-87D1-533793CFFAA7}" srcId="{D894433A-2CF4-4F02-9914-6B6336CE3913}" destId="{B25713EB-D401-4CA6-952A-8587D7019799}" srcOrd="0" destOrd="0" parTransId="{AFC11997-96A9-4EA8-8D45-4D50FA14C853}" sibTransId="{95FC484B-CE55-4EAB-9DFE-8B15F521EC59}"/>
    <dgm:cxn modelId="{CAD7983E-543C-482D-9713-BAA3878BEA7D}" type="presOf" srcId="{D894433A-2CF4-4F02-9914-6B6336CE3913}" destId="{AB6E7684-1D95-4846-B8DD-64D34EF9C97D}" srcOrd="0" destOrd="0" presId="urn:microsoft.com/office/officeart/2016/7/layout/VerticalSolidActionList"/>
    <dgm:cxn modelId="{7072735D-976E-4FEE-AFA4-ECAA97C3E486}" srcId="{1A5F9DFD-CC9B-468B-B44C-9E27E1C85A0B}" destId="{99104525-BCB7-4773-BA31-3BC810875539}" srcOrd="0" destOrd="0" parTransId="{EECA8F12-9AF8-40CD-8DF7-AA8DF20E4D00}" sibTransId="{55D94B6E-2BBE-4E44-9AAA-5988550AF7E3}"/>
    <dgm:cxn modelId="{BE754660-6131-4CF7-B030-2A58EA1DC738}" type="presOf" srcId="{38A58D37-309D-4446-BA01-A3BECC3EDE76}" destId="{8BDDD7C8-E2D0-4D14-A6D8-9FC36AF17C30}" srcOrd="0" destOrd="0" presId="urn:microsoft.com/office/officeart/2016/7/layout/VerticalSolidActionList"/>
    <dgm:cxn modelId="{E9203B71-8C72-4AC8-B9AD-12671D38AAB8}" type="presOf" srcId="{7763F7AD-6137-40F0-BA59-B563F92D5B61}" destId="{513A2902-21C8-46DC-BD1A-1AAAA49A16EB}" srcOrd="0" destOrd="0" presId="urn:microsoft.com/office/officeart/2016/7/layout/VerticalSolidActionList"/>
    <dgm:cxn modelId="{2ABAA07A-A614-4347-AED4-6B14869C0184}" type="presOf" srcId="{B25713EB-D401-4CA6-952A-8587D7019799}" destId="{16479CD6-4C86-4E64-8027-0F99C1C61C3C}" srcOrd="0" destOrd="0" presId="urn:microsoft.com/office/officeart/2016/7/layout/VerticalSolidActionList"/>
    <dgm:cxn modelId="{EB05807E-992D-47A2-9673-A67DF5B0232F}" srcId="{107A547A-F831-46F1-983B-1CC5112C4A0E}" destId="{3BBA645A-C8B2-4F91-AD76-BFD8DECE8EDD}" srcOrd="0" destOrd="0" parTransId="{EBF94A5A-C976-4594-A48D-E5038CDF1352}" sibTransId="{C6AB71D5-9D89-4B87-B0CC-1F0690872ABF}"/>
    <dgm:cxn modelId="{63782180-034B-4113-A9B4-7C95642EFAA2}" srcId="{C662D2BD-6904-4D0B-9776-4AD3B8F96E4A}" destId="{D894433A-2CF4-4F02-9914-6B6336CE3913}" srcOrd="1" destOrd="0" parTransId="{DFCD1B70-B5A8-42E3-BD09-0864633BB6DA}" sibTransId="{91BD621E-F209-4243-BE61-2581801B6D40}"/>
    <dgm:cxn modelId="{5DFDE092-481A-4D95-B57D-20187C65418E}" srcId="{C662D2BD-6904-4D0B-9776-4AD3B8F96E4A}" destId="{107A547A-F831-46F1-983B-1CC5112C4A0E}" srcOrd="3" destOrd="0" parTransId="{73A04803-AB52-448C-B938-B1DC7ED8144D}" sibTransId="{A75D6E2C-4BC8-44ED-A1B3-EEE02473EA96}"/>
    <dgm:cxn modelId="{D10007B1-98FC-4866-94B0-5ECD883AA9EA}" type="presOf" srcId="{1A5F9DFD-CC9B-468B-B44C-9E27E1C85A0B}" destId="{37EDE59D-FEF4-4B0E-8250-EA6510581F62}" srcOrd="0" destOrd="0" presId="urn:microsoft.com/office/officeart/2016/7/layout/VerticalSolidActionList"/>
    <dgm:cxn modelId="{15B4ECC6-90BE-4D48-99CE-FFDE76799B72}" type="presOf" srcId="{C662D2BD-6904-4D0B-9776-4AD3B8F96E4A}" destId="{3B51B4D9-7016-44C4-A495-4406576F6960}" srcOrd="0" destOrd="0" presId="urn:microsoft.com/office/officeart/2016/7/layout/VerticalSolidActionList"/>
    <dgm:cxn modelId="{2E0706C8-A6F1-43EE-8AD4-61A892E6979F}" type="presOf" srcId="{107A547A-F831-46F1-983B-1CC5112C4A0E}" destId="{0DBDA750-0B7B-4F66-AF50-247B974B8842}" srcOrd="0" destOrd="0" presId="urn:microsoft.com/office/officeart/2016/7/layout/VerticalSolidActionList"/>
    <dgm:cxn modelId="{D5FD10D0-9642-4B2E-B5A5-7E2E194A70EB}" srcId="{38A58D37-309D-4446-BA01-A3BECC3EDE76}" destId="{7763F7AD-6137-40F0-BA59-B563F92D5B61}" srcOrd="0" destOrd="0" parTransId="{B584E341-2F0D-4953-9522-AF03990F7206}" sibTransId="{937F9CF0-BB29-44CB-8511-9C0C2560E572}"/>
    <dgm:cxn modelId="{C61D5DD9-BECB-4849-B6EB-495D060A40AD}" srcId="{C662D2BD-6904-4D0B-9776-4AD3B8F96E4A}" destId="{1A5F9DFD-CC9B-468B-B44C-9E27E1C85A0B}" srcOrd="0" destOrd="0" parTransId="{5F9305B9-3651-4413-A8C6-EC2DB059A16E}" sibTransId="{0056A4EC-E501-4315-9F79-01FBD0062843}"/>
    <dgm:cxn modelId="{B9C2A4DF-F91F-4585-A41D-476957FBA08B}" type="presOf" srcId="{99104525-BCB7-4773-BA31-3BC810875539}" destId="{03E0F323-2FE0-4802-810C-DDA1281F7F95}" srcOrd="0" destOrd="0" presId="urn:microsoft.com/office/officeart/2016/7/layout/VerticalSolidActionList"/>
    <dgm:cxn modelId="{382950E9-FB9D-4DB3-8586-B02B787C983A}" type="presOf" srcId="{3BBA645A-C8B2-4F91-AD76-BFD8DECE8EDD}" destId="{DF8DDF85-004F-4D63-8C75-A9131D576082}" srcOrd="0" destOrd="0" presId="urn:microsoft.com/office/officeart/2016/7/layout/VerticalSolidActionList"/>
    <dgm:cxn modelId="{E5C752FE-325A-486B-BD75-7C29C86E8973}" srcId="{C662D2BD-6904-4D0B-9776-4AD3B8F96E4A}" destId="{38A58D37-309D-4446-BA01-A3BECC3EDE76}" srcOrd="2" destOrd="0" parTransId="{436A344A-D24A-46CC-B2E8-5F740D469ADC}" sibTransId="{15F6DC44-A75E-4937-A00E-315EDAD465D3}"/>
    <dgm:cxn modelId="{CDED6F11-325D-4711-A47D-FB8F69739D5A}" type="presParOf" srcId="{3B51B4D9-7016-44C4-A495-4406576F6960}" destId="{2FE173E3-32D0-4195-8B06-1B1E1DB16361}" srcOrd="0" destOrd="0" presId="urn:microsoft.com/office/officeart/2016/7/layout/VerticalSolidActionList"/>
    <dgm:cxn modelId="{A80B9191-FA50-4056-A1A2-2A0CD138978C}" type="presParOf" srcId="{2FE173E3-32D0-4195-8B06-1B1E1DB16361}" destId="{37EDE59D-FEF4-4B0E-8250-EA6510581F62}" srcOrd="0" destOrd="0" presId="urn:microsoft.com/office/officeart/2016/7/layout/VerticalSolidActionList"/>
    <dgm:cxn modelId="{FD4D15AB-9ED4-4DEE-BFBD-AABF51856943}" type="presParOf" srcId="{2FE173E3-32D0-4195-8B06-1B1E1DB16361}" destId="{03E0F323-2FE0-4802-810C-DDA1281F7F95}" srcOrd="1" destOrd="0" presId="urn:microsoft.com/office/officeart/2016/7/layout/VerticalSolidActionList"/>
    <dgm:cxn modelId="{B73755DF-BD99-4821-B112-E8F96E8E8E49}" type="presParOf" srcId="{3B51B4D9-7016-44C4-A495-4406576F6960}" destId="{252EA8CD-2E67-415C-8E3B-2C7449961AF8}" srcOrd="1" destOrd="0" presId="urn:microsoft.com/office/officeart/2016/7/layout/VerticalSolidActionList"/>
    <dgm:cxn modelId="{F85FDB30-A6DE-4678-8191-E31ECC6A8EEF}" type="presParOf" srcId="{3B51B4D9-7016-44C4-A495-4406576F6960}" destId="{E8A716CF-F4E0-450B-AE07-F9016D0693A5}" srcOrd="2" destOrd="0" presId="urn:microsoft.com/office/officeart/2016/7/layout/VerticalSolidActionList"/>
    <dgm:cxn modelId="{DE390695-1132-4681-A822-3D8D2A3A2994}" type="presParOf" srcId="{E8A716CF-F4E0-450B-AE07-F9016D0693A5}" destId="{AB6E7684-1D95-4846-B8DD-64D34EF9C97D}" srcOrd="0" destOrd="0" presId="urn:microsoft.com/office/officeart/2016/7/layout/VerticalSolidActionList"/>
    <dgm:cxn modelId="{8F947CC1-53DE-4605-9ABA-72D3CA2EABC5}" type="presParOf" srcId="{E8A716CF-F4E0-450B-AE07-F9016D0693A5}" destId="{16479CD6-4C86-4E64-8027-0F99C1C61C3C}" srcOrd="1" destOrd="0" presId="urn:microsoft.com/office/officeart/2016/7/layout/VerticalSolidActionList"/>
    <dgm:cxn modelId="{993E44C1-D766-4F4C-BC0F-6ADF543833AE}" type="presParOf" srcId="{3B51B4D9-7016-44C4-A495-4406576F6960}" destId="{7C1EFD6B-5231-43B3-B9D9-1FDC19323917}" srcOrd="3" destOrd="0" presId="urn:microsoft.com/office/officeart/2016/7/layout/VerticalSolidActionList"/>
    <dgm:cxn modelId="{9F22B787-3837-4350-808D-A85FB1903725}" type="presParOf" srcId="{3B51B4D9-7016-44C4-A495-4406576F6960}" destId="{7CEF295D-021F-44A1-95DF-F5D4179E56E8}" srcOrd="4" destOrd="0" presId="urn:microsoft.com/office/officeart/2016/7/layout/VerticalSolidActionList"/>
    <dgm:cxn modelId="{5F039DC0-28C3-401E-9871-F5AD6922C814}" type="presParOf" srcId="{7CEF295D-021F-44A1-95DF-F5D4179E56E8}" destId="{8BDDD7C8-E2D0-4D14-A6D8-9FC36AF17C30}" srcOrd="0" destOrd="0" presId="urn:microsoft.com/office/officeart/2016/7/layout/VerticalSolidActionList"/>
    <dgm:cxn modelId="{584A6B98-A429-4F35-B932-6D9ED1B8C6E4}" type="presParOf" srcId="{7CEF295D-021F-44A1-95DF-F5D4179E56E8}" destId="{513A2902-21C8-46DC-BD1A-1AAAA49A16EB}" srcOrd="1" destOrd="0" presId="urn:microsoft.com/office/officeart/2016/7/layout/VerticalSolidActionList"/>
    <dgm:cxn modelId="{C262AF45-E027-4EAA-9C55-740F44004A33}" type="presParOf" srcId="{3B51B4D9-7016-44C4-A495-4406576F6960}" destId="{04B40D12-52F0-464E-A0FA-9056F496E741}" srcOrd="5" destOrd="0" presId="urn:microsoft.com/office/officeart/2016/7/layout/VerticalSolidActionList"/>
    <dgm:cxn modelId="{213A8DD5-5CCC-4F17-9621-E32A1AA8BB3E}" type="presParOf" srcId="{3B51B4D9-7016-44C4-A495-4406576F6960}" destId="{2F40477A-F243-473A-BC43-6F20AB86F159}" srcOrd="6" destOrd="0" presId="urn:microsoft.com/office/officeart/2016/7/layout/VerticalSolidActionList"/>
    <dgm:cxn modelId="{615DA725-BE53-4E74-A24A-CACFF9BF480A}" type="presParOf" srcId="{2F40477A-F243-473A-BC43-6F20AB86F159}" destId="{0DBDA750-0B7B-4F66-AF50-247B974B8842}" srcOrd="0" destOrd="0" presId="urn:microsoft.com/office/officeart/2016/7/layout/VerticalSolidActionList"/>
    <dgm:cxn modelId="{9CFE24DC-2274-440A-97BE-7A41A4F3D6E7}" type="presParOf" srcId="{2F40477A-F243-473A-BC43-6F20AB86F159}" destId="{DF8DDF85-004F-4D63-8C75-A9131D576082}"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857A3B9-03C9-428D-BDDE-8AA50EEFA55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8253193-4790-471F-90F6-CAAC7CDEE882}">
      <dgm:prSet/>
      <dgm:spPr/>
      <dgm:t>
        <a:bodyPr/>
        <a:lstStyle/>
        <a:p>
          <a:pPr>
            <a:lnSpc>
              <a:spcPct val="100000"/>
            </a:lnSpc>
          </a:pPr>
          <a:r>
            <a:rPr lang="es-MX"/>
            <a:t>Capacitar al personal:</a:t>
          </a:r>
          <a:endParaRPr lang="en-US"/>
        </a:p>
      </dgm:t>
    </dgm:pt>
    <dgm:pt modelId="{EBBD252E-2FCA-409A-B388-A501241F3934}" type="parTrans" cxnId="{C4E1A5F5-64D5-4BF4-A9E2-A48E3DE499FB}">
      <dgm:prSet/>
      <dgm:spPr/>
      <dgm:t>
        <a:bodyPr/>
        <a:lstStyle/>
        <a:p>
          <a:endParaRPr lang="en-US"/>
        </a:p>
      </dgm:t>
    </dgm:pt>
    <dgm:pt modelId="{0F048B46-F413-460C-8B49-C8B0A765AFC0}" type="sibTrans" cxnId="{C4E1A5F5-64D5-4BF4-A9E2-A48E3DE499FB}">
      <dgm:prSet/>
      <dgm:spPr/>
      <dgm:t>
        <a:bodyPr/>
        <a:lstStyle/>
        <a:p>
          <a:endParaRPr lang="en-US"/>
        </a:p>
      </dgm:t>
    </dgm:pt>
    <dgm:pt modelId="{4B6CCB72-6567-49D8-9605-60C16C5D9A92}">
      <dgm:prSet/>
      <dgm:spPr/>
      <dgm:t>
        <a:bodyPr/>
        <a:lstStyle/>
        <a:p>
          <a:pPr>
            <a:lnSpc>
              <a:spcPct val="100000"/>
            </a:lnSpc>
          </a:pPr>
          <a:r>
            <a:rPr lang="es-MX"/>
            <a:t>Proporciona capacitación y desarrollo profesional a tu personal para que puedan utilizar y aprovechar las nuevas tecnologías de manera efectiva.</a:t>
          </a:r>
          <a:endParaRPr lang="en-US"/>
        </a:p>
      </dgm:t>
    </dgm:pt>
    <dgm:pt modelId="{4542B000-86E9-4339-99D1-4C25549B5DAB}" type="parTrans" cxnId="{7D73C9C3-82D4-4EF5-BAED-A92B5848F36E}">
      <dgm:prSet/>
      <dgm:spPr/>
      <dgm:t>
        <a:bodyPr/>
        <a:lstStyle/>
        <a:p>
          <a:endParaRPr lang="en-US"/>
        </a:p>
      </dgm:t>
    </dgm:pt>
    <dgm:pt modelId="{5E2444F5-018B-4991-9F29-86300778DF75}" type="sibTrans" cxnId="{7D73C9C3-82D4-4EF5-BAED-A92B5848F36E}">
      <dgm:prSet/>
      <dgm:spPr/>
      <dgm:t>
        <a:bodyPr/>
        <a:lstStyle/>
        <a:p>
          <a:endParaRPr lang="en-US"/>
        </a:p>
      </dgm:t>
    </dgm:pt>
    <dgm:pt modelId="{BBCFE107-7CF9-4D66-803A-140895111B14}">
      <dgm:prSet/>
      <dgm:spPr/>
      <dgm:t>
        <a:bodyPr/>
        <a:lstStyle/>
        <a:p>
          <a:pPr>
            <a:lnSpc>
              <a:spcPct val="100000"/>
            </a:lnSpc>
          </a:pPr>
          <a:r>
            <a:rPr lang="es-MX"/>
            <a:t>Medir y evaluar:</a:t>
          </a:r>
          <a:endParaRPr lang="en-US"/>
        </a:p>
      </dgm:t>
    </dgm:pt>
    <dgm:pt modelId="{25C4E706-D8A8-406E-B982-FA83379758BF}" type="parTrans" cxnId="{F0C3C38D-5A43-43E9-8DDA-76BAF9266924}">
      <dgm:prSet/>
      <dgm:spPr/>
      <dgm:t>
        <a:bodyPr/>
        <a:lstStyle/>
        <a:p>
          <a:endParaRPr lang="en-US"/>
        </a:p>
      </dgm:t>
    </dgm:pt>
    <dgm:pt modelId="{A50E0001-B011-4708-B300-8CA454E7F007}" type="sibTrans" cxnId="{F0C3C38D-5A43-43E9-8DDA-76BAF9266924}">
      <dgm:prSet/>
      <dgm:spPr/>
      <dgm:t>
        <a:bodyPr/>
        <a:lstStyle/>
        <a:p>
          <a:endParaRPr lang="en-US"/>
        </a:p>
      </dgm:t>
    </dgm:pt>
    <dgm:pt modelId="{4795A94A-988D-4190-BBFA-41066693A7D4}">
      <dgm:prSet/>
      <dgm:spPr/>
      <dgm:t>
        <a:bodyPr/>
        <a:lstStyle/>
        <a:p>
          <a:pPr>
            <a:lnSpc>
              <a:spcPct val="100000"/>
            </a:lnSpc>
          </a:pPr>
          <a:r>
            <a:rPr lang="es-MX"/>
            <a:t>Establece métricas y KPIs (Indicadores Clave de Rendimiento) para medir el éxito de la implementación. Realiza un seguimiento constante y ajusta tu estrategia según sea necesario.</a:t>
          </a:r>
          <a:endParaRPr lang="en-US"/>
        </a:p>
      </dgm:t>
    </dgm:pt>
    <dgm:pt modelId="{E809816D-E424-4E34-AA33-D733A9F68DD3}" type="parTrans" cxnId="{6BE9138C-7BC7-4EC4-A207-B7BE8EFD894B}">
      <dgm:prSet/>
      <dgm:spPr/>
      <dgm:t>
        <a:bodyPr/>
        <a:lstStyle/>
        <a:p>
          <a:endParaRPr lang="en-US"/>
        </a:p>
      </dgm:t>
    </dgm:pt>
    <dgm:pt modelId="{2ED2710B-1466-4B5F-BF67-1C40DA1D05B5}" type="sibTrans" cxnId="{6BE9138C-7BC7-4EC4-A207-B7BE8EFD894B}">
      <dgm:prSet/>
      <dgm:spPr/>
      <dgm:t>
        <a:bodyPr/>
        <a:lstStyle/>
        <a:p>
          <a:endParaRPr lang="en-US"/>
        </a:p>
      </dgm:t>
    </dgm:pt>
    <dgm:pt modelId="{A25DF802-FA23-4EC2-83CA-697B83E003F1}">
      <dgm:prSet/>
      <dgm:spPr/>
      <dgm:t>
        <a:bodyPr/>
        <a:lstStyle/>
        <a:p>
          <a:pPr>
            <a:lnSpc>
              <a:spcPct val="100000"/>
            </a:lnSpc>
          </a:pPr>
          <a:r>
            <a:rPr lang="es-MX"/>
            <a:t>Iterar y mejorar:</a:t>
          </a:r>
          <a:endParaRPr lang="en-US"/>
        </a:p>
      </dgm:t>
    </dgm:pt>
    <dgm:pt modelId="{B85E47CD-0A78-4C75-8EAB-E41EC700B2A4}" type="parTrans" cxnId="{402637F5-DA00-4A5D-B9FE-FC4C5FAD9174}">
      <dgm:prSet/>
      <dgm:spPr/>
      <dgm:t>
        <a:bodyPr/>
        <a:lstStyle/>
        <a:p>
          <a:endParaRPr lang="en-US"/>
        </a:p>
      </dgm:t>
    </dgm:pt>
    <dgm:pt modelId="{30E620E2-ACB8-44A3-BCE0-D0D7DE72E336}" type="sibTrans" cxnId="{402637F5-DA00-4A5D-B9FE-FC4C5FAD9174}">
      <dgm:prSet/>
      <dgm:spPr/>
      <dgm:t>
        <a:bodyPr/>
        <a:lstStyle/>
        <a:p>
          <a:endParaRPr lang="en-US"/>
        </a:p>
      </dgm:t>
    </dgm:pt>
    <dgm:pt modelId="{CC60C699-6E6E-4BC3-B1D3-E9782CFC2EF7}">
      <dgm:prSet/>
      <dgm:spPr/>
      <dgm:t>
        <a:bodyPr/>
        <a:lstStyle/>
        <a:p>
          <a:pPr>
            <a:lnSpc>
              <a:spcPct val="100000"/>
            </a:lnSpc>
          </a:pPr>
          <a:r>
            <a:rPr lang="es-MX"/>
            <a:t>La innovación disruptiva es un proceso continuo. A medida que evolucionan las tecnologías y las necesidades de tu empresa, sé flexible y esté dispuesto a reinventarte y mejorar constantemente.</a:t>
          </a:r>
          <a:endParaRPr lang="en-US"/>
        </a:p>
      </dgm:t>
    </dgm:pt>
    <dgm:pt modelId="{25A2B697-7F22-42D9-943E-1846E810B17B}" type="parTrans" cxnId="{EC9F30AC-7B83-4062-815A-607EE95AE503}">
      <dgm:prSet/>
      <dgm:spPr/>
      <dgm:t>
        <a:bodyPr/>
        <a:lstStyle/>
        <a:p>
          <a:endParaRPr lang="en-US"/>
        </a:p>
      </dgm:t>
    </dgm:pt>
    <dgm:pt modelId="{4C55ABA4-29EF-40E8-B7CE-1F020D5DCCBA}" type="sibTrans" cxnId="{EC9F30AC-7B83-4062-815A-607EE95AE503}">
      <dgm:prSet/>
      <dgm:spPr/>
      <dgm:t>
        <a:bodyPr/>
        <a:lstStyle/>
        <a:p>
          <a:endParaRPr lang="en-US"/>
        </a:p>
      </dgm:t>
    </dgm:pt>
    <dgm:pt modelId="{D65A9484-B5BF-4959-AF51-1915E4D711AD}" type="pres">
      <dgm:prSet presAssocID="{D857A3B9-03C9-428D-BDDE-8AA50EEFA559}" presName="root" presStyleCnt="0">
        <dgm:presLayoutVars>
          <dgm:dir/>
          <dgm:resizeHandles val="exact"/>
        </dgm:presLayoutVars>
      </dgm:prSet>
      <dgm:spPr/>
    </dgm:pt>
    <dgm:pt modelId="{AA493E7F-AFF8-4CDC-A319-33C9C4AA8D53}" type="pres">
      <dgm:prSet presAssocID="{38253193-4790-471F-90F6-CAAC7CDEE882}" presName="compNode" presStyleCnt="0"/>
      <dgm:spPr/>
    </dgm:pt>
    <dgm:pt modelId="{85E60C2E-B83A-434B-94B9-4B2CB4104B6D}" type="pres">
      <dgm:prSet presAssocID="{38253193-4790-471F-90F6-CAAC7CDEE882}" presName="bgRect" presStyleLbl="bgShp" presStyleIdx="0" presStyleCnt="3"/>
      <dgm:spPr/>
    </dgm:pt>
    <dgm:pt modelId="{2E4EC794-B8E2-458F-88B2-CCF7497CA336}" type="pres">
      <dgm:prSet presAssocID="{38253193-4790-471F-90F6-CAAC7CDEE88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F6ED430C-167A-4154-812C-36839822FB2F}" type="pres">
      <dgm:prSet presAssocID="{38253193-4790-471F-90F6-CAAC7CDEE882}" presName="spaceRect" presStyleCnt="0"/>
      <dgm:spPr/>
    </dgm:pt>
    <dgm:pt modelId="{C8BF944E-B5FB-4BF9-A6CB-8DBB49792A44}" type="pres">
      <dgm:prSet presAssocID="{38253193-4790-471F-90F6-CAAC7CDEE882}" presName="parTx" presStyleLbl="revTx" presStyleIdx="0" presStyleCnt="6">
        <dgm:presLayoutVars>
          <dgm:chMax val="0"/>
          <dgm:chPref val="0"/>
        </dgm:presLayoutVars>
      </dgm:prSet>
      <dgm:spPr/>
    </dgm:pt>
    <dgm:pt modelId="{76271DFE-B425-4B5A-92CE-14E73656BA10}" type="pres">
      <dgm:prSet presAssocID="{38253193-4790-471F-90F6-CAAC7CDEE882}" presName="desTx" presStyleLbl="revTx" presStyleIdx="1" presStyleCnt="6">
        <dgm:presLayoutVars/>
      </dgm:prSet>
      <dgm:spPr/>
    </dgm:pt>
    <dgm:pt modelId="{E0D938FE-96FE-4CA9-B90C-1C80E56FF67E}" type="pres">
      <dgm:prSet presAssocID="{0F048B46-F413-460C-8B49-C8B0A765AFC0}" presName="sibTrans" presStyleCnt="0"/>
      <dgm:spPr/>
    </dgm:pt>
    <dgm:pt modelId="{94434564-727D-42B6-8965-8EC161942C1D}" type="pres">
      <dgm:prSet presAssocID="{BBCFE107-7CF9-4D66-803A-140895111B14}" presName="compNode" presStyleCnt="0"/>
      <dgm:spPr/>
    </dgm:pt>
    <dgm:pt modelId="{09710177-1DFB-4437-AB14-8EEF9CAC39D4}" type="pres">
      <dgm:prSet presAssocID="{BBCFE107-7CF9-4D66-803A-140895111B14}" presName="bgRect" presStyleLbl="bgShp" presStyleIdx="1" presStyleCnt="3"/>
      <dgm:spPr/>
    </dgm:pt>
    <dgm:pt modelId="{B16305A1-D8B5-4332-875B-C0FEF16FD376}" type="pres">
      <dgm:prSet presAssocID="{BBCFE107-7CF9-4D66-803A-140895111B1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ndicador"/>
        </a:ext>
      </dgm:extLst>
    </dgm:pt>
    <dgm:pt modelId="{BFA34F17-8A58-43D7-89E8-9907B0897A6D}" type="pres">
      <dgm:prSet presAssocID="{BBCFE107-7CF9-4D66-803A-140895111B14}" presName="spaceRect" presStyleCnt="0"/>
      <dgm:spPr/>
    </dgm:pt>
    <dgm:pt modelId="{9385DA4E-C612-416B-A14B-6DE23F3E94EE}" type="pres">
      <dgm:prSet presAssocID="{BBCFE107-7CF9-4D66-803A-140895111B14}" presName="parTx" presStyleLbl="revTx" presStyleIdx="2" presStyleCnt="6">
        <dgm:presLayoutVars>
          <dgm:chMax val="0"/>
          <dgm:chPref val="0"/>
        </dgm:presLayoutVars>
      </dgm:prSet>
      <dgm:spPr/>
    </dgm:pt>
    <dgm:pt modelId="{E4B03E4D-DC4B-40D8-ABAD-B95C6573D5DA}" type="pres">
      <dgm:prSet presAssocID="{BBCFE107-7CF9-4D66-803A-140895111B14}" presName="desTx" presStyleLbl="revTx" presStyleIdx="3" presStyleCnt="6">
        <dgm:presLayoutVars/>
      </dgm:prSet>
      <dgm:spPr/>
    </dgm:pt>
    <dgm:pt modelId="{7D2D98CD-954F-4727-84A4-E69AB47627F8}" type="pres">
      <dgm:prSet presAssocID="{A50E0001-B011-4708-B300-8CA454E7F007}" presName="sibTrans" presStyleCnt="0"/>
      <dgm:spPr/>
    </dgm:pt>
    <dgm:pt modelId="{BFB05466-50CA-411E-82FB-45C64095CAAC}" type="pres">
      <dgm:prSet presAssocID="{A25DF802-FA23-4EC2-83CA-697B83E003F1}" presName="compNode" presStyleCnt="0"/>
      <dgm:spPr/>
    </dgm:pt>
    <dgm:pt modelId="{F8218078-7DD2-40F2-804F-FCE6431985C4}" type="pres">
      <dgm:prSet presAssocID="{A25DF802-FA23-4EC2-83CA-697B83E003F1}" presName="bgRect" presStyleLbl="bgShp" presStyleIdx="2" presStyleCnt="3"/>
      <dgm:spPr/>
    </dgm:pt>
    <dgm:pt modelId="{6C220E4E-C43D-4F35-BF68-5970F3B9230B}" type="pres">
      <dgm:prSet presAssocID="{A25DF802-FA23-4EC2-83CA-697B83E003F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gla"/>
        </a:ext>
      </dgm:extLst>
    </dgm:pt>
    <dgm:pt modelId="{411B38B6-C92C-48A9-992A-6CFFA190B6AC}" type="pres">
      <dgm:prSet presAssocID="{A25DF802-FA23-4EC2-83CA-697B83E003F1}" presName="spaceRect" presStyleCnt="0"/>
      <dgm:spPr/>
    </dgm:pt>
    <dgm:pt modelId="{D1A65D8E-D7CB-48FE-A7D8-AEAC7805FA76}" type="pres">
      <dgm:prSet presAssocID="{A25DF802-FA23-4EC2-83CA-697B83E003F1}" presName="parTx" presStyleLbl="revTx" presStyleIdx="4" presStyleCnt="6">
        <dgm:presLayoutVars>
          <dgm:chMax val="0"/>
          <dgm:chPref val="0"/>
        </dgm:presLayoutVars>
      </dgm:prSet>
      <dgm:spPr/>
    </dgm:pt>
    <dgm:pt modelId="{CB0FD796-D753-43D3-B46C-533C441F7D14}" type="pres">
      <dgm:prSet presAssocID="{A25DF802-FA23-4EC2-83CA-697B83E003F1}" presName="desTx" presStyleLbl="revTx" presStyleIdx="5" presStyleCnt="6">
        <dgm:presLayoutVars/>
      </dgm:prSet>
      <dgm:spPr/>
    </dgm:pt>
  </dgm:ptLst>
  <dgm:cxnLst>
    <dgm:cxn modelId="{C775F339-78F9-4B50-B6E4-AC790265440E}" type="presOf" srcId="{CC60C699-6E6E-4BC3-B1D3-E9782CFC2EF7}" destId="{CB0FD796-D753-43D3-B46C-533C441F7D14}" srcOrd="0" destOrd="0" presId="urn:microsoft.com/office/officeart/2018/2/layout/IconVerticalSolidList"/>
    <dgm:cxn modelId="{D70FB34B-C91F-49D8-BAE3-6B26037FCFE6}" type="presOf" srcId="{4B6CCB72-6567-49D8-9605-60C16C5D9A92}" destId="{76271DFE-B425-4B5A-92CE-14E73656BA10}" srcOrd="0" destOrd="0" presId="urn:microsoft.com/office/officeart/2018/2/layout/IconVerticalSolidList"/>
    <dgm:cxn modelId="{BD880452-2CDF-44B7-9FD7-FCE31DF34EE3}" type="presOf" srcId="{A25DF802-FA23-4EC2-83CA-697B83E003F1}" destId="{D1A65D8E-D7CB-48FE-A7D8-AEAC7805FA76}" srcOrd="0" destOrd="0" presId="urn:microsoft.com/office/officeart/2018/2/layout/IconVerticalSolidList"/>
    <dgm:cxn modelId="{6BE9138C-7BC7-4EC4-A207-B7BE8EFD894B}" srcId="{BBCFE107-7CF9-4D66-803A-140895111B14}" destId="{4795A94A-988D-4190-BBFA-41066693A7D4}" srcOrd="0" destOrd="0" parTransId="{E809816D-E424-4E34-AA33-D733A9F68DD3}" sibTransId="{2ED2710B-1466-4B5F-BF67-1C40DA1D05B5}"/>
    <dgm:cxn modelId="{F0C3C38D-5A43-43E9-8DDA-76BAF9266924}" srcId="{D857A3B9-03C9-428D-BDDE-8AA50EEFA559}" destId="{BBCFE107-7CF9-4D66-803A-140895111B14}" srcOrd="1" destOrd="0" parTransId="{25C4E706-D8A8-406E-B982-FA83379758BF}" sibTransId="{A50E0001-B011-4708-B300-8CA454E7F007}"/>
    <dgm:cxn modelId="{51D662A9-2B99-4CB9-A0BA-081C2F0D750A}" type="presOf" srcId="{4795A94A-988D-4190-BBFA-41066693A7D4}" destId="{E4B03E4D-DC4B-40D8-ABAD-B95C6573D5DA}" srcOrd="0" destOrd="0" presId="urn:microsoft.com/office/officeart/2018/2/layout/IconVerticalSolidList"/>
    <dgm:cxn modelId="{EC9F30AC-7B83-4062-815A-607EE95AE503}" srcId="{A25DF802-FA23-4EC2-83CA-697B83E003F1}" destId="{CC60C699-6E6E-4BC3-B1D3-E9782CFC2EF7}" srcOrd="0" destOrd="0" parTransId="{25A2B697-7F22-42D9-943E-1846E810B17B}" sibTransId="{4C55ABA4-29EF-40E8-B7CE-1F020D5DCCBA}"/>
    <dgm:cxn modelId="{4BB10EB4-7CFA-4114-B62D-F3E31C7DB343}" type="presOf" srcId="{38253193-4790-471F-90F6-CAAC7CDEE882}" destId="{C8BF944E-B5FB-4BF9-A6CB-8DBB49792A44}" srcOrd="0" destOrd="0" presId="urn:microsoft.com/office/officeart/2018/2/layout/IconVerticalSolidList"/>
    <dgm:cxn modelId="{7D73C9C3-82D4-4EF5-BAED-A92B5848F36E}" srcId="{38253193-4790-471F-90F6-CAAC7CDEE882}" destId="{4B6CCB72-6567-49D8-9605-60C16C5D9A92}" srcOrd="0" destOrd="0" parTransId="{4542B000-86E9-4339-99D1-4C25549B5DAB}" sibTransId="{5E2444F5-018B-4991-9F29-86300778DF75}"/>
    <dgm:cxn modelId="{A7F138D9-4885-4584-B31C-4707EB269AAE}" type="presOf" srcId="{BBCFE107-7CF9-4D66-803A-140895111B14}" destId="{9385DA4E-C612-416B-A14B-6DE23F3E94EE}" srcOrd="0" destOrd="0" presId="urn:microsoft.com/office/officeart/2018/2/layout/IconVerticalSolidList"/>
    <dgm:cxn modelId="{EEE2A3F0-1D31-467A-AE3E-74C6ED583CD5}" type="presOf" srcId="{D857A3B9-03C9-428D-BDDE-8AA50EEFA559}" destId="{D65A9484-B5BF-4959-AF51-1915E4D711AD}" srcOrd="0" destOrd="0" presId="urn:microsoft.com/office/officeart/2018/2/layout/IconVerticalSolidList"/>
    <dgm:cxn modelId="{402637F5-DA00-4A5D-B9FE-FC4C5FAD9174}" srcId="{D857A3B9-03C9-428D-BDDE-8AA50EEFA559}" destId="{A25DF802-FA23-4EC2-83CA-697B83E003F1}" srcOrd="2" destOrd="0" parTransId="{B85E47CD-0A78-4C75-8EAB-E41EC700B2A4}" sibTransId="{30E620E2-ACB8-44A3-BCE0-D0D7DE72E336}"/>
    <dgm:cxn modelId="{C4E1A5F5-64D5-4BF4-A9E2-A48E3DE499FB}" srcId="{D857A3B9-03C9-428D-BDDE-8AA50EEFA559}" destId="{38253193-4790-471F-90F6-CAAC7CDEE882}" srcOrd="0" destOrd="0" parTransId="{EBBD252E-2FCA-409A-B388-A501241F3934}" sibTransId="{0F048B46-F413-460C-8B49-C8B0A765AFC0}"/>
    <dgm:cxn modelId="{2147BF68-984A-442E-9936-B1E4A18C85E2}" type="presParOf" srcId="{D65A9484-B5BF-4959-AF51-1915E4D711AD}" destId="{AA493E7F-AFF8-4CDC-A319-33C9C4AA8D53}" srcOrd="0" destOrd="0" presId="urn:microsoft.com/office/officeart/2018/2/layout/IconVerticalSolidList"/>
    <dgm:cxn modelId="{285C343E-0F3A-46E8-B6C7-47B3E17C5BD1}" type="presParOf" srcId="{AA493E7F-AFF8-4CDC-A319-33C9C4AA8D53}" destId="{85E60C2E-B83A-434B-94B9-4B2CB4104B6D}" srcOrd="0" destOrd="0" presId="urn:microsoft.com/office/officeart/2018/2/layout/IconVerticalSolidList"/>
    <dgm:cxn modelId="{0813496B-DBFA-4DEA-A069-296CD8C0A3FD}" type="presParOf" srcId="{AA493E7F-AFF8-4CDC-A319-33C9C4AA8D53}" destId="{2E4EC794-B8E2-458F-88B2-CCF7497CA336}" srcOrd="1" destOrd="0" presId="urn:microsoft.com/office/officeart/2018/2/layout/IconVerticalSolidList"/>
    <dgm:cxn modelId="{FBFC4BDB-EF79-46C3-A07D-9AB240FC989D}" type="presParOf" srcId="{AA493E7F-AFF8-4CDC-A319-33C9C4AA8D53}" destId="{F6ED430C-167A-4154-812C-36839822FB2F}" srcOrd="2" destOrd="0" presId="urn:microsoft.com/office/officeart/2018/2/layout/IconVerticalSolidList"/>
    <dgm:cxn modelId="{5C9C0EBC-9F87-4D1C-ABBD-644D6481B9AF}" type="presParOf" srcId="{AA493E7F-AFF8-4CDC-A319-33C9C4AA8D53}" destId="{C8BF944E-B5FB-4BF9-A6CB-8DBB49792A44}" srcOrd="3" destOrd="0" presId="urn:microsoft.com/office/officeart/2018/2/layout/IconVerticalSolidList"/>
    <dgm:cxn modelId="{C04CAC6B-9862-4A55-B02A-CB43B615C03B}" type="presParOf" srcId="{AA493E7F-AFF8-4CDC-A319-33C9C4AA8D53}" destId="{76271DFE-B425-4B5A-92CE-14E73656BA10}" srcOrd="4" destOrd="0" presId="urn:microsoft.com/office/officeart/2018/2/layout/IconVerticalSolidList"/>
    <dgm:cxn modelId="{F42990E2-FBB1-4CF8-868C-3D71C5715BFB}" type="presParOf" srcId="{D65A9484-B5BF-4959-AF51-1915E4D711AD}" destId="{E0D938FE-96FE-4CA9-B90C-1C80E56FF67E}" srcOrd="1" destOrd="0" presId="urn:microsoft.com/office/officeart/2018/2/layout/IconVerticalSolidList"/>
    <dgm:cxn modelId="{B7D93708-FBD4-4238-8CA1-33FCDBEDA5BC}" type="presParOf" srcId="{D65A9484-B5BF-4959-AF51-1915E4D711AD}" destId="{94434564-727D-42B6-8965-8EC161942C1D}" srcOrd="2" destOrd="0" presId="urn:microsoft.com/office/officeart/2018/2/layout/IconVerticalSolidList"/>
    <dgm:cxn modelId="{E455DA3D-6CFF-4DFB-8FDF-36B214FE006B}" type="presParOf" srcId="{94434564-727D-42B6-8965-8EC161942C1D}" destId="{09710177-1DFB-4437-AB14-8EEF9CAC39D4}" srcOrd="0" destOrd="0" presId="urn:microsoft.com/office/officeart/2018/2/layout/IconVerticalSolidList"/>
    <dgm:cxn modelId="{549E6DF7-3C57-4A9D-A603-3E540269321E}" type="presParOf" srcId="{94434564-727D-42B6-8965-8EC161942C1D}" destId="{B16305A1-D8B5-4332-875B-C0FEF16FD376}" srcOrd="1" destOrd="0" presId="urn:microsoft.com/office/officeart/2018/2/layout/IconVerticalSolidList"/>
    <dgm:cxn modelId="{8040F13B-E8AA-4C8A-8C74-36DB5163E594}" type="presParOf" srcId="{94434564-727D-42B6-8965-8EC161942C1D}" destId="{BFA34F17-8A58-43D7-89E8-9907B0897A6D}" srcOrd="2" destOrd="0" presId="urn:microsoft.com/office/officeart/2018/2/layout/IconVerticalSolidList"/>
    <dgm:cxn modelId="{73F454E8-5E1A-423B-B504-C64C56215ABF}" type="presParOf" srcId="{94434564-727D-42B6-8965-8EC161942C1D}" destId="{9385DA4E-C612-416B-A14B-6DE23F3E94EE}" srcOrd="3" destOrd="0" presId="urn:microsoft.com/office/officeart/2018/2/layout/IconVerticalSolidList"/>
    <dgm:cxn modelId="{58CC375A-9F4C-4405-A6D2-BE5C49DFBC0B}" type="presParOf" srcId="{94434564-727D-42B6-8965-8EC161942C1D}" destId="{E4B03E4D-DC4B-40D8-ABAD-B95C6573D5DA}" srcOrd="4" destOrd="0" presId="urn:microsoft.com/office/officeart/2018/2/layout/IconVerticalSolidList"/>
    <dgm:cxn modelId="{C77EC3F5-9027-473E-B2BF-C9FC9DEBAC8C}" type="presParOf" srcId="{D65A9484-B5BF-4959-AF51-1915E4D711AD}" destId="{7D2D98CD-954F-4727-84A4-E69AB47627F8}" srcOrd="3" destOrd="0" presId="urn:microsoft.com/office/officeart/2018/2/layout/IconVerticalSolidList"/>
    <dgm:cxn modelId="{89D64081-A238-464A-8F62-E72BA1E656F9}" type="presParOf" srcId="{D65A9484-B5BF-4959-AF51-1915E4D711AD}" destId="{BFB05466-50CA-411E-82FB-45C64095CAAC}" srcOrd="4" destOrd="0" presId="urn:microsoft.com/office/officeart/2018/2/layout/IconVerticalSolidList"/>
    <dgm:cxn modelId="{861A2F9B-F648-4BCD-9D80-461F846058FE}" type="presParOf" srcId="{BFB05466-50CA-411E-82FB-45C64095CAAC}" destId="{F8218078-7DD2-40F2-804F-FCE6431985C4}" srcOrd="0" destOrd="0" presId="urn:microsoft.com/office/officeart/2018/2/layout/IconVerticalSolidList"/>
    <dgm:cxn modelId="{5DEF6BEC-8CA6-4020-A46B-C4E496A18C96}" type="presParOf" srcId="{BFB05466-50CA-411E-82FB-45C64095CAAC}" destId="{6C220E4E-C43D-4F35-BF68-5970F3B9230B}" srcOrd="1" destOrd="0" presId="urn:microsoft.com/office/officeart/2018/2/layout/IconVerticalSolidList"/>
    <dgm:cxn modelId="{546D7478-2851-496D-BCF6-31EC68889E05}" type="presParOf" srcId="{BFB05466-50CA-411E-82FB-45C64095CAAC}" destId="{411B38B6-C92C-48A9-992A-6CFFA190B6AC}" srcOrd="2" destOrd="0" presId="urn:microsoft.com/office/officeart/2018/2/layout/IconVerticalSolidList"/>
    <dgm:cxn modelId="{CB78D254-E9B5-4D0C-BBD3-E1347282BB98}" type="presParOf" srcId="{BFB05466-50CA-411E-82FB-45C64095CAAC}" destId="{D1A65D8E-D7CB-48FE-A7D8-AEAC7805FA76}" srcOrd="3" destOrd="0" presId="urn:microsoft.com/office/officeart/2018/2/layout/IconVerticalSolidList"/>
    <dgm:cxn modelId="{1B140269-303A-4FE8-BEF9-2C3199F1D5CF}" type="presParOf" srcId="{BFB05466-50CA-411E-82FB-45C64095CAAC}" destId="{CB0FD796-D753-43D3-B46C-533C441F7D14}"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B75EB88-90CD-446C-BB41-7F532869058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49DF811-3B49-4A22-AF88-8C45E6F69121}">
      <dgm:prSet/>
      <dgm:spPr/>
      <dgm:t>
        <a:bodyPr/>
        <a:lstStyle/>
        <a:p>
          <a:pPr>
            <a:lnSpc>
              <a:spcPct val="100000"/>
            </a:lnSpc>
          </a:pPr>
          <a:r>
            <a:rPr lang="es-MX" b="1"/>
            <a:t>Inteligencia Artificial (IA):</a:t>
          </a:r>
          <a:r>
            <a:rPr lang="es-MX"/>
            <a:t> Automatiza tareas complejas y optimiza la toma de decisiones.</a:t>
          </a:r>
          <a:endParaRPr lang="en-US"/>
        </a:p>
      </dgm:t>
    </dgm:pt>
    <dgm:pt modelId="{94D21905-1A30-483C-933D-3296898F0A96}" type="parTrans" cxnId="{9CE4A225-FCE3-4F37-9C35-2DB85D2B6E22}">
      <dgm:prSet/>
      <dgm:spPr/>
      <dgm:t>
        <a:bodyPr/>
        <a:lstStyle/>
        <a:p>
          <a:endParaRPr lang="en-US"/>
        </a:p>
      </dgm:t>
    </dgm:pt>
    <dgm:pt modelId="{B4C5FE51-A306-41B9-AEA5-655C61B98A1A}" type="sibTrans" cxnId="{9CE4A225-FCE3-4F37-9C35-2DB85D2B6E22}">
      <dgm:prSet/>
      <dgm:spPr/>
      <dgm:t>
        <a:bodyPr/>
        <a:lstStyle/>
        <a:p>
          <a:endParaRPr lang="en-US"/>
        </a:p>
      </dgm:t>
    </dgm:pt>
    <dgm:pt modelId="{430DA8AC-56EA-4F1A-A824-9FB35E128A29}">
      <dgm:prSet/>
      <dgm:spPr/>
      <dgm:t>
        <a:bodyPr/>
        <a:lstStyle/>
        <a:p>
          <a:pPr>
            <a:lnSpc>
              <a:spcPct val="100000"/>
            </a:lnSpc>
          </a:pPr>
          <a:r>
            <a:rPr lang="es-MX" b="1"/>
            <a:t>Blockchain:</a:t>
          </a:r>
          <a:r>
            <a:rPr lang="es-MX"/>
            <a:t> Aporta transparencia y seguridad en transacciones.</a:t>
          </a:r>
          <a:endParaRPr lang="en-US"/>
        </a:p>
      </dgm:t>
    </dgm:pt>
    <dgm:pt modelId="{723B314C-A63C-4FC9-85B0-ACEB5A25C487}" type="parTrans" cxnId="{E23184CD-97BB-4E1A-8C52-AFC0670D5FAA}">
      <dgm:prSet/>
      <dgm:spPr/>
      <dgm:t>
        <a:bodyPr/>
        <a:lstStyle/>
        <a:p>
          <a:endParaRPr lang="en-US"/>
        </a:p>
      </dgm:t>
    </dgm:pt>
    <dgm:pt modelId="{3B02D360-521D-4AA4-9CD1-53EFF98D19C2}" type="sibTrans" cxnId="{E23184CD-97BB-4E1A-8C52-AFC0670D5FAA}">
      <dgm:prSet/>
      <dgm:spPr/>
      <dgm:t>
        <a:bodyPr/>
        <a:lstStyle/>
        <a:p>
          <a:endParaRPr lang="en-US"/>
        </a:p>
      </dgm:t>
    </dgm:pt>
    <dgm:pt modelId="{E41BB4A8-CAE5-43B0-A726-AEDA646E25DB}">
      <dgm:prSet/>
      <dgm:spPr/>
      <dgm:t>
        <a:bodyPr/>
        <a:lstStyle/>
        <a:p>
          <a:pPr>
            <a:lnSpc>
              <a:spcPct val="100000"/>
            </a:lnSpc>
          </a:pPr>
          <a:r>
            <a:rPr lang="es-MX" b="1"/>
            <a:t>Cloud Computing (Nube):</a:t>
          </a:r>
          <a:r>
            <a:rPr lang="es-MX"/>
            <a:t> Flexibiliza y reduce costes de infraestructura.</a:t>
          </a:r>
          <a:endParaRPr lang="en-US"/>
        </a:p>
      </dgm:t>
    </dgm:pt>
    <dgm:pt modelId="{0AE75845-2CA2-450E-9296-2F31A28B2742}" type="parTrans" cxnId="{C4C9E049-D58E-4E26-A99E-3822005677F1}">
      <dgm:prSet/>
      <dgm:spPr/>
      <dgm:t>
        <a:bodyPr/>
        <a:lstStyle/>
        <a:p>
          <a:endParaRPr lang="en-US"/>
        </a:p>
      </dgm:t>
    </dgm:pt>
    <dgm:pt modelId="{5EBF67C4-C1A7-4778-BAFE-0C58E3E51F84}" type="sibTrans" cxnId="{C4C9E049-D58E-4E26-A99E-3822005677F1}">
      <dgm:prSet/>
      <dgm:spPr/>
      <dgm:t>
        <a:bodyPr/>
        <a:lstStyle/>
        <a:p>
          <a:endParaRPr lang="en-US"/>
        </a:p>
      </dgm:t>
    </dgm:pt>
    <dgm:pt modelId="{142BF2C2-BA7E-49D6-8F96-899B96447B8B}">
      <dgm:prSet/>
      <dgm:spPr/>
      <dgm:t>
        <a:bodyPr/>
        <a:lstStyle/>
        <a:p>
          <a:pPr>
            <a:lnSpc>
              <a:spcPct val="100000"/>
            </a:lnSpc>
          </a:pPr>
          <a:r>
            <a:rPr lang="es-MX" b="1"/>
            <a:t>5G:</a:t>
          </a:r>
          <a:r>
            <a:rPr lang="es-MX"/>
            <a:t> Mejora drásticamente la conectividad.</a:t>
          </a:r>
          <a:endParaRPr lang="en-US"/>
        </a:p>
      </dgm:t>
    </dgm:pt>
    <dgm:pt modelId="{2EB6A457-8B1C-4C12-A6CC-A42E47022033}" type="parTrans" cxnId="{B0906A45-B5D8-4AA7-A7C9-4A31BA8E807F}">
      <dgm:prSet/>
      <dgm:spPr/>
      <dgm:t>
        <a:bodyPr/>
        <a:lstStyle/>
        <a:p>
          <a:endParaRPr lang="en-US"/>
        </a:p>
      </dgm:t>
    </dgm:pt>
    <dgm:pt modelId="{E95D26B7-76E8-4E1D-A7B6-EF012F82F382}" type="sibTrans" cxnId="{B0906A45-B5D8-4AA7-A7C9-4A31BA8E807F}">
      <dgm:prSet/>
      <dgm:spPr/>
      <dgm:t>
        <a:bodyPr/>
        <a:lstStyle/>
        <a:p>
          <a:endParaRPr lang="en-US"/>
        </a:p>
      </dgm:t>
    </dgm:pt>
    <dgm:pt modelId="{B0138F44-0B3C-48BC-A886-22E4C6C7310D}" type="pres">
      <dgm:prSet presAssocID="{2B75EB88-90CD-446C-BB41-7F5328690587}" presName="root" presStyleCnt="0">
        <dgm:presLayoutVars>
          <dgm:dir/>
          <dgm:resizeHandles val="exact"/>
        </dgm:presLayoutVars>
      </dgm:prSet>
      <dgm:spPr/>
    </dgm:pt>
    <dgm:pt modelId="{31BB1ED1-6152-4BFB-A4BF-B26F9FA13902}" type="pres">
      <dgm:prSet presAssocID="{A49DF811-3B49-4A22-AF88-8C45E6F69121}" presName="compNode" presStyleCnt="0"/>
      <dgm:spPr/>
    </dgm:pt>
    <dgm:pt modelId="{4E6D4102-E6C6-463E-AB1F-9A03E6ECA555}" type="pres">
      <dgm:prSet presAssocID="{A49DF811-3B49-4A22-AF88-8C45E6F69121}" presName="bgRect" presStyleLbl="bgShp" presStyleIdx="0" presStyleCnt="4"/>
      <dgm:spPr>
        <a:noFill/>
      </dgm:spPr>
    </dgm:pt>
    <dgm:pt modelId="{E2721E0C-EB61-461F-B060-3DC9BC556F00}" type="pres">
      <dgm:prSet presAssocID="{A49DF811-3B49-4A22-AF88-8C45E6F6912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04B37FB5-91B8-4FE8-9DD3-9048BC008D1C}" type="pres">
      <dgm:prSet presAssocID="{A49DF811-3B49-4A22-AF88-8C45E6F69121}" presName="spaceRect" presStyleCnt="0"/>
      <dgm:spPr/>
    </dgm:pt>
    <dgm:pt modelId="{2C999E6B-3C3B-4F37-BF57-5B5E4C510FB3}" type="pres">
      <dgm:prSet presAssocID="{A49DF811-3B49-4A22-AF88-8C45E6F69121}" presName="parTx" presStyleLbl="revTx" presStyleIdx="0" presStyleCnt="4">
        <dgm:presLayoutVars>
          <dgm:chMax val="0"/>
          <dgm:chPref val="0"/>
        </dgm:presLayoutVars>
      </dgm:prSet>
      <dgm:spPr/>
    </dgm:pt>
    <dgm:pt modelId="{F3CD2E8F-942D-482B-ABD7-8F032002F43F}" type="pres">
      <dgm:prSet presAssocID="{B4C5FE51-A306-41B9-AEA5-655C61B98A1A}" presName="sibTrans" presStyleCnt="0"/>
      <dgm:spPr/>
    </dgm:pt>
    <dgm:pt modelId="{1D20A204-7274-4D23-B141-13D4C90A0E50}" type="pres">
      <dgm:prSet presAssocID="{430DA8AC-56EA-4F1A-A824-9FB35E128A29}" presName="compNode" presStyleCnt="0"/>
      <dgm:spPr/>
    </dgm:pt>
    <dgm:pt modelId="{CAA8BE83-8D73-4B09-B2E4-25EBF8D4E2C6}" type="pres">
      <dgm:prSet presAssocID="{430DA8AC-56EA-4F1A-A824-9FB35E128A29}" presName="bgRect" presStyleLbl="bgShp" presStyleIdx="1" presStyleCnt="4"/>
      <dgm:spPr>
        <a:noFill/>
      </dgm:spPr>
    </dgm:pt>
    <dgm:pt modelId="{F5A66DDF-CFEF-47A0-A266-8B27BA4CA2B5}" type="pres">
      <dgm:prSet presAssocID="{430DA8AC-56EA-4F1A-A824-9FB35E128A2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esbloquear"/>
        </a:ext>
      </dgm:extLst>
    </dgm:pt>
    <dgm:pt modelId="{090044BA-AB63-4553-BDF0-2B7413645B11}" type="pres">
      <dgm:prSet presAssocID="{430DA8AC-56EA-4F1A-A824-9FB35E128A29}" presName="spaceRect" presStyleCnt="0"/>
      <dgm:spPr/>
    </dgm:pt>
    <dgm:pt modelId="{490F0467-83FC-4C3C-BC1D-B01C8D7294EC}" type="pres">
      <dgm:prSet presAssocID="{430DA8AC-56EA-4F1A-A824-9FB35E128A29}" presName="parTx" presStyleLbl="revTx" presStyleIdx="1" presStyleCnt="4">
        <dgm:presLayoutVars>
          <dgm:chMax val="0"/>
          <dgm:chPref val="0"/>
        </dgm:presLayoutVars>
      </dgm:prSet>
      <dgm:spPr/>
    </dgm:pt>
    <dgm:pt modelId="{1B3EC0FA-AE23-4A53-B462-B1BE9F606E10}" type="pres">
      <dgm:prSet presAssocID="{3B02D360-521D-4AA4-9CD1-53EFF98D19C2}" presName="sibTrans" presStyleCnt="0"/>
      <dgm:spPr/>
    </dgm:pt>
    <dgm:pt modelId="{D507CDD4-88C4-4320-AC8E-D30C9CEAE07C}" type="pres">
      <dgm:prSet presAssocID="{E41BB4A8-CAE5-43B0-A726-AEDA646E25DB}" presName="compNode" presStyleCnt="0"/>
      <dgm:spPr/>
    </dgm:pt>
    <dgm:pt modelId="{5A643AE3-E2F0-40A4-BA62-5C205BDA5AEB}" type="pres">
      <dgm:prSet presAssocID="{E41BB4A8-CAE5-43B0-A726-AEDA646E25DB}" presName="bgRect" presStyleLbl="bgShp" presStyleIdx="2" presStyleCnt="4"/>
      <dgm:spPr>
        <a:noFill/>
      </dgm:spPr>
    </dgm:pt>
    <dgm:pt modelId="{8D4F5E2D-24E9-4F77-A928-19B6A693DFA9}" type="pres">
      <dgm:prSet presAssocID="{E41BB4A8-CAE5-43B0-A726-AEDA646E25D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oud Computing"/>
        </a:ext>
      </dgm:extLst>
    </dgm:pt>
    <dgm:pt modelId="{DBCF93C7-F0A2-488D-ABDB-4E287ACEFDD3}" type="pres">
      <dgm:prSet presAssocID="{E41BB4A8-CAE5-43B0-A726-AEDA646E25DB}" presName="spaceRect" presStyleCnt="0"/>
      <dgm:spPr/>
    </dgm:pt>
    <dgm:pt modelId="{60AA4923-5B66-42CD-BA91-63DCE1B9E0DB}" type="pres">
      <dgm:prSet presAssocID="{E41BB4A8-CAE5-43B0-A726-AEDA646E25DB}" presName="parTx" presStyleLbl="revTx" presStyleIdx="2" presStyleCnt="4">
        <dgm:presLayoutVars>
          <dgm:chMax val="0"/>
          <dgm:chPref val="0"/>
        </dgm:presLayoutVars>
      </dgm:prSet>
      <dgm:spPr/>
    </dgm:pt>
    <dgm:pt modelId="{925BB6D9-3C84-4ADF-804B-DC48743B83C7}" type="pres">
      <dgm:prSet presAssocID="{5EBF67C4-C1A7-4778-BAFE-0C58E3E51F84}" presName="sibTrans" presStyleCnt="0"/>
      <dgm:spPr/>
    </dgm:pt>
    <dgm:pt modelId="{CC0ED105-5FE1-4A4F-AA08-D3D36A5E5B53}" type="pres">
      <dgm:prSet presAssocID="{142BF2C2-BA7E-49D6-8F96-899B96447B8B}" presName="compNode" presStyleCnt="0"/>
      <dgm:spPr/>
    </dgm:pt>
    <dgm:pt modelId="{2281C4EC-3B6B-41CB-B712-6123521A8CDC}" type="pres">
      <dgm:prSet presAssocID="{142BF2C2-BA7E-49D6-8F96-899B96447B8B}" presName="bgRect" presStyleLbl="bgShp" presStyleIdx="3" presStyleCnt="4"/>
      <dgm:spPr>
        <a:noFill/>
      </dgm:spPr>
    </dgm:pt>
    <dgm:pt modelId="{14A14656-5405-49D1-A61B-8361723BCA55}" type="pres">
      <dgm:prSet presAssocID="{142BF2C2-BA7E-49D6-8F96-899B96447B8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usiness Growth"/>
        </a:ext>
      </dgm:extLst>
    </dgm:pt>
    <dgm:pt modelId="{2F609018-0BFF-4D59-9F7F-C30A90E3ECCD}" type="pres">
      <dgm:prSet presAssocID="{142BF2C2-BA7E-49D6-8F96-899B96447B8B}" presName="spaceRect" presStyleCnt="0"/>
      <dgm:spPr/>
    </dgm:pt>
    <dgm:pt modelId="{CCBDB44C-58B7-4E75-95E2-231FD2FD55EB}" type="pres">
      <dgm:prSet presAssocID="{142BF2C2-BA7E-49D6-8F96-899B96447B8B}" presName="parTx" presStyleLbl="revTx" presStyleIdx="3" presStyleCnt="4">
        <dgm:presLayoutVars>
          <dgm:chMax val="0"/>
          <dgm:chPref val="0"/>
        </dgm:presLayoutVars>
      </dgm:prSet>
      <dgm:spPr/>
    </dgm:pt>
  </dgm:ptLst>
  <dgm:cxnLst>
    <dgm:cxn modelId="{0A3A4608-96DD-4494-A958-C2D3A25B0856}" type="presOf" srcId="{430DA8AC-56EA-4F1A-A824-9FB35E128A29}" destId="{490F0467-83FC-4C3C-BC1D-B01C8D7294EC}" srcOrd="0" destOrd="0" presId="urn:microsoft.com/office/officeart/2018/2/layout/IconVerticalSolidList"/>
    <dgm:cxn modelId="{DC0FFF0B-C37D-4AA7-B24C-C86F8E8597C9}" type="presOf" srcId="{142BF2C2-BA7E-49D6-8F96-899B96447B8B}" destId="{CCBDB44C-58B7-4E75-95E2-231FD2FD55EB}" srcOrd="0" destOrd="0" presId="urn:microsoft.com/office/officeart/2018/2/layout/IconVerticalSolidList"/>
    <dgm:cxn modelId="{FBD3340F-5D4A-442A-A592-BC22906DDFAB}" type="presOf" srcId="{E41BB4A8-CAE5-43B0-A726-AEDA646E25DB}" destId="{60AA4923-5B66-42CD-BA91-63DCE1B9E0DB}" srcOrd="0" destOrd="0" presId="urn:microsoft.com/office/officeart/2018/2/layout/IconVerticalSolidList"/>
    <dgm:cxn modelId="{9CE4A225-FCE3-4F37-9C35-2DB85D2B6E22}" srcId="{2B75EB88-90CD-446C-BB41-7F5328690587}" destId="{A49DF811-3B49-4A22-AF88-8C45E6F69121}" srcOrd="0" destOrd="0" parTransId="{94D21905-1A30-483C-933D-3296898F0A96}" sibTransId="{B4C5FE51-A306-41B9-AEA5-655C61B98A1A}"/>
    <dgm:cxn modelId="{B0906A45-B5D8-4AA7-A7C9-4A31BA8E807F}" srcId="{2B75EB88-90CD-446C-BB41-7F5328690587}" destId="{142BF2C2-BA7E-49D6-8F96-899B96447B8B}" srcOrd="3" destOrd="0" parTransId="{2EB6A457-8B1C-4C12-A6CC-A42E47022033}" sibTransId="{E95D26B7-76E8-4E1D-A7B6-EF012F82F382}"/>
    <dgm:cxn modelId="{C4C9E049-D58E-4E26-A99E-3822005677F1}" srcId="{2B75EB88-90CD-446C-BB41-7F5328690587}" destId="{E41BB4A8-CAE5-43B0-A726-AEDA646E25DB}" srcOrd="2" destOrd="0" parTransId="{0AE75845-2CA2-450E-9296-2F31A28B2742}" sibTransId="{5EBF67C4-C1A7-4778-BAFE-0C58E3E51F84}"/>
    <dgm:cxn modelId="{C9B12C95-8CAE-4E61-9CD7-DFD864D0E705}" type="presOf" srcId="{A49DF811-3B49-4A22-AF88-8C45E6F69121}" destId="{2C999E6B-3C3B-4F37-BF57-5B5E4C510FB3}" srcOrd="0" destOrd="0" presId="urn:microsoft.com/office/officeart/2018/2/layout/IconVerticalSolidList"/>
    <dgm:cxn modelId="{228AE7A1-999C-49F7-831D-E72BD445B948}" type="presOf" srcId="{2B75EB88-90CD-446C-BB41-7F5328690587}" destId="{B0138F44-0B3C-48BC-A886-22E4C6C7310D}" srcOrd="0" destOrd="0" presId="urn:microsoft.com/office/officeart/2018/2/layout/IconVerticalSolidList"/>
    <dgm:cxn modelId="{E23184CD-97BB-4E1A-8C52-AFC0670D5FAA}" srcId="{2B75EB88-90CD-446C-BB41-7F5328690587}" destId="{430DA8AC-56EA-4F1A-A824-9FB35E128A29}" srcOrd="1" destOrd="0" parTransId="{723B314C-A63C-4FC9-85B0-ACEB5A25C487}" sibTransId="{3B02D360-521D-4AA4-9CD1-53EFF98D19C2}"/>
    <dgm:cxn modelId="{F0F82A76-E8C7-4439-B655-1C0960368311}" type="presParOf" srcId="{B0138F44-0B3C-48BC-A886-22E4C6C7310D}" destId="{31BB1ED1-6152-4BFB-A4BF-B26F9FA13902}" srcOrd="0" destOrd="0" presId="urn:microsoft.com/office/officeart/2018/2/layout/IconVerticalSolidList"/>
    <dgm:cxn modelId="{49E17ECE-5B3E-4A9F-B608-A84E0A5B807A}" type="presParOf" srcId="{31BB1ED1-6152-4BFB-A4BF-B26F9FA13902}" destId="{4E6D4102-E6C6-463E-AB1F-9A03E6ECA555}" srcOrd="0" destOrd="0" presId="urn:microsoft.com/office/officeart/2018/2/layout/IconVerticalSolidList"/>
    <dgm:cxn modelId="{30497598-7C15-414B-9FF3-B708F82DB6AD}" type="presParOf" srcId="{31BB1ED1-6152-4BFB-A4BF-B26F9FA13902}" destId="{E2721E0C-EB61-461F-B060-3DC9BC556F00}" srcOrd="1" destOrd="0" presId="urn:microsoft.com/office/officeart/2018/2/layout/IconVerticalSolidList"/>
    <dgm:cxn modelId="{82F224FF-DAAE-452A-93E9-8CCCF304B79F}" type="presParOf" srcId="{31BB1ED1-6152-4BFB-A4BF-B26F9FA13902}" destId="{04B37FB5-91B8-4FE8-9DD3-9048BC008D1C}" srcOrd="2" destOrd="0" presId="urn:microsoft.com/office/officeart/2018/2/layout/IconVerticalSolidList"/>
    <dgm:cxn modelId="{3F3BE761-95A6-4BD5-AF7D-19E32B0B585E}" type="presParOf" srcId="{31BB1ED1-6152-4BFB-A4BF-B26F9FA13902}" destId="{2C999E6B-3C3B-4F37-BF57-5B5E4C510FB3}" srcOrd="3" destOrd="0" presId="urn:microsoft.com/office/officeart/2018/2/layout/IconVerticalSolidList"/>
    <dgm:cxn modelId="{E9974838-DEA5-4FB0-85E6-F3363E4E8DB7}" type="presParOf" srcId="{B0138F44-0B3C-48BC-A886-22E4C6C7310D}" destId="{F3CD2E8F-942D-482B-ABD7-8F032002F43F}" srcOrd="1" destOrd="0" presId="urn:microsoft.com/office/officeart/2018/2/layout/IconVerticalSolidList"/>
    <dgm:cxn modelId="{BD4CE29C-C995-402B-B77B-BFD00F210FC2}" type="presParOf" srcId="{B0138F44-0B3C-48BC-A886-22E4C6C7310D}" destId="{1D20A204-7274-4D23-B141-13D4C90A0E50}" srcOrd="2" destOrd="0" presId="urn:microsoft.com/office/officeart/2018/2/layout/IconVerticalSolidList"/>
    <dgm:cxn modelId="{59831CE1-E306-467E-8EFA-3B9B59DF0AF4}" type="presParOf" srcId="{1D20A204-7274-4D23-B141-13D4C90A0E50}" destId="{CAA8BE83-8D73-4B09-B2E4-25EBF8D4E2C6}" srcOrd="0" destOrd="0" presId="urn:microsoft.com/office/officeart/2018/2/layout/IconVerticalSolidList"/>
    <dgm:cxn modelId="{272E3EB3-7FC6-40CF-9787-69FF85F87EE6}" type="presParOf" srcId="{1D20A204-7274-4D23-B141-13D4C90A0E50}" destId="{F5A66DDF-CFEF-47A0-A266-8B27BA4CA2B5}" srcOrd="1" destOrd="0" presId="urn:microsoft.com/office/officeart/2018/2/layout/IconVerticalSolidList"/>
    <dgm:cxn modelId="{45069C55-DD5B-4620-83FD-635A821A60F3}" type="presParOf" srcId="{1D20A204-7274-4D23-B141-13D4C90A0E50}" destId="{090044BA-AB63-4553-BDF0-2B7413645B11}" srcOrd="2" destOrd="0" presId="urn:microsoft.com/office/officeart/2018/2/layout/IconVerticalSolidList"/>
    <dgm:cxn modelId="{C1AF33AF-29E5-400D-9860-2CE71DE058C0}" type="presParOf" srcId="{1D20A204-7274-4D23-B141-13D4C90A0E50}" destId="{490F0467-83FC-4C3C-BC1D-B01C8D7294EC}" srcOrd="3" destOrd="0" presId="urn:microsoft.com/office/officeart/2018/2/layout/IconVerticalSolidList"/>
    <dgm:cxn modelId="{9D95FBF2-A351-4C30-9AF9-FC7A3D656973}" type="presParOf" srcId="{B0138F44-0B3C-48BC-A886-22E4C6C7310D}" destId="{1B3EC0FA-AE23-4A53-B462-B1BE9F606E10}" srcOrd="3" destOrd="0" presId="urn:microsoft.com/office/officeart/2018/2/layout/IconVerticalSolidList"/>
    <dgm:cxn modelId="{88F333A2-9970-4F17-8796-B033DF8A93E7}" type="presParOf" srcId="{B0138F44-0B3C-48BC-A886-22E4C6C7310D}" destId="{D507CDD4-88C4-4320-AC8E-D30C9CEAE07C}" srcOrd="4" destOrd="0" presId="urn:microsoft.com/office/officeart/2018/2/layout/IconVerticalSolidList"/>
    <dgm:cxn modelId="{E2240CA5-1BD7-4EA3-B565-B5D211A6022D}" type="presParOf" srcId="{D507CDD4-88C4-4320-AC8E-D30C9CEAE07C}" destId="{5A643AE3-E2F0-40A4-BA62-5C205BDA5AEB}" srcOrd="0" destOrd="0" presId="urn:microsoft.com/office/officeart/2018/2/layout/IconVerticalSolidList"/>
    <dgm:cxn modelId="{85F7ED23-0907-445E-A67C-E13D2BDC7D66}" type="presParOf" srcId="{D507CDD4-88C4-4320-AC8E-D30C9CEAE07C}" destId="{8D4F5E2D-24E9-4F77-A928-19B6A693DFA9}" srcOrd="1" destOrd="0" presId="urn:microsoft.com/office/officeart/2018/2/layout/IconVerticalSolidList"/>
    <dgm:cxn modelId="{A23E8CD6-698F-4265-8B7F-8153BE583F92}" type="presParOf" srcId="{D507CDD4-88C4-4320-AC8E-D30C9CEAE07C}" destId="{DBCF93C7-F0A2-488D-ABDB-4E287ACEFDD3}" srcOrd="2" destOrd="0" presId="urn:microsoft.com/office/officeart/2018/2/layout/IconVerticalSolidList"/>
    <dgm:cxn modelId="{BBA83D23-E765-460A-A56A-9C694EB67C00}" type="presParOf" srcId="{D507CDD4-88C4-4320-AC8E-D30C9CEAE07C}" destId="{60AA4923-5B66-42CD-BA91-63DCE1B9E0DB}" srcOrd="3" destOrd="0" presId="urn:microsoft.com/office/officeart/2018/2/layout/IconVerticalSolidList"/>
    <dgm:cxn modelId="{CC3C97C4-5841-406B-93E7-D71184A1DE03}" type="presParOf" srcId="{B0138F44-0B3C-48BC-A886-22E4C6C7310D}" destId="{925BB6D9-3C84-4ADF-804B-DC48743B83C7}" srcOrd="5" destOrd="0" presId="urn:microsoft.com/office/officeart/2018/2/layout/IconVerticalSolidList"/>
    <dgm:cxn modelId="{31A5EACD-CC4B-4B45-8F05-CF2569376AA7}" type="presParOf" srcId="{B0138F44-0B3C-48BC-A886-22E4C6C7310D}" destId="{CC0ED105-5FE1-4A4F-AA08-D3D36A5E5B53}" srcOrd="6" destOrd="0" presId="urn:microsoft.com/office/officeart/2018/2/layout/IconVerticalSolidList"/>
    <dgm:cxn modelId="{94D5C6E3-8C87-4357-9686-D64EC65C4D97}" type="presParOf" srcId="{CC0ED105-5FE1-4A4F-AA08-D3D36A5E5B53}" destId="{2281C4EC-3B6B-41CB-B712-6123521A8CDC}" srcOrd="0" destOrd="0" presId="urn:microsoft.com/office/officeart/2018/2/layout/IconVerticalSolidList"/>
    <dgm:cxn modelId="{8DF8CFB8-284F-4BC4-81DD-9FD90DF2061E}" type="presParOf" srcId="{CC0ED105-5FE1-4A4F-AA08-D3D36A5E5B53}" destId="{14A14656-5405-49D1-A61B-8361723BCA55}" srcOrd="1" destOrd="0" presId="urn:microsoft.com/office/officeart/2018/2/layout/IconVerticalSolidList"/>
    <dgm:cxn modelId="{C74CFBAF-D985-431C-9B5B-4565D3F3893F}" type="presParOf" srcId="{CC0ED105-5FE1-4A4F-AA08-D3D36A5E5B53}" destId="{2F609018-0BFF-4D59-9F7F-C30A90E3ECCD}" srcOrd="2" destOrd="0" presId="urn:microsoft.com/office/officeart/2018/2/layout/IconVerticalSolidList"/>
    <dgm:cxn modelId="{CE89FF03-163C-4FB6-8C6B-A30189326856}" type="presParOf" srcId="{CC0ED105-5FE1-4A4F-AA08-D3D36A5E5B53}" destId="{CCBDB44C-58B7-4E75-95E2-231FD2FD55E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22E5DE7-EA8A-49E4-82EC-61C5EC3785D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CA6820F-7362-47D8-BE68-E51C8F836253}">
      <dgm:prSet/>
      <dgm:spPr/>
      <dgm:t>
        <a:bodyPr/>
        <a:lstStyle/>
        <a:p>
          <a:pPr>
            <a:lnSpc>
              <a:spcPct val="100000"/>
            </a:lnSpc>
          </a:pPr>
          <a:r>
            <a:rPr lang="es-MX" b="1"/>
            <a:t>Eficiencia Operativa y Automatización:</a:t>
          </a:r>
          <a:r>
            <a:rPr lang="es-MX"/>
            <a:t> </a:t>
          </a:r>
          <a:endParaRPr lang="en-US"/>
        </a:p>
      </dgm:t>
    </dgm:pt>
    <dgm:pt modelId="{807CE1D2-BE7F-45B0-B2F5-C7962C1DD2E2}" type="parTrans" cxnId="{3D9DA69B-FD29-4B88-A6D6-153300023DAB}">
      <dgm:prSet/>
      <dgm:spPr/>
      <dgm:t>
        <a:bodyPr/>
        <a:lstStyle/>
        <a:p>
          <a:endParaRPr lang="en-US"/>
        </a:p>
      </dgm:t>
    </dgm:pt>
    <dgm:pt modelId="{67E12601-7C53-4DFC-9042-09D6CE88850E}" type="sibTrans" cxnId="{3D9DA69B-FD29-4B88-A6D6-153300023DAB}">
      <dgm:prSet/>
      <dgm:spPr/>
      <dgm:t>
        <a:bodyPr/>
        <a:lstStyle/>
        <a:p>
          <a:endParaRPr lang="en-US"/>
        </a:p>
      </dgm:t>
    </dgm:pt>
    <dgm:pt modelId="{C06CB34D-E273-4959-B0DE-2B2B4714A47E}">
      <dgm:prSet/>
      <dgm:spPr/>
      <dgm:t>
        <a:bodyPr/>
        <a:lstStyle/>
        <a:p>
          <a:pPr>
            <a:lnSpc>
              <a:spcPct val="100000"/>
            </a:lnSpc>
          </a:pPr>
          <a:r>
            <a:rPr lang="es-MX"/>
            <a:t>Permiten automatizar tareas rutinarias, lo que libera tiempo para labores estratégicas y reduce errores humanos.</a:t>
          </a:r>
          <a:endParaRPr lang="en-US"/>
        </a:p>
      </dgm:t>
    </dgm:pt>
    <dgm:pt modelId="{EEDE2C56-EDEC-4F8B-B550-6C91EF33E8F6}" type="parTrans" cxnId="{1B91F11C-4212-4B47-AF35-CEBC7647C866}">
      <dgm:prSet/>
      <dgm:spPr/>
      <dgm:t>
        <a:bodyPr/>
        <a:lstStyle/>
        <a:p>
          <a:endParaRPr lang="en-US"/>
        </a:p>
      </dgm:t>
    </dgm:pt>
    <dgm:pt modelId="{88179159-8716-4304-A6A3-C976FD67AB80}" type="sibTrans" cxnId="{1B91F11C-4212-4B47-AF35-CEBC7647C866}">
      <dgm:prSet/>
      <dgm:spPr/>
      <dgm:t>
        <a:bodyPr/>
        <a:lstStyle/>
        <a:p>
          <a:endParaRPr lang="en-US"/>
        </a:p>
      </dgm:t>
    </dgm:pt>
    <dgm:pt modelId="{D189A90D-4D56-45AB-A19F-F7C5A0163B1F}">
      <dgm:prSet/>
      <dgm:spPr/>
      <dgm:t>
        <a:bodyPr/>
        <a:lstStyle/>
        <a:p>
          <a:pPr>
            <a:lnSpc>
              <a:spcPct val="100000"/>
            </a:lnSpc>
          </a:pPr>
          <a:r>
            <a:rPr lang="es-MX" b="1"/>
            <a:t>Reducción de Costes:</a:t>
          </a:r>
          <a:r>
            <a:rPr lang="es-MX"/>
            <a:t> </a:t>
          </a:r>
          <a:endParaRPr lang="en-US"/>
        </a:p>
      </dgm:t>
    </dgm:pt>
    <dgm:pt modelId="{22634D83-4589-4047-B81A-7CBBBA9330D3}" type="parTrans" cxnId="{6F74D629-D1A4-4AAB-8BA3-AF2DCC6DF98A}">
      <dgm:prSet/>
      <dgm:spPr/>
      <dgm:t>
        <a:bodyPr/>
        <a:lstStyle/>
        <a:p>
          <a:endParaRPr lang="en-US"/>
        </a:p>
      </dgm:t>
    </dgm:pt>
    <dgm:pt modelId="{C9742086-DB62-4881-983C-CA0160CE140E}" type="sibTrans" cxnId="{6F74D629-D1A4-4AAB-8BA3-AF2DCC6DF98A}">
      <dgm:prSet/>
      <dgm:spPr/>
      <dgm:t>
        <a:bodyPr/>
        <a:lstStyle/>
        <a:p>
          <a:endParaRPr lang="en-US"/>
        </a:p>
      </dgm:t>
    </dgm:pt>
    <dgm:pt modelId="{AD48C820-16A4-434D-9F1A-72D10A3D7183}">
      <dgm:prSet/>
      <dgm:spPr/>
      <dgm:t>
        <a:bodyPr/>
        <a:lstStyle/>
        <a:p>
          <a:pPr>
            <a:lnSpc>
              <a:spcPct val="100000"/>
            </a:lnSpc>
          </a:pPr>
          <a:r>
            <a:rPr lang="es-MX"/>
            <a:t>Al optimizar la cadena de suministro y los procesos productivos, disminuyen los gastos a largo plazo.</a:t>
          </a:r>
          <a:endParaRPr lang="en-US"/>
        </a:p>
      </dgm:t>
    </dgm:pt>
    <dgm:pt modelId="{396E0A68-DC4F-4EC9-96F5-48C234783C42}" type="parTrans" cxnId="{9FB5E844-F4B3-466B-816C-7AB416FB01F8}">
      <dgm:prSet/>
      <dgm:spPr/>
      <dgm:t>
        <a:bodyPr/>
        <a:lstStyle/>
        <a:p>
          <a:endParaRPr lang="en-US"/>
        </a:p>
      </dgm:t>
    </dgm:pt>
    <dgm:pt modelId="{71D37ABB-1369-42CD-B55E-2B246C5BB463}" type="sibTrans" cxnId="{9FB5E844-F4B3-466B-816C-7AB416FB01F8}">
      <dgm:prSet/>
      <dgm:spPr/>
      <dgm:t>
        <a:bodyPr/>
        <a:lstStyle/>
        <a:p>
          <a:endParaRPr lang="en-US"/>
        </a:p>
      </dgm:t>
    </dgm:pt>
    <dgm:pt modelId="{4EDB75F9-72FB-4302-BE43-DB271ACFB2EC}">
      <dgm:prSet/>
      <dgm:spPr/>
      <dgm:t>
        <a:bodyPr/>
        <a:lstStyle/>
        <a:p>
          <a:pPr>
            <a:lnSpc>
              <a:spcPct val="100000"/>
            </a:lnSpc>
          </a:pPr>
          <a:r>
            <a:rPr lang="es-MX" b="1"/>
            <a:t>Nuevos Modelos de Negocio:</a:t>
          </a:r>
          <a:r>
            <a:rPr lang="es-MX"/>
            <a:t> </a:t>
          </a:r>
          <a:endParaRPr lang="en-US"/>
        </a:p>
      </dgm:t>
    </dgm:pt>
    <dgm:pt modelId="{7D486C96-AEB1-4683-9E46-FAB49AD60075}" type="parTrans" cxnId="{423DE223-303D-47D4-9D1A-8376F3321791}">
      <dgm:prSet/>
      <dgm:spPr/>
      <dgm:t>
        <a:bodyPr/>
        <a:lstStyle/>
        <a:p>
          <a:endParaRPr lang="en-US"/>
        </a:p>
      </dgm:t>
    </dgm:pt>
    <dgm:pt modelId="{E917531F-D19A-4BD9-88BC-11D5C04C098D}" type="sibTrans" cxnId="{423DE223-303D-47D4-9D1A-8376F3321791}">
      <dgm:prSet/>
      <dgm:spPr/>
      <dgm:t>
        <a:bodyPr/>
        <a:lstStyle/>
        <a:p>
          <a:endParaRPr lang="en-US"/>
        </a:p>
      </dgm:t>
    </dgm:pt>
    <dgm:pt modelId="{73F8AF5F-69E9-4BE9-B208-C010B14267A8}">
      <dgm:prSet/>
      <dgm:spPr/>
      <dgm:t>
        <a:bodyPr/>
        <a:lstStyle/>
        <a:p>
          <a:pPr>
            <a:lnSpc>
              <a:spcPct val="100000"/>
            </a:lnSpc>
          </a:pPr>
          <a:r>
            <a:rPr lang="es-MX"/>
            <a:t>Facilitan la creación de productos y servicios innovadores, permitiendo el acceso a mercados anteriormente inaccesibles.</a:t>
          </a:r>
          <a:endParaRPr lang="en-US"/>
        </a:p>
      </dgm:t>
    </dgm:pt>
    <dgm:pt modelId="{D6B5E174-5AAB-4EB0-89FE-951D94DE1CEA}" type="parTrans" cxnId="{870E5FD8-8E8E-43A3-AF07-189EC78EB305}">
      <dgm:prSet/>
      <dgm:spPr/>
      <dgm:t>
        <a:bodyPr/>
        <a:lstStyle/>
        <a:p>
          <a:endParaRPr lang="en-US"/>
        </a:p>
      </dgm:t>
    </dgm:pt>
    <dgm:pt modelId="{EEFCA885-99B8-41BE-94D4-995093C02B89}" type="sibTrans" cxnId="{870E5FD8-8E8E-43A3-AF07-189EC78EB305}">
      <dgm:prSet/>
      <dgm:spPr/>
      <dgm:t>
        <a:bodyPr/>
        <a:lstStyle/>
        <a:p>
          <a:endParaRPr lang="en-US"/>
        </a:p>
      </dgm:t>
    </dgm:pt>
    <dgm:pt modelId="{F6A1C5E1-703B-43F7-982E-581DAAF37AC2}">
      <dgm:prSet/>
      <dgm:spPr/>
      <dgm:t>
        <a:bodyPr/>
        <a:lstStyle/>
        <a:p>
          <a:pPr>
            <a:lnSpc>
              <a:spcPct val="100000"/>
            </a:lnSpc>
          </a:pPr>
          <a:r>
            <a:rPr lang="es-MX" b="1"/>
            <a:t>Mayor Competitividad y Agilidad:</a:t>
          </a:r>
          <a:r>
            <a:rPr lang="es-MX"/>
            <a:t> </a:t>
          </a:r>
          <a:endParaRPr lang="en-US"/>
        </a:p>
      </dgm:t>
    </dgm:pt>
    <dgm:pt modelId="{6777298B-43D0-4F61-957E-7420E4D45673}" type="parTrans" cxnId="{D80CA8D0-692C-485B-8D79-A2B744DE7FDE}">
      <dgm:prSet/>
      <dgm:spPr/>
      <dgm:t>
        <a:bodyPr/>
        <a:lstStyle/>
        <a:p>
          <a:endParaRPr lang="en-US"/>
        </a:p>
      </dgm:t>
    </dgm:pt>
    <dgm:pt modelId="{F93958BE-2185-483E-B8A4-09C9E95D7470}" type="sibTrans" cxnId="{D80CA8D0-692C-485B-8D79-A2B744DE7FDE}">
      <dgm:prSet/>
      <dgm:spPr/>
      <dgm:t>
        <a:bodyPr/>
        <a:lstStyle/>
        <a:p>
          <a:endParaRPr lang="en-US"/>
        </a:p>
      </dgm:t>
    </dgm:pt>
    <dgm:pt modelId="{AC64C178-60A3-435F-8031-2FD7DF08EAD5}">
      <dgm:prSet/>
      <dgm:spPr/>
      <dgm:t>
        <a:bodyPr/>
        <a:lstStyle/>
        <a:p>
          <a:pPr>
            <a:lnSpc>
              <a:spcPct val="100000"/>
            </a:lnSpc>
          </a:pPr>
          <a:r>
            <a:rPr lang="es-MX"/>
            <a:t>Ayudan a las empresas a adaptarse rápidamente a los cambios del mercado global.</a:t>
          </a:r>
          <a:endParaRPr lang="en-US"/>
        </a:p>
      </dgm:t>
    </dgm:pt>
    <dgm:pt modelId="{92122818-3552-4960-8DA3-987927BA598E}" type="parTrans" cxnId="{9FAF5320-F883-4333-BA04-9259C9414E59}">
      <dgm:prSet/>
      <dgm:spPr/>
      <dgm:t>
        <a:bodyPr/>
        <a:lstStyle/>
        <a:p>
          <a:endParaRPr lang="en-US"/>
        </a:p>
      </dgm:t>
    </dgm:pt>
    <dgm:pt modelId="{93F741BB-8A59-457F-9729-CA23D8BBA9AB}" type="sibTrans" cxnId="{9FAF5320-F883-4333-BA04-9259C9414E59}">
      <dgm:prSet/>
      <dgm:spPr/>
      <dgm:t>
        <a:bodyPr/>
        <a:lstStyle/>
        <a:p>
          <a:endParaRPr lang="en-US"/>
        </a:p>
      </dgm:t>
    </dgm:pt>
    <dgm:pt modelId="{F7F442B2-8CF2-4AAD-B7BF-9846B60AFCEC}">
      <dgm:prSet/>
      <dgm:spPr/>
      <dgm:t>
        <a:bodyPr/>
        <a:lstStyle/>
        <a:p>
          <a:pPr>
            <a:lnSpc>
              <a:spcPct val="100000"/>
            </a:lnSpc>
          </a:pPr>
          <a:r>
            <a:rPr lang="es-MX" b="1"/>
            <a:t>Seguridad y Transparencia:</a:t>
          </a:r>
          <a:r>
            <a:rPr lang="es-MX"/>
            <a:t> </a:t>
          </a:r>
          <a:endParaRPr lang="en-US"/>
        </a:p>
      </dgm:t>
    </dgm:pt>
    <dgm:pt modelId="{017194BD-CB8C-46D6-837C-BFB310AA672C}" type="parTrans" cxnId="{F901B3F3-8AA6-48E2-9E99-F5CF566D9D46}">
      <dgm:prSet/>
      <dgm:spPr/>
      <dgm:t>
        <a:bodyPr/>
        <a:lstStyle/>
        <a:p>
          <a:endParaRPr lang="en-US"/>
        </a:p>
      </dgm:t>
    </dgm:pt>
    <dgm:pt modelId="{E44882FD-E63B-41BA-9F7F-D4601C3DCD2C}" type="sibTrans" cxnId="{F901B3F3-8AA6-48E2-9E99-F5CF566D9D46}">
      <dgm:prSet/>
      <dgm:spPr/>
      <dgm:t>
        <a:bodyPr/>
        <a:lstStyle/>
        <a:p>
          <a:endParaRPr lang="en-US"/>
        </a:p>
      </dgm:t>
    </dgm:pt>
    <dgm:pt modelId="{A446173A-8E84-44EE-A0BB-E94224C46EA1}">
      <dgm:prSet/>
      <dgm:spPr/>
      <dgm:t>
        <a:bodyPr/>
        <a:lstStyle/>
        <a:p>
          <a:pPr>
            <a:lnSpc>
              <a:spcPct val="100000"/>
            </a:lnSpc>
          </a:pPr>
          <a:r>
            <a:rPr lang="es-MX"/>
            <a:t>Tecnologías como blockchain garantizan registros inquebrantables y trazabilidad en procesos financieros y administrativos.</a:t>
          </a:r>
          <a:endParaRPr lang="en-US"/>
        </a:p>
      </dgm:t>
    </dgm:pt>
    <dgm:pt modelId="{FFA5FE5C-F807-40CE-88D7-18576FF0822B}" type="parTrans" cxnId="{0EE40A4D-6E5A-4F73-B4B9-B5308F342340}">
      <dgm:prSet/>
      <dgm:spPr/>
      <dgm:t>
        <a:bodyPr/>
        <a:lstStyle/>
        <a:p>
          <a:endParaRPr lang="en-US"/>
        </a:p>
      </dgm:t>
    </dgm:pt>
    <dgm:pt modelId="{D0F9B111-9CD5-42A6-B538-81C901CD4011}" type="sibTrans" cxnId="{0EE40A4D-6E5A-4F73-B4B9-B5308F342340}">
      <dgm:prSet/>
      <dgm:spPr/>
      <dgm:t>
        <a:bodyPr/>
        <a:lstStyle/>
        <a:p>
          <a:endParaRPr lang="en-US"/>
        </a:p>
      </dgm:t>
    </dgm:pt>
    <dgm:pt modelId="{7FE0CB97-B1F8-4A11-A044-B925D736A27C}">
      <dgm:prSet/>
      <dgm:spPr/>
      <dgm:t>
        <a:bodyPr/>
        <a:lstStyle/>
        <a:p>
          <a:pPr>
            <a:lnSpc>
              <a:spcPct val="100000"/>
            </a:lnSpc>
          </a:pPr>
          <a:r>
            <a:rPr lang="es-MX" b="1"/>
            <a:t>Mejora de la Experiencia del Cliente:</a:t>
          </a:r>
          <a:r>
            <a:rPr lang="es-MX"/>
            <a:t> </a:t>
          </a:r>
          <a:endParaRPr lang="en-US"/>
        </a:p>
      </dgm:t>
    </dgm:pt>
    <dgm:pt modelId="{DA4D43A8-2320-4FBB-A6EF-1205D6BAED56}" type="parTrans" cxnId="{E3C2FA30-36AA-4658-AD1B-CDC21305E551}">
      <dgm:prSet/>
      <dgm:spPr/>
      <dgm:t>
        <a:bodyPr/>
        <a:lstStyle/>
        <a:p>
          <a:endParaRPr lang="en-US"/>
        </a:p>
      </dgm:t>
    </dgm:pt>
    <dgm:pt modelId="{BCA15B44-51C2-4DED-9F84-2E07C6B839DB}" type="sibTrans" cxnId="{E3C2FA30-36AA-4658-AD1B-CDC21305E551}">
      <dgm:prSet/>
      <dgm:spPr/>
      <dgm:t>
        <a:bodyPr/>
        <a:lstStyle/>
        <a:p>
          <a:endParaRPr lang="en-US"/>
        </a:p>
      </dgm:t>
    </dgm:pt>
    <dgm:pt modelId="{E3CA9E25-EBE0-4C5A-9310-BF5DD113DA14}">
      <dgm:prSet/>
      <dgm:spPr/>
      <dgm:t>
        <a:bodyPr/>
        <a:lstStyle/>
        <a:p>
          <a:pPr>
            <a:lnSpc>
              <a:spcPct val="100000"/>
            </a:lnSpc>
          </a:pPr>
          <a:r>
            <a:rPr lang="es-MX"/>
            <a:t>La inteligencia artificial y el aprendizaje automático permiten personalizar la oferta y resolver necesidades de manera más efectiva</a:t>
          </a:r>
          <a:endParaRPr lang="en-US"/>
        </a:p>
      </dgm:t>
    </dgm:pt>
    <dgm:pt modelId="{473D5F68-16B2-4496-9342-8CDA4E9143D9}" type="parTrans" cxnId="{C449358E-5E45-4ABC-9519-8844AEFF2094}">
      <dgm:prSet/>
      <dgm:spPr/>
      <dgm:t>
        <a:bodyPr/>
        <a:lstStyle/>
        <a:p>
          <a:endParaRPr lang="en-US"/>
        </a:p>
      </dgm:t>
    </dgm:pt>
    <dgm:pt modelId="{5545BDE4-9657-489C-83CF-BFE506114D3A}" type="sibTrans" cxnId="{C449358E-5E45-4ABC-9519-8844AEFF2094}">
      <dgm:prSet/>
      <dgm:spPr/>
      <dgm:t>
        <a:bodyPr/>
        <a:lstStyle/>
        <a:p>
          <a:endParaRPr lang="en-US"/>
        </a:p>
      </dgm:t>
    </dgm:pt>
    <dgm:pt modelId="{3E81CCFC-194E-4561-B3FC-83A83DC5468B}" type="pres">
      <dgm:prSet presAssocID="{222E5DE7-EA8A-49E4-82EC-61C5EC3785D3}" presName="root" presStyleCnt="0">
        <dgm:presLayoutVars>
          <dgm:dir/>
          <dgm:resizeHandles val="exact"/>
        </dgm:presLayoutVars>
      </dgm:prSet>
      <dgm:spPr/>
    </dgm:pt>
    <dgm:pt modelId="{E9332515-61D0-41DA-A3C0-8EF666A70FA3}" type="pres">
      <dgm:prSet presAssocID="{6CA6820F-7362-47D8-BE68-E51C8F836253}" presName="compNode" presStyleCnt="0"/>
      <dgm:spPr/>
    </dgm:pt>
    <dgm:pt modelId="{50FC7102-C6EE-4A4C-A780-1D47A38B8F59}" type="pres">
      <dgm:prSet presAssocID="{6CA6820F-7362-47D8-BE68-E51C8F836253}" presName="bgRect" presStyleLbl="bgShp" presStyleIdx="0" presStyleCnt="6"/>
      <dgm:spPr/>
    </dgm:pt>
    <dgm:pt modelId="{294EC51E-34D0-4E53-BA68-B8C2EE49C415}" type="pres">
      <dgm:prSet presAssocID="{6CA6820F-7362-47D8-BE68-E51C8F83625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ca de verificación"/>
        </a:ext>
      </dgm:extLst>
    </dgm:pt>
    <dgm:pt modelId="{919618CB-FE56-492D-8058-954C90A431FC}" type="pres">
      <dgm:prSet presAssocID="{6CA6820F-7362-47D8-BE68-E51C8F836253}" presName="spaceRect" presStyleCnt="0"/>
      <dgm:spPr/>
    </dgm:pt>
    <dgm:pt modelId="{6329A032-12E5-4CC1-8A05-F9069EEA3C6C}" type="pres">
      <dgm:prSet presAssocID="{6CA6820F-7362-47D8-BE68-E51C8F836253}" presName="parTx" presStyleLbl="revTx" presStyleIdx="0" presStyleCnt="12">
        <dgm:presLayoutVars>
          <dgm:chMax val="0"/>
          <dgm:chPref val="0"/>
        </dgm:presLayoutVars>
      </dgm:prSet>
      <dgm:spPr/>
    </dgm:pt>
    <dgm:pt modelId="{2E729D92-8C95-400D-A82F-429A70D0BEA9}" type="pres">
      <dgm:prSet presAssocID="{6CA6820F-7362-47D8-BE68-E51C8F836253}" presName="desTx" presStyleLbl="revTx" presStyleIdx="1" presStyleCnt="12">
        <dgm:presLayoutVars/>
      </dgm:prSet>
      <dgm:spPr/>
    </dgm:pt>
    <dgm:pt modelId="{EF87F697-0549-4504-B87A-6F62A5992962}" type="pres">
      <dgm:prSet presAssocID="{67E12601-7C53-4DFC-9042-09D6CE88850E}" presName="sibTrans" presStyleCnt="0"/>
      <dgm:spPr/>
    </dgm:pt>
    <dgm:pt modelId="{FA5B7A14-E971-4579-8DEB-EB42DA020F74}" type="pres">
      <dgm:prSet presAssocID="{D189A90D-4D56-45AB-A19F-F7C5A0163B1F}" presName="compNode" presStyleCnt="0"/>
      <dgm:spPr/>
    </dgm:pt>
    <dgm:pt modelId="{965BDD38-D8F5-4FEF-92F4-742695275DF4}" type="pres">
      <dgm:prSet presAssocID="{D189A90D-4D56-45AB-A19F-F7C5A0163B1F}" presName="bgRect" presStyleLbl="bgShp" presStyleIdx="1" presStyleCnt="6"/>
      <dgm:spPr/>
    </dgm:pt>
    <dgm:pt modelId="{D9FA6937-B739-4588-A340-62DEB4BB158F}" type="pres">
      <dgm:prSet presAssocID="{D189A90D-4D56-45AB-A19F-F7C5A0163B1F}"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mión"/>
        </a:ext>
      </dgm:extLst>
    </dgm:pt>
    <dgm:pt modelId="{4104506A-EFF5-4434-B9ED-43AE3DCAD4CA}" type="pres">
      <dgm:prSet presAssocID="{D189A90D-4D56-45AB-A19F-F7C5A0163B1F}" presName="spaceRect" presStyleCnt="0"/>
      <dgm:spPr/>
    </dgm:pt>
    <dgm:pt modelId="{4D81572D-E77C-4E0F-9B67-A6B65C9A0F3A}" type="pres">
      <dgm:prSet presAssocID="{D189A90D-4D56-45AB-A19F-F7C5A0163B1F}" presName="parTx" presStyleLbl="revTx" presStyleIdx="2" presStyleCnt="12">
        <dgm:presLayoutVars>
          <dgm:chMax val="0"/>
          <dgm:chPref val="0"/>
        </dgm:presLayoutVars>
      </dgm:prSet>
      <dgm:spPr/>
    </dgm:pt>
    <dgm:pt modelId="{EBA8EB74-FA3F-4C4F-BD87-0413236FA81C}" type="pres">
      <dgm:prSet presAssocID="{D189A90D-4D56-45AB-A19F-F7C5A0163B1F}" presName="desTx" presStyleLbl="revTx" presStyleIdx="3" presStyleCnt="12">
        <dgm:presLayoutVars/>
      </dgm:prSet>
      <dgm:spPr/>
    </dgm:pt>
    <dgm:pt modelId="{3629A70E-07E3-4386-A18E-77451CB98848}" type="pres">
      <dgm:prSet presAssocID="{C9742086-DB62-4881-983C-CA0160CE140E}" presName="sibTrans" presStyleCnt="0"/>
      <dgm:spPr/>
    </dgm:pt>
    <dgm:pt modelId="{7B630A98-ED25-4FE9-BD90-417D934A269F}" type="pres">
      <dgm:prSet presAssocID="{4EDB75F9-72FB-4302-BE43-DB271ACFB2EC}" presName="compNode" presStyleCnt="0"/>
      <dgm:spPr/>
    </dgm:pt>
    <dgm:pt modelId="{684DC7F8-C8A9-4883-9E18-0F388F34096D}" type="pres">
      <dgm:prSet presAssocID="{4EDB75F9-72FB-4302-BE43-DB271ACFB2EC}" presName="bgRect" presStyleLbl="bgShp" presStyleIdx="2" presStyleCnt="6"/>
      <dgm:spPr/>
    </dgm:pt>
    <dgm:pt modelId="{4F3A33F3-13B3-4CAA-BECC-3EBA909FD2D2}" type="pres">
      <dgm:prSet presAssocID="{4EDB75F9-72FB-4302-BE43-DB271ACFB2EC}"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mbilla"/>
        </a:ext>
      </dgm:extLst>
    </dgm:pt>
    <dgm:pt modelId="{05CAA590-7E3C-40D8-BC24-106FCE240468}" type="pres">
      <dgm:prSet presAssocID="{4EDB75F9-72FB-4302-BE43-DB271ACFB2EC}" presName="spaceRect" presStyleCnt="0"/>
      <dgm:spPr/>
    </dgm:pt>
    <dgm:pt modelId="{B90B5EF3-1ED9-4089-9E7F-FD41B49C3800}" type="pres">
      <dgm:prSet presAssocID="{4EDB75F9-72FB-4302-BE43-DB271ACFB2EC}" presName="parTx" presStyleLbl="revTx" presStyleIdx="4" presStyleCnt="12">
        <dgm:presLayoutVars>
          <dgm:chMax val="0"/>
          <dgm:chPref val="0"/>
        </dgm:presLayoutVars>
      </dgm:prSet>
      <dgm:spPr/>
    </dgm:pt>
    <dgm:pt modelId="{E8E6FC3B-6EFD-4594-8D39-E94B74CDFB26}" type="pres">
      <dgm:prSet presAssocID="{4EDB75F9-72FB-4302-BE43-DB271ACFB2EC}" presName="desTx" presStyleLbl="revTx" presStyleIdx="5" presStyleCnt="12">
        <dgm:presLayoutVars/>
      </dgm:prSet>
      <dgm:spPr/>
    </dgm:pt>
    <dgm:pt modelId="{60733907-27C4-41AC-9148-8CEF4466C698}" type="pres">
      <dgm:prSet presAssocID="{E917531F-D19A-4BD9-88BC-11D5C04C098D}" presName="sibTrans" presStyleCnt="0"/>
      <dgm:spPr/>
    </dgm:pt>
    <dgm:pt modelId="{38E96664-0460-4772-B64B-0A6281419850}" type="pres">
      <dgm:prSet presAssocID="{F6A1C5E1-703B-43F7-982E-581DAAF37AC2}" presName="compNode" presStyleCnt="0"/>
      <dgm:spPr/>
    </dgm:pt>
    <dgm:pt modelId="{AF45657D-98DB-4C0F-A95B-378729509431}" type="pres">
      <dgm:prSet presAssocID="{F6A1C5E1-703B-43F7-982E-581DAAF37AC2}" presName="bgRect" presStyleLbl="bgShp" presStyleIdx="3" presStyleCnt="6"/>
      <dgm:spPr/>
    </dgm:pt>
    <dgm:pt modelId="{A612BC0E-0D2E-442A-AE1D-3D757AB5AF99}" type="pres">
      <dgm:prSet presAssocID="{F6A1C5E1-703B-43F7-982E-581DAAF37AC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3954CE28-0681-4535-9466-22AD927280C2}" type="pres">
      <dgm:prSet presAssocID="{F6A1C5E1-703B-43F7-982E-581DAAF37AC2}" presName="spaceRect" presStyleCnt="0"/>
      <dgm:spPr/>
    </dgm:pt>
    <dgm:pt modelId="{FF687217-230B-46E4-A9CA-9DFC2ED0AD24}" type="pres">
      <dgm:prSet presAssocID="{F6A1C5E1-703B-43F7-982E-581DAAF37AC2}" presName="parTx" presStyleLbl="revTx" presStyleIdx="6" presStyleCnt="12">
        <dgm:presLayoutVars>
          <dgm:chMax val="0"/>
          <dgm:chPref val="0"/>
        </dgm:presLayoutVars>
      </dgm:prSet>
      <dgm:spPr/>
    </dgm:pt>
    <dgm:pt modelId="{01562353-1DCA-4D8E-8FD5-5892E356411C}" type="pres">
      <dgm:prSet presAssocID="{F6A1C5E1-703B-43F7-982E-581DAAF37AC2}" presName="desTx" presStyleLbl="revTx" presStyleIdx="7" presStyleCnt="12">
        <dgm:presLayoutVars/>
      </dgm:prSet>
      <dgm:spPr/>
    </dgm:pt>
    <dgm:pt modelId="{3581B651-695F-450A-9A59-47B72CAD0741}" type="pres">
      <dgm:prSet presAssocID="{F93958BE-2185-483E-B8A4-09C9E95D7470}" presName="sibTrans" presStyleCnt="0"/>
      <dgm:spPr/>
    </dgm:pt>
    <dgm:pt modelId="{40277EB7-93D0-4D11-A15F-3C9EC480D344}" type="pres">
      <dgm:prSet presAssocID="{F7F442B2-8CF2-4AAD-B7BF-9846B60AFCEC}" presName="compNode" presStyleCnt="0"/>
      <dgm:spPr/>
    </dgm:pt>
    <dgm:pt modelId="{BB4BB0AA-9E7F-4295-8080-2DB1E123B2D5}" type="pres">
      <dgm:prSet presAssocID="{F7F442B2-8CF2-4AAD-B7BF-9846B60AFCEC}" presName="bgRect" presStyleLbl="bgShp" presStyleIdx="4" presStyleCnt="6"/>
      <dgm:spPr/>
    </dgm:pt>
    <dgm:pt modelId="{3C8B634E-78D2-49D5-9555-B703016A24FA}" type="pres">
      <dgm:prSet presAssocID="{F7F442B2-8CF2-4AAD-B7BF-9846B60AFCEC}"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loquear"/>
        </a:ext>
      </dgm:extLst>
    </dgm:pt>
    <dgm:pt modelId="{69D9BECC-E20E-43A7-A238-2AD767645F2C}" type="pres">
      <dgm:prSet presAssocID="{F7F442B2-8CF2-4AAD-B7BF-9846B60AFCEC}" presName="spaceRect" presStyleCnt="0"/>
      <dgm:spPr/>
    </dgm:pt>
    <dgm:pt modelId="{79F49DE6-6763-4D67-8108-740F86ABB787}" type="pres">
      <dgm:prSet presAssocID="{F7F442B2-8CF2-4AAD-B7BF-9846B60AFCEC}" presName="parTx" presStyleLbl="revTx" presStyleIdx="8" presStyleCnt="12">
        <dgm:presLayoutVars>
          <dgm:chMax val="0"/>
          <dgm:chPref val="0"/>
        </dgm:presLayoutVars>
      </dgm:prSet>
      <dgm:spPr/>
    </dgm:pt>
    <dgm:pt modelId="{C7F9F19C-C219-42E7-A76B-39A5D5587399}" type="pres">
      <dgm:prSet presAssocID="{F7F442B2-8CF2-4AAD-B7BF-9846B60AFCEC}" presName="desTx" presStyleLbl="revTx" presStyleIdx="9" presStyleCnt="12">
        <dgm:presLayoutVars/>
      </dgm:prSet>
      <dgm:spPr/>
    </dgm:pt>
    <dgm:pt modelId="{1F1B993D-09EB-402D-93EC-CCFA297095D8}" type="pres">
      <dgm:prSet presAssocID="{E44882FD-E63B-41BA-9F7F-D4601C3DCD2C}" presName="sibTrans" presStyleCnt="0"/>
      <dgm:spPr/>
    </dgm:pt>
    <dgm:pt modelId="{25144490-2880-4931-B0FC-799F4AEDF284}" type="pres">
      <dgm:prSet presAssocID="{7FE0CB97-B1F8-4A11-A044-B925D736A27C}" presName="compNode" presStyleCnt="0"/>
      <dgm:spPr/>
    </dgm:pt>
    <dgm:pt modelId="{DE648CF1-4C61-41A0-8DE1-DF8822189A2D}" type="pres">
      <dgm:prSet presAssocID="{7FE0CB97-B1F8-4A11-A044-B925D736A27C}" presName="bgRect" presStyleLbl="bgShp" presStyleIdx="5" presStyleCnt="6"/>
      <dgm:spPr/>
    </dgm:pt>
    <dgm:pt modelId="{220116A4-D015-44DD-AC1B-2DD26F291E5B}" type="pres">
      <dgm:prSet presAssocID="{7FE0CB97-B1F8-4A11-A044-B925D736A27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Head with Gears"/>
        </a:ext>
      </dgm:extLst>
    </dgm:pt>
    <dgm:pt modelId="{EC5E2E4E-2FDA-4F98-82D5-7524029130D5}" type="pres">
      <dgm:prSet presAssocID="{7FE0CB97-B1F8-4A11-A044-B925D736A27C}" presName="spaceRect" presStyleCnt="0"/>
      <dgm:spPr/>
    </dgm:pt>
    <dgm:pt modelId="{2117E07A-17AE-4C2D-AF0D-64619E32B4A1}" type="pres">
      <dgm:prSet presAssocID="{7FE0CB97-B1F8-4A11-A044-B925D736A27C}" presName="parTx" presStyleLbl="revTx" presStyleIdx="10" presStyleCnt="12">
        <dgm:presLayoutVars>
          <dgm:chMax val="0"/>
          <dgm:chPref val="0"/>
        </dgm:presLayoutVars>
      </dgm:prSet>
      <dgm:spPr/>
    </dgm:pt>
    <dgm:pt modelId="{3603DEEE-A208-43DB-AAD3-3B64E62B9549}" type="pres">
      <dgm:prSet presAssocID="{7FE0CB97-B1F8-4A11-A044-B925D736A27C}" presName="desTx" presStyleLbl="revTx" presStyleIdx="11" presStyleCnt="12">
        <dgm:presLayoutVars/>
      </dgm:prSet>
      <dgm:spPr/>
    </dgm:pt>
  </dgm:ptLst>
  <dgm:cxnLst>
    <dgm:cxn modelId="{13380600-76CC-4AE8-BA82-A0B5C0D5E2B4}" type="presOf" srcId="{E3CA9E25-EBE0-4C5A-9310-BF5DD113DA14}" destId="{3603DEEE-A208-43DB-AAD3-3B64E62B9549}" srcOrd="0" destOrd="0" presId="urn:microsoft.com/office/officeart/2018/2/layout/IconVerticalSolidList"/>
    <dgm:cxn modelId="{1B91F11C-4212-4B47-AF35-CEBC7647C866}" srcId="{6CA6820F-7362-47D8-BE68-E51C8F836253}" destId="{C06CB34D-E273-4959-B0DE-2B2B4714A47E}" srcOrd="0" destOrd="0" parTransId="{EEDE2C56-EDEC-4F8B-B550-6C91EF33E8F6}" sibTransId="{88179159-8716-4304-A6A3-C976FD67AB80}"/>
    <dgm:cxn modelId="{9FAF5320-F883-4333-BA04-9259C9414E59}" srcId="{F6A1C5E1-703B-43F7-982E-581DAAF37AC2}" destId="{AC64C178-60A3-435F-8031-2FD7DF08EAD5}" srcOrd="0" destOrd="0" parTransId="{92122818-3552-4960-8DA3-987927BA598E}" sibTransId="{93F741BB-8A59-457F-9729-CA23D8BBA9AB}"/>
    <dgm:cxn modelId="{423DE223-303D-47D4-9D1A-8376F3321791}" srcId="{222E5DE7-EA8A-49E4-82EC-61C5EC3785D3}" destId="{4EDB75F9-72FB-4302-BE43-DB271ACFB2EC}" srcOrd="2" destOrd="0" parTransId="{7D486C96-AEB1-4683-9E46-FAB49AD60075}" sibTransId="{E917531F-D19A-4BD9-88BC-11D5C04C098D}"/>
    <dgm:cxn modelId="{6F74D629-D1A4-4AAB-8BA3-AF2DCC6DF98A}" srcId="{222E5DE7-EA8A-49E4-82EC-61C5EC3785D3}" destId="{D189A90D-4D56-45AB-A19F-F7C5A0163B1F}" srcOrd="1" destOrd="0" parTransId="{22634D83-4589-4047-B81A-7CBBBA9330D3}" sibTransId="{C9742086-DB62-4881-983C-CA0160CE140E}"/>
    <dgm:cxn modelId="{E3C2FA30-36AA-4658-AD1B-CDC21305E551}" srcId="{222E5DE7-EA8A-49E4-82EC-61C5EC3785D3}" destId="{7FE0CB97-B1F8-4A11-A044-B925D736A27C}" srcOrd="5" destOrd="0" parTransId="{DA4D43A8-2320-4FBB-A6EF-1205D6BAED56}" sibTransId="{BCA15B44-51C2-4DED-9F84-2E07C6B839DB}"/>
    <dgm:cxn modelId="{17EC4732-AA13-47AB-BDF2-0D35F670AC1B}" type="presOf" srcId="{7FE0CB97-B1F8-4A11-A044-B925D736A27C}" destId="{2117E07A-17AE-4C2D-AF0D-64619E32B4A1}" srcOrd="0" destOrd="0" presId="urn:microsoft.com/office/officeart/2018/2/layout/IconVerticalSolidList"/>
    <dgm:cxn modelId="{CCA01F36-34F0-4892-AA23-64ED87609920}" type="presOf" srcId="{4EDB75F9-72FB-4302-BE43-DB271ACFB2EC}" destId="{B90B5EF3-1ED9-4089-9E7F-FD41B49C3800}" srcOrd="0" destOrd="0" presId="urn:microsoft.com/office/officeart/2018/2/layout/IconVerticalSolidList"/>
    <dgm:cxn modelId="{CB38CC39-2F51-45EA-A7EB-8AC8914DA5EE}" type="presOf" srcId="{F6A1C5E1-703B-43F7-982E-581DAAF37AC2}" destId="{FF687217-230B-46E4-A9CA-9DFC2ED0AD24}" srcOrd="0" destOrd="0" presId="urn:microsoft.com/office/officeart/2018/2/layout/IconVerticalSolidList"/>
    <dgm:cxn modelId="{D9EA5663-2C0E-406C-B8A7-7493867CBD7C}" type="presOf" srcId="{F7F442B2-8CF2-4AAD-B7BF-9846B60AFCEC}" destId="{79F49DE6-6763-4D67-8108-740F86ABB787}" srcOrd="0" destOrd="0" presId="urn:microsoft.com/office/officeart/2018/2/layout/IconVerticalSolidList"/>
    <dgm:cxn modelId="{9FB5E844-F4B3-466B-816C-7AB416FB01F8}" srcId="{D189A90D-4D56-45AB-A19F-F7C5A0163B1F}" destId="{AD48C820-16A4-434D-9F1A-72D10A3D7183}" srcOrd="0" destOrd="0" parTransId="{396E0A68-DC4F-4EC9-96F5-48C234783C42}" sibTransId="{71D37ABB-1369-42CD-B55E-2B246C5BB463}"/>
    <dgm:cxn modelId="{0E1ABC45-D468-4FCB-B746-FFB2FEF0F7D5}" type="presOf" srcId="{D189A90D-4D56-45AB-A19F-F7C5A0163B1F}" destId="{4D81572D-E77C-4E0F-9B67-A6B65C9A0F3A}" srcOrd="0" destOrd="0" presId="urn:microsoft.com/office/officeart/2018/2/layout/IconVerticalSolidList"/>
    <dgm:cxn modelId="{0EE40A4D-6E5A-4F73-B4B9-B5308F342340}" srcId="{F7F442B2-8CF2-4AAD-B7BF-9846B60AFCEC}" destId="{A446173A-8E84-44EE-A0BB-E94224C46EA1}" srcOrd="0" destOrd="0" parTransId="{FFA5FE5C-F807-40CE-88D7-18576FF0822B}" sibTransId="{D0F9B111-9CD5-42A6-B538-81C901CD4011}"/>
    <dgm:cxn modelId="{DF9FAD74-C40C-4061-9079-25D0AF3EDBF2}" type="presOf" srcId="{AC64C178-60A3-435F-8031-2FD7DF08EAD5}" destId="{01562353-1DCA-4D8E-8FD5-5892E356411C}" srcOrd="0" destOrd="0" presId="urn:microsoft.com/office/officeart/2018/2/layout/IconVerticalSolidList"/>
    <dgm:cxn modelId="{1A170E87-AE18-4526-AFA9-E7D7C39EE805}" type="presOf" srcId="{6CA6820F-7362-47D8-BE68-E51C8F836253}" destId="{6329A032-12E5-4CC1-8A05-F9069EEA3C6C}" srcOrd="0" destOrd="0" presId="urn:microsoft.com/office/officeart/2018/2/layout/IconVerticalSolidList"/>
    <dgm:cxn modelId="{C449358E-5E45-4ABC-9519-8844AEFF2094}" srcId="{7FE0CB97-B1F8-4A11-A044-B925D736A27C}" destId="{E3CA9E25-EBE0-4C5A-9310-BF5DD113DA14}" srcOrd="0" destOrd="0" parTransId="{473D5F68-16B2-4496-9342-8CDA4E9143D9}" sibTransId="{5545BDE4-9657-489C-83CF-BFE506114D3A}"/>
    <dgm:cxn modelId="{7242C793-AF1D-46ED-8DA5-7DC1B2B98BBC}" type="presOf" srcId="{222E5DE7-EA8A-49E4-82EC-61C5EC3785D3}" destId="{3E81CCFC-194E-4561-B3FC-83A83DC5468B}" srcOrd="0" destOrd="0" presId="urn:microsoft.com/office/officeart/2018/2/layout/IconVerticalSolidList"/>
    <dgm:cxn modelId="{3D9DA69B-FD29-4B88-A6D6-153300023DAB}" srcId="{222E5DE7-EA8A-49E4-82EC-61C5EC3785D3}" destId="{6CA6820F-7362-47D8-BE68-E51C8F836253}" srcOrd="0" destOrd="0" parTransId="{807CE1D2-BE7F-45B0-B2F5-C7962C1DD2E2}" sibTransId="{67E12601-7C53-4DFC-9042-09D6CE88850E}"/>
    <dgm:cxn modelId="{C8B6BC9C-ADF5-4D5D-9ED7-3B9D94F4CAC8}" type="presOf" srcId="{AD48C820-16A4-434D-9F1A-72D10A3D7183}" destId="{EBA8EB74-FA3F-4C4F-BD87-0413236FA81C}" srcOrd="0" destOrd="0" presId="urn:microsoft.com/office/officeart/2018/2/layout/IconVerticalSolidList"/>
    <dgm:cxn modelId="{856F06A4-E199-4780-ABBE-3CC03A13E49C}" type="presOf" srcId="{73F8AF5F-69E9-4BE9-B208-C010B14267A8}" destId="{E8E6FC3B-6EFD-4594-8D39-E94B74CDFB26}" srcOrd="0" destOrd="0" presId="urn:microsoft.com/office/officeart/2018/2/layout/IconVerticalSolidList"/>
    <dgm:cxn modelId="{DF3008A7-421E-474B-B3D4-44C9E96ADE72}" type="presOf" srcId="{C06CB34D-E273-4959-B0DE-2B2B4714A47E}" destId="{2E729D92-8C95-400D-A82F-429A70D0BEA9}" srcOrd="0" destOrd="0" presId="urn:microsoft.com/office/officeart/2018/2/layout/IconVerticalSolidList"/>
    <dgm:cxn modelId="{B57A1EC3-AFF0-459A-A7AC-EC5FDED1D92A}" type="presOf" srcId="{A446173A-8E84-44EE-A0BB-E94224C46EA1}" destId="{C7F9F19C-C219-42E7-A76B-39A5D5587399}" srcOrd="0" destOrd="0" presId="urn:microsoft.com/office/officeart/2018/2/layout/IconVerticalSolidList"/>
    <dgm:cxn modelId="{D80CA8D0-692C-485B-8D79-A2B744DE7FDE}" srcId="{222E5DE7-EA8A-49E4-82EC-61C5EC3785D3}" destId="{F6A1C5E1-703B-43F7-982E-581DAAF37AC2}" srcOrd="3" destOrd="0" parTransId="{6777298B-43D0-4F61-957E-7420E4D45673}" sibTransId="{F93958BE-2185-483E-B8A4-09C9E95D7470}"/>
    <dgm:cxn modelId="{870E5FD8-8E8E-43A3-AF07-189EC78EB305}" srcId="{4EDB75F9-72FB-4302-BE43-DB271ACFB2EC}" destId="{73F8AF5F-69E9-4BE9-B208-C010B14267A8}" srcOrd="0" destOrd="0" parTransId="{D6B5E174-5AAB-4EB0-89FE-951D94DE1CEA}" sibTransId="{EEFCA885-99B8-41BE-94D4-995093C02B89}"/>
    <dgm:cxn modelId="{F901B3F3-8AA6-48E2-9E99-F5CF566D9D46}" srcId="{222E5DE7-EA8A-49E4-82EC-61C5EC3785D3}" destId="{F7F442B2-8CF2-4AAD-B7BF-9846B60AFCEC}" srcOrd="4" destOrd="0" parTransId="{017194BD-CB8C-46D6-837C-BFB310AA672C}" sibTransId="{E44882FD-E63B-41BA-9F7F-D4601C3DCD2C}"/>
    <dgm:cxn modelId="{8B819402-5128-4426-8970-0C498BCE358A}" type="presParOf" srcId="{3E81CCFC-194E-4561-B3FC-83A83DC5468B}" destId="{E9332515-61D0-41DA-A3C0-8EF666A70FA3}" srcOrd="0" destOrd="0" presId="urn:microsoft.com/office/officeart/2018/2/layout/IconVerticalSolidList"/>
    <dgm:cxn modelId="{C3D47533-676C-40FC-81AA-94EFFA39267F}" type="presParOf" srcId="{E9332515-61D0-41DA-A3C0-8EF666A70FA3}" destId="{50FC7102-C6EE-4A4C-A780-1D47A38B8F59}" srcOrd="0" destOrd="0" presId="urn:microsoft.com/office/officeart/2018/2/layout/IconVerticalSolidList"/>
    <dgm:cxn modelId="{A0828824-2523-4345-B27B-0D8E56D288FC}" type="presParOf" srcId="{E9332515-61D0-41DA-A3C0-8EF666A70FA3}" destId="{294EC51E-34D0-4E53-BA68-B8C2EE49C415}" srcOrd="1" destOrd="0" presId="urn:microsoft.com/office/officeart/2018/2/layout/IconVerticalSolidList"/>
    <dgm:cxn modelId="{94736D5A-126D-4B27-9A5B-378BAA917808}" type="presParOf" srcId="{E9332515-61D0-41DA-A3C0-8EF666A70FA3}" destId="{919618CB-FE56-492D-8058-954C90A431FC}" srcOrd="2" destOrd="0" presId="urn:microsoft.com/office/officeart/2018/2/layout/IconVerticalSolidList"/>
    <dgm:cxn modelId="{53D3635B-F1FD-4E40-A569-532EB808917F}" type="presParOf" srcId="{E9332515-61D0-41DA-A3C0-8EF666A70FA3}" destId="{6329A032-12E5-4CC1-8A05-F9069EEA3C6C}" srcOrd="3" destOrd="0" presId="urn:microsoft.com/office/officeart/2018/2/layout/IconVerticalSolidList"/>
    <dgm:cxn modelId="{954F929D-C158-4735-AE57-40F6B0ADBF74}" type="presParOf" srcId="{E9332515-61D0-41DA-A3C0-8EF666A70FA3}" destId="{2E729D92-8C95-400D-A82F-429A70D0BEA9}" srcOrd="4" destOrd="0" presId="urn:microsoft.com/office/officeart/2018/2/layout/IconVerticalSolidList"/>
    <dgm:cxn modelId="{C16EF198-3F4B-4180-B9C4-2C3FAE3E3A0F}" type="presParOf" srcId="{3E81CCFC-194E-4561-B3FC-83A83DC5468B}" destId="{EF87F697-0549-4504-B87A-6F62A5992962}" srcOrd="1" destOrd="0" presId="urn:microsoft.com/office/officeart/2018/2/layout/IconVerticalSolidList"/>
    <dgm:cxn modelId="{0557E21F-B178-4086-B6BB-00175BA15006}" type="presParOf" srcId="{3E81CCFC-194E-4561-B3FC-83A83DC5468B}" destId="{FA5B7A14-E971-4579-8DEB-EB42DA020F74}" srcOrd="2" destOrd="0" presId="urn:microsoft.com/office/officeart/2018/2/layout/IconVerticalSolidList"/>
    <dgm:cxn modelId="{A7DAF04A-5181-4647-B5BA-6DE68DD0BC91}" type="presParOf" srcId="{FA5B7A14-E971-4579-8DEB-EB42DA020F74}" destId="{965BDD38-D8F5-4FEF-92F4-742695275DF4}" srcOrd="0" destOrd="0" presId="urn:microsoft.com/office/officeart/2018/2/layout/IconVerticalSolidList"/>
    <dgm:cxn modelId="{429397C4-F4BA-4913-946A-32CE807647E6}" type="presParOf" srcId="{FA5B7A14-E971-4579-8DEB-EB42DA020F74}" destId="{D9FA6937-B739-4588-A340-62DEB4BB158F}" srcOrd="1" destOrd="0" presId="urn:microsoft.com/office/officeart/2018/2/layout/IconVerticalSolidList"/>
    <dgm:cxn modelId="{EE156033-6E82-48EE-BE2F-88683AC760EA}" type="presParOf" srcId="{FA5B7A14-E971-4579-8DEB-EB42DA020F74}" destId="{4104506A-EFF5-4434-B9ED-43AE3DCAD4CA}" srcOrd="2" destOrd="0" presId="urn:microsoft.com/office/officeart/2018/2/layout/IconVerticalSolidList"/>
    <dgm:cxn modelId="{A1687B36-4299-4E17-8588-62E5F200186C}" type="presParOf" srcId="{FA5B7A14-E971-4579-8DEB-EB42DA020F74}" destId="{4D81572D-E77C-4E0F-9B67-A6B65C9A0F3A}" srcOrd="3" destOrd="0" presId="urn:microsoft.com/office/officeart/2018/2/layout/IconVerticalSolidList"/>
    <dgm:cxn modelId="{764082C7-FF7E-4845-8D31-F59AC33A0F41}" type="presParOf" srcId="{FA5B7A14-E971-4579-8DEB-EB42DA020F74}" destId="{EBA8EB74-FA3F-4C4F-BD87-0413236FA81C}" srcOrd="4" destOrd="0" presId="urn:microsoft.com/office/officeart/2018/2/layout/IconVerticalSolidList"/>
    <dgm:cxn modelId="{34363862-C5BF-4557-BCBC-38C374212196}" type="presParOf" srcId="{3E81CCFC-194E-4561-B3FC-83A83DC5468B}" destId="{3629A70E-07E3-4386-A18E-77451CB98848}" srcOrd="3" destOrd="0" presId="urn:microsoft.com/office/officeart/2018/2/layout/IconVerticalSolidList"/>
    <dgm:cxn modelId="{1F21D16B-BF83-414A-A4D5-349A19E719A3}" type="presParOf" srcId="{3E81CCFC-194E-4561-B3FC-83A83DC5468B}" destId="{7B630A98-ED25-4FE9-BD90-417D934A269F}" srcOrd="4" destOrd="0" presId="urn:microsoft.com/office/officeart/2018/2/layout/IconVerticalSolidList"/>
    <dgm:cxn modelId="{6F14B482-897C-4CD1-843D-8CAABEC6FA72}" type="presParOf" srcId="{7B630A98-ED25-4FE9-BD90-417D934A269F}" destId="{684DC7F8-C8A9-4883-9E18-0F388F34096D}" srcOrd="0" destOrd="0" presId="urn:microsoft.com/office/officeart/2018/2/layout/IconVerticalSolidList"/>
    <dgm:cxn modelId="{73435488-8B54-48E2-933E-98B5CCE07C73}" type="presParOf" srcId="{7B630A98-ED25-4FE9-BD90-417D934A269F}" destId="{4F3A33F3-13B3-4CAA-BECC-3EBA909FD2D2}" srcOrd="1" destOrd="0" presId="urn:microsoft.com/office/officeart/2018/2/layout/IconVerticalSolidList"/>
    <dgm:cxn modelId="{18CCCFB3-F92B-438A-B243-68ABC09054B1}" type="presParOf" srcId="{7B630A98-ED25-4FE9-BD90-417D934A269F}" destId="{05CAA590-7E3C-40D8-BC24-106FCE240468}" srcOrd="2" destOrd="0" presId="urn:microsoft.com/office/officeart/2018/2/layout/IconVerticalSolidList"/>
    <dgm:cxn modelId="{B321BF3C-4742-40DE-8F39-4F0C526C08A5}" type="presParOf" srcId="{7B630A98-ED25-4FE9-BD90-417D934A269F}" destId="{B90B5EF3-1ED9-4089-9E7F-FD41B49C3800}" srcOrd="3" destOrd="0" presId="urn:microsoft.com/office/officeart/2018/2/layout/IconVerticalSolidList"/>
    <dgm:cxn modelId="{F3775E2B-2416-42A4-8F77-3F1FFD5F7EC6}" type="presParOf" srcId="{7B630A98-ED25-4FE9-BD90-417D934A269F}" destId="{E8E6FC3B-6EFD-4594-8D39-E94B74CDFB26}" srcOrd="4" destOrd="0" presId="urn:microsoft.com/office/officeart/2018/2/layout/IconVerticalSolidList"/>
    <dgm:cxn modelId="{E3BC232B-C7B4-4B4A-A2E8-C20F1927993D}" type="presParOf" srcId="{3E81CCFC-194E-4561-B3FC-83A83DC5468B}" destId="{60733907-27C4-41AC-9148-8CEF4466C698}" srcOrd="5" destOrd="0" presId="urn:microsoft.com/office/officeart/2018/2/layout/IconVerticalSolidList"/>
    <dgm:cxn modelId="{812F6955-A772-454B-BF4E-5B7A2AE92B9D}" type="presParOf" srcId="{3E81CCFC-194E-4561-B3FC-83A83DC5468B}" destId="{38E96664-0460-4772-B64B-0A6281419850}" srcOrd="6" destOrd="0" presId="urn:microsoft.com/office/officeart/2018/2/layout/IconVerticalSolidList"/>
    <dgm:cxn modelId="{AE6D339D-D6B5-481A-9E2A-B35CE36B3BC9}" type="presParOf" srcId="{38E96664-0460-4772-B64B-0A6281419850}" destId="{AF45657D-98DB-4C0F-A95B-378729509431}" srcOrd="0" destOrd="0" presId="urn:microsoft.com/office/officeart/2018/2/layout/IconVerticalSolidList"/>
    <dgm:cxn modelId="{7CA115E4-7515-4621-96EE-E8858012641D}" type="presParOf" srcId="{38E96664-0460-4772-B64B-0A6281419850}" destId="{A612BC0E-0D2E-442A-AE1D-3D757AB5AF99}" srcOrd="1" destOrd="0" presId="urn:microsoft.com/office/officeart/2018/2/layout/IconVerticalSolidList"/>
    <dgm:cxn modelId="{0FCB6857-667B-4569-93DB-8D79879DC615}" type="presParOf" srcId="{38E96664-0460-4772-B64B-0A6281419850}" destId="{3954CE28-0681-4535-9466-22AD927280C2}" srcOrd="2" destOrd="0" presId="urn:microsoft.com/office/officeart/2018/2/layout/IconVerticalSolidList"/>
    <dgm:cxn modelId="{DF9C7C35-6D46-4345-A58E-69D7061C37E5}" type="presParOf" srcId="{38E96664-0460-4772-B64B-0A6281419850}" destId="{FF687217-230B-46E4-A9CA-9DFC2ED0AD24}" srcOrd="3" destOrd="0" presId="urn:microsoft.com/office/officeart/2018/2/layout/IconVerticalSolidList"/>
    <dgm:cxn modelId="{F6CB438C-D2AB-4909-9FF0-371A4226FE85}" type="presParOf" srcId="{38E96664-0460-4772-B64B-0A6281419850}" destId="{01562353-1DCA-4D8E-8FD5-5892E356411C}" srcOrd="4" destOrd="0" presId="urn:microsoft.com/office/officeart/2018/2/layout/IconVerticalSolidList"/>
    <dgm:cxn modelId="{90A0FAB5-7FF6-413A-A7B1-79DA856D5F70}" type="presParOf" srcId="{3E81CCFC-194E-4561-B3FC-83A83DC5468B}" destId="{3581B651-695F-450A-9A59-47B72CAD0741}" srcOrd="7" destOrd="0" presId="urn:microsoft.com/office/officeart/2018/2/layout/IconVerticalSolidList"/>
    <dgm:cxn modelId="{C9430DA6-AC6D-48A9-9739-E7DDBF71A5A9}" type="presParOf" srcId="{3E81CCFC-194E-4561-B3FC-83A83DC5468B}" destId="{40277EB7-93D0-4D11-A15F-3C9EC480D344}" srcOrd="8" destOrd="0" presId="urn:microsoft.com/office/officeart/2018/2/layout/IconVerticalSolidList"/>
    <dgm:cxn modelId="{FC22F049-87F1-4C7F-AF1E-6EC1CA04C72E}" type="presParOf" srcId="{40277EB7-93D0-4D11-A15F-3C9EC480D344}" destId="{BB4BB0AA-9E7F-4295-8080-2DB1E123B2D5}" srcOrd="0" destOrd="0" presId="urn:microsoft.com/office/officeart/2018/2/layout/IconVerticalSolidList"/>
    <dgm:cxn modelId="{6B81E516-963D-4577-80CC-09DDB0C170F0}" type="presParOf" srcId="{40277EB7-93D0-4D11-A15F-3C9EC480D344}" destId="{3C8B634E-78D2-49D5-9555-B703016A24FA}" srcOrd="1" destOrd="0" presId="urn:microsoft.com/office/officeart/2018/2/layout/IconVerticalSolidList"/>
    <dgm:cxn modelId="{1B21C188-E218-478F-AFF5-2D1229E66428}" type="presParOf" srcId="{40277EB7-93D0-4D11-A15F-3C9EC480D344}" destId="{69D9BECC-E20E-43A7-A238-2AD767645F2C}" srcOrd="2" destOrd="0" presId="urn:microsoft.com/office/officeart/2018/2/layout/IconVerticalSolidList"/>
    <dgm:cxn modelId="{A0074B1A-33D2-42E7-8A65-F7DB1D932964}" type="presParOf" srcId="{40277EB7-93D0-4D11-A15F-3C9EC480D344}" destId="{79F49DE6-6763-4D67-8108-740F86ABB787}" srcOrd="3" destOrd="0" presId="urn:microsoft.com/office/officeart/2018/2/layout/IconVerticalSolidList"/>
    <dgm:cxn modelId="{7B0BA3FF-9005-495D-B495-9FDB325C1C36}" type="presParOf" srcId="{40277EB7-93D0-4D11-A15F-3C9EC480D344}" destId="{C7F9F19C-C219-42E7-A76B-39A5D5587399}" srcOrd="4" destOrd="0" presId="urn:microsoft.com/office/officeart/2018/2/layout/IconVerticalSolidList"/>
    <dgm:cxn modelId="{075C6C4B-C5E5-4D2E-BCE6-311CBA3531BE}" type="presParOf" srcId="{3E81CCFC-194E-4561-B3FC-83A83DC5468B}" destId="{1F1B993D-09EB-402D-93EC-CCFA297095D8}" srcOrd="9" destOrd="0" presId="urn:microsoft.com/office/officeart/2018/2/layout/IconVerticalSolidList"/>
    <dgm:cxn modelId="{950F7562-2D04-4D30-9ED8-358640B8A05A}" type="presParOf" srcId="{3E81CCFC-194E-4561-B3FC-83A83DC5468B}" destId="{25144490-2880-4931-B0FC-799F4AEDF284}" srcOrd="10" destOrd="0" presId="urn:microsoft.com/office/officeart/2018/2/layout/IconVerticalSolidList"/>
    <dgm:cxn modelId="{DADB2C07-4EF6-44B4-A3AD-EA9F52B70549}" type="presParOf" srcId="{25144490-2880-4931-B0FC-799F4AEDF284}" destId="{DE648CF1-4C61-41A0-8DE1-DF8822189A2D}" srcOrd="0" destOrd="0" presId="urn:microsoft.com/office/officeart/2018/2/layout/IconVerticalSolidList"/>
    <dgm:cxn modelId="{F2389D00-7E3D-4634-8E77-CCF2E28E2A20}" type="presParOf" srcId="{25144490-2880-4931-B0FC-799F4AEDF284}" destId="{220116A4-D015-44DD-AC1B-2DD26F291E5B}" srcOrd="1" destOrd="0" presId="urn:microsoft.com/office/officeart/2018/2/layout/IconVerticalSolidList"/>
    <dgm:cxn modelId="{A6838CA6-EF97-4E28-9225-073DDA5E1B11}" type="presParOf" srcId="{25144490-2880-4931-B0FC-799F4AEDF284}" destId="{EC5E2E4E-2FDA-4F98-82D5-7524029130D5}" srcOrd="2" destOrd="0" presId="urn:microsoft.com/office/officeart/2018/2/layout/IconVerticalSolidList"/>
    <dgm:cxn modelId="{9D7ECECE-AE24-4BEA-B0F3-626BA4E0B615}" type="presParOf" srcId="{25144490-2880-4931-B0FC-799F4AEDF284}" destId="{2117E07A-17AE-4C2D-AF0D-64619E32B4A1}" srcOrd="3" destOrd="0" presId="urn:microsoft.com/office/officeart/2018/2/layout/IconVerticalSolidList"/>
    <dgm:cxn modelId="{4DA2AE13-6CD3-44D6-B7BA-696F5B6CB32A}" type="presParOf" srcId="{25144490-2880-4931-B0FC-799F4AEDF284}" destId="{3603DEEE-A208-43DB-AAD3-3B64E62B9549}"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1F40928-1568-4155-BBF0-F975E8865D8E}"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1BB55743-A5C6-45DB-95CF-0E0D795C7A2C}">
      <dgm:prSet/>
      <dgm:spPr/>
      <dgm:t>
        <a:bodyPr/>
        <a:lstStyle/>
        <a:p>
          <a:r>
            <a:rPr lang="es-MX"/>
            <a:t>Proceso: Implica recolectar, almacenar, analizar y visualizar datos.</a:t>
          </a:r>
          <a:endParaRPr lang="en-US"/>
        </a:p>
      </dgm:t>
    </dgm:pt>
    <dgm:pt modelId="{F470E2AB-F1B0-4D9F-B64B-259D46BE6C9B}" type="parTrans" cxnId="{8C2DF904-6A3C-43D0-9AF4-E17D5A2EB722}">
      <dgm:prSet/>
      <dgm:spPr/>
      <dgm:t>
        <a:bodyPr/>
        <a:lstStyle/>
        <a:p>
          <a:endParaRPr lang="en-US"/>
        </a:p>
      </dgm:t>
    </dgm:pt>
    <dgm:pt modelId="{BE60FE4B-980A-48E4-B7EC-6EF5A9719BFB}" type="sibTrans" cxnId="{8C2DF904-6A3C-43D0-9AF4-E17D5A2EB722}">
      <dgm:prSet/>
      <dgm:spPr/>
      <dgm:t>
        <a:bodyPr/>
        <a:lstStyle/>
        <a:p>
          <a:endParaRPr lang="en-US"/>
        </a:p>
      </dgm:t>
    </dgm:pt>
    <dgm:pt modelId="{4E63DBF9-63BB-466A-80A5-F715F42B3722}">
      <dgm:prSet/>
      <dgm:spPr/>
      <dgm:t>
        <a:bodyPr/>
        <a:lstStyle/>
        <a:p>
          <a:r>
            <a:rPr lang="es-MX"/>
            <a:t>Objetivo: Convertir datos en conocimiento para mejorar la toma de decisiones.</a:t>
          </a:r>
          <a:endParaRPr lang="en-US"/>
        </a:p>
      </dgm:t>
    </dgm:pt>
    <dgm:pt modelId="{DC6E20F3-FF69-4741-A469-8E2F774D8158}" type="parTrans" cxnId="{1348522F-7FBB-4225-B967-859C1960360D}">
      <dgm:prSet/>
      <dgm:spPr/>
      <dgm:t>
        <a:bodyPr/>
        <a:lstStyle/>
        <a:p>
          <a:endParaRPr lang="en-US"/>
        </a:p>
      </dgm:t>
    </dgm:pt>
    <dgm:pt modelId="{ABD59272-6571-46ED-BB23-2B6740E37610}" type="sibTrans" cxnId="{1348522F-7FBB-4225-B967-859C1960360D}">
      <dgm:prSet/>
      <dgm:spPr/>
      <dgm:t>
        <a:bodyPr/>
        <a:lstStyle/>
        <a:p>
          <a:endParaRPr lang="en-US"/>
        </a:p>
      </dgm:t>
    </dgm:pt>
    <dgm:pt modelId="{EEDE5356-D894-46CD-9121-481F10F2B7CE}">
      <dgm:prSet/>
      <dgm:spPr/>
      <dgm:t>
        <a:bodyPr/>
        <a:lstStyle/>
        <a:p>
          <a:r>
            <a:rPr lang="es-MX"/>
            <a:t>Componentes: Utiliza herramientas como tableros de control (dashboards), informes, minería de datos y analítica descriptiva.</a:t>
          </a:r>
          <a:endParaRPr lang="en-US"/>
        </a:p>
      </dgm:t>
    </dgm:pt>
    <dgm:pt modelId="{27C8897D-638A-402B-BDE6-D4B9AE4245EB}" type="parTrans" cxnId="{7479AA09-B469-44B4-8E24-8A408578EF8A}">
      <dgm:prSet/>
      <dgm:spPr/>
      <dgm:t>
        <a:bodyPr/>
        <a:lstStyle/>
        <a:p>
          <a:endParaRPr lang="en-US"/>
        </a:p>
      </dgm:t>
    </dgm:pt>
    <dgm:pt modelId="{7E74C694-1DC6-4032-BE94-3CC7B0F22831}" type="sibTrans" cxnId="{7479AA09-B469-44B4-8E24-8A408578EF8A}">
      <dgm:prSet/>
      <dgm:spPr/>
      <dgm:t>
        <a:bodyPr/>
        <a:lstStyle/>
        <a:p>
          <a:endParaRPr lang="en-US"/>
        </a:p>
      </dgm:t>
    </dgm:pt>
    <dgm:pt modelId="{E580A991-5DAE-44AA-A720-C62412C3A76C}">
      <dgm:prSet/>
      <dgm:spPr/>
      <dgm:t>
        <a:bodyPr/>
        <a:lstStyle/>
        <a:p>
          <a:r>
            <a:rPr lang="es-MX"/>
            <a:t>Herramientas comunes: Microsoft Power BI, Tableau, Qlik, Looker de Google Cloud</a:t>
          </a:r>
          <a:endParaRPr lang="en-US"/>
        </a:p>
      </dgm:t>
    </dgm:pt>
    <dgm:pt modelId="{3770CCB5-4974-4278-BA7F-98A8D0A252DE}" type="parTrans" cxnId="{D6BB6011-D81D-457D-85BD-D89152F2493F}">
      <dgm:prSet/>
      <dgm:spPr/>
      <dgm:t>
        <a:bodyPr/>
        <a:lstStyle/>
        <a:p>
          <a:endParaRPr lang="en-US"/>
        </a:p>
      </dgm:t>
    </dgm:pt>
    <dgm:pt modelId="{48204022-4D6A-48B7-A74B-B2FC356F3A0B}" type="sibTrans" cxnId="{D6BB6011-D81D-457D-85BD-D89152F2493F}">
      <dgm:prSet/>
      <dgm:spPr/>
      <dgm:t>
        <a:bodyPr/>
        <a:lstStyle/>
        <a:p>
          <a:endParaRPr lang="en-US"/>
        </a:p>
      </dgm:t>
    </dgm:pt>
    <dgm:pt modelId="{C4777FC2-0884-4220-9F1E-EBA1E898FAD5}" type="pres">
      <dgm:prSet presAssocID="{81F40928-1568-4155-BBF0-F975E8865D8E}" presName="linear" presStyleCnt="0">
        <dgm:presLayoutVars>
          <dgm:animLvl val="lvl"/>
          <dgm:resizeHandles val="exact"/>
        </dgm:presLayoutVars>
      </dgm:prSet>
      <dgm:spPr/>
    </dgm:pt>
    <dgm:pt modelId="{C4189B95-5A1F-403F-A0EC-7B65466AE4B5}" type="pres">
      <dgm:prSet presAssocID="{1BB55743-A5C6-45DB-95CF-0E0D795C7A2C}" presName="parentText" presStyleLbl="node1" presStyleIdx="0" presStyleCnt="4">
        <dgm:presLayoutVars>
          <dgm:chMax val="0"/>
          <dgm:bulletEnabled val="1"/>
        </dgm:presLayoutVars>
      </dgm:prSet>
      <dgm:spPr/>
    </dgm:pt>
    <dgm:pt modelId="{AC739CFC-2BB9-4AA3-845F-1D3C2CE71309}" type="pres">
      <dgm:prSet presAssocID="{BE60FE4B-980A-48E4-B7EC-6EF5A9719BFB}" presName="spacer" presStyleCnt="0"/>
      <dgm:spPr/>
    </dgm:pt>
    <dgm:pt modelId="{571B1E4C-0CA9-485B-BA72-F1B1E0C5225E}" type="pres">
      <dgm:prSet presAssocID="{4E63DBF9-63BB-466A-80A5-F715F42B3722}" presName="parentText" presStyleLbl="node1" presStyleIdx="1" presStyleCnt="4">
        <dgm:presLayoutVars>
          <dgm:chMax val="0"/>
          <dgm:bulletEnabled val="1"/>
        </dgm:presLayoutVars>
      </dgm:prSet>
      <dgm:spPr/>
    </dgm:pt>
    <dgm:pt modelId="{89FF0E2F-9965-4B1C-A02A-D5D719EFB23D}" type="pres">
      <dgm:prSet presAssocID="{ABD59272-6571-46ED-BB23-2B6740E37610}" presName="spacer" presStyleCnt="0"/>
      <dgm:spPr/>
    </dgm:pt>
    <dgm:pt modelId="{52EC074D-7112-4B1B-9DA1-B886A8C23382}" type="pres">
      <dgm:prSet presAssocID="{EEDE5356-D894-46CD-9121-481F10F2B7CE}" presName="parentText" presStyleLbl="node1" presStyleIdx="2" presStyleCnt="4">
        <dgm:presLayoutVars>
          <dgm:chMax val="0"/>
          <dgm:bulletEnabled val="1"/>
        </dgm:presLayoutVars>
      </dgm:prSet>
      <dgm:spPr/>
    </dgm:pt>
    <dgm:pt modelId="{0D33336B-DEAE-48D0-A482-D1625B8CAF91}" type="pres">
      <dgm:prSet presAssocID="{7E74C694-1DC6-4032-BE94-3CC7B0F22831}" presName="spacer" presStyleCnt="0"/>
      <dgm:spPr/>
    </dgm:pt>
    <dgm:pt modelId="{C0D7171F-2E1E-43EF-BC51-4A6CC2BDBAB0}" type="pres">
      <dgm:prSet presAssocID="{E580A991-5DAE-44AA-A720-C62412C3A76C}" presName="parentText" presStyleLbl="node1" presStyleIdx="3" presStyleCnt="4">
        <dgm:presLayoutVars>
          <dgm:chMax val="0"/>
          <dgm:bulletEnabled val="1"/>
        </dgm:presLayoutVars>
      </dgm:prSet>
      <dgm:spPr/>
    </dgm:pt>
  </dgm:ptLst>
  <dgm:cxnLst>
    <dgm:cxn modelId="{8C2DF904-6A3C-43D0-9AF4-E17D5A2EB722}" srcId="{81F40928-1568-4155-BBF0-F975E8865D8E}" destId="{1BB55743-A5C6-45DB-95CF-0E0D795C7A2C}" srcOrd="0" destOrd="0" parTransId="{F470E2AB-F1B0-4D9F-B64B-259D46BE6C9B}" sibTransId="{BE60FE4B-980A-48E4-B7EC-6EF5A9719BFB}"/>
    <dgm:cxn modelId="{7479AA09-B469-44B4-8E24-8A408578EF8A}" srcId="{81F40928-1568-4155-BBF0-F975E8865D8E}" destId="{EEDE5356-D894-46CD-9121-481F10F2B7CE}" srcOrd="2" destOrd="0" parTransId="{27C8897D-638A-402B-BDE6-D4B9AE4245EB}" sibTransId="{7E74C694-1DC6-4032-BE94-3CC7B0F22831}"/>
    <dgm:cxn modelId="{D6BB6011-D81D-457D-85BD-D89152F2493F}" srcId="{81F40928-1568-4155-BBF0-F975E8865D8E}" destId="{E580A991-5DAE-44AA-A720-C62412C3A76C}" srcOrd="3" destOrd="0" parTransId="{3770CCB5-4974-4278-BA7F-98A8D0A252DE}" sibTransId="{48204022-4D6A-48B7-A74B-B2FC356F3A0B}"/>
    <dgm:cxn modelId="{69803A16-4259-4E55-8B27-1391E26E5044}" type="presOf" srcId="{1BB55743-A5C6-45DB-95CF-0E0D795C7A2C}" destId="{C4189B95-5A1F-403F-A0EC-7B65466AE4B5}" srcOrd="0" destOrd="0" presId="urn:microsoft.com/office/officeart/2005/8/layout/vList2"/>
    <dgm:cxn modelId="{1348522F-7FBB-4225-B967-859C1960360D}" srcId="{81F40928-1568-4155-BBF0-F975E8865D8E}" destId="{4E63DBF9-63BB-466A-80A5-F715F42B3722}" srcOrd="1" destOrd="0" parTransId="{DC6E20F3-FF69-4741-A469-8E2F774D8158}" sibTransId="{ABD59272-6571-46ED-BB23-2B6740E37610}"/>
    <dgm:cxn modelId="{E0D6A06E-5E02-46C1-B353-71092959D6D4}" type="presOf" srcId="{81F40928-1568-4155-BBF0-F975E8865D8E}" destId="{C4777FC2-0884-4220-9F1E-EBA1E898FAD5}" srcOrd="0" destOrd="0" presId="urn:microsoft.com/office/officeart/2005/8/layout/vList2"/>
    <dgm:cxn modelId="{BB7FCC70-5487-464F-BE2D-533875CEFB3C}" type="presOf" srcId="{E580A991-5DAE-44AA-A720-C62412C3A76C}" destId="{C0D7171F-2E1E-43EF-BC51-4A6CC2BDBAB0}" srcOrd="0" destOrd="0" presId="urn:microsoft.com/office/officeart/2005/8/layout/vList2"/>
    <dgm:cxn modelId="{5F692CAE-A2FA-4E98-85F6-81EC7C882301}" type="presOf" srcId="{EEDE5356-D894-46CD-9121-481F10F2B7CE}" destId="{52EC074D-7112-4B1B-9DA1-B886A8C23382}" srcOrd="0" destOrd="0" presId="urn:microsoft.com/office/officeart/2005/8/layout/vList2"/>
    <dgm:cxn modelId="{BE0C2FF4-C2D1-465B-BEDB-EF8863B07C21}" type="presOf" srcId="{4E63DBF9-63BB-466A-80A5-F715F42B3722}" destId="{571B1E4C-0CA9-485B-BA72-F1B1E0C5225E}" srcOrd="0" destOrd="0" presId="urn:microsoft.com/office/officeart/2005/8/layout/vList2"/>
    <dgm:cxn modelId="{A79556E0-2926-44E2-B366-EA3906CD8E98}" type="presParOf" srcId="{C4777FC2-0884-4220-9F1E-EBA1E898FAD5}" destId="{C4189B95-5A1F-403F-A0EC-7B65466AE4B5}" srcOrd="0" destOrd="0" presId="urn:microsoft.com/office/officeart/2005/8/layout/vList2"/>
    <dgm:cxn modelId="{6E3A2A65-923B-4688-92F7-D9CB9E44C2AD}" type="presParOf" srcId="{C4777FC2-0884-4220-9F1E-EBA1E898FAD5}" destId="{AC739CFC-2BB9-4AA3-845F-1D3C2CE71309}" srcOrd="1" destOrd="0" presId="urn:microsoft.com/office/officeart/2005/8/layout/vList2"/>
    <dgm:cxn modelId="{A563AF9B-1B78-4BBB-BC4D-A01D329A4E83}" type="presParOf" srcId="{C4777FC2-0884-4220-9F1E-EBA1E898FAD5}" destId="{571B1E4C-0CA9-485B-BA72-F1B1E0C5225E}" srcOrd="2" destOrd="0" presId="urn:microsoft.com/office/officeart/2005/8/layout/vList2"/>
    <dgm:cxn modelId="{E67775CC-0F93-4513-8207-41B88EB29905}" type="presParOf" srcId="{C4777FC2-0884-4220-9F1E-EBA1E898FAD5}" destId="{89FF0E2F-9965-4B1C-A02A-D5D719EFB23D}" srcOrd="3" destOrd="0" presId="urn:microsoft.com/office/officeart/2005/8/layout/vList2"/>
    <dgm:cxn modelId="{F0BEDB05-43C2-4A7D-A4B8-5D8670DFF055}" type="presParOf" srcId="{C4777FC2-0884-4220-9F1E-EBA1E898FAD5}" destId="{52EC074D-7112-4B1B-9DA1-B886A8C23382}" srcOrd="4" destOrd="0" presId="urn:microsoft.com/office/officeart/2005/8/layout/vList2"/>
    <dgm:cxn modelId="{EA4C76CA-7435-421F-B6C7-BD604CED110C}" type="presParOf" srcId="{C4777FC2-0884-4220-9F1E-EBA1E898FAD5}" destId="{0D33336B-DEAE-48D0-A482-D1625B8CAF91}" srcOrd="5" destOrd="0" presId="urn:microsoft.com/office/officeart/2005/8/layout/vList2"/>
    <dgm:cxn modelId="{E77105C5-738A-4F24-8303-2D62930BDBFC}" type="presParOf" srcId="{C4777FC2-0884-4220-9F1E-EBA1E898FAD5}" destId="{C0D7171F-2E1E-43EF-BC51-4A6CC2BDBAB0}"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171E973-FC17-4628-9E0B-0AB633638B8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A1C500A-AAC4-4DF9-A2E2-F7D0AAC0788A}">
      <dgm:prSet/>
      <dgm:spPr/>
      <dgm:t>
        <a:bodyPr/>
        <a:lstStyle/>
        <a:p>
          <a:pPr>
            <a:lnSpc>
              <a:spcPct val="100000"/>
            </a:lnSpc>
          </a:pPr>
          <a:r>
            <a:rPr lang="es-MX" b="1" i="0" dirty="0"/>
            <a:t>Tomar decisiones más rápidas y acertadas</a:t>
          </a:r>
          <a:r>
            <a:rPr lang="es-MX" b="0" i="0" dirty="0"/>
            <a:t>: Analiza datos históricos y actuales de ventas, marketing, finanzas y operaciones para prever tendencias y entender la posición en el mercado.</a:t>
          </a:r>
          <a:endParaRPr lang="en-US" dirty="0"/>
        </a:p>
      </dgm:t>
    </dgm:pt>
    <dgm:pt modelId="{017CB8C8-5D39-4AB6-B67A-90D625998C5B}" type="parTrans" cxnId="{3A304CB1-7B90-49BE-A19E-EDC0FB04C6DD}">
      <dgm:prSet/>
      <dgm:spPr/>
      <dgm:t>
        <a:bodyPr/>
        <a:lstStyle/>
        <a:p>
          <a:endParaRPr lang="en-US"/>
        </a:p>
      </dgm:t>
    </dgm:pt>
    <dgm:pt modelId="{FE1125B2-6DF5-419B-8801-785AF7A12CA8}" type="sibTrans" cxnId="{3A304CB1-7B90-49BE-A19E-EDC0FB04C6DD}">
      <dgm:prSet/>
      <dgm:spPr/>
      <dgm:t>
        <a:bodyPr/>
        <a:lstStyle/>
        <a:p>
          <a:endParaRPr lang="en-US"/>
        </a:p>
      </dgm:t>
    </dgm:pt>
    <dgm:pt modelId="{1DBC959A-F4F5-4032-A431-F12CA930474D}">
      <dgm:prSet/>
      <dgm:spPr/>
      <dgm:t>
        <a:bodyPr/>
        <a:lstStyle/>
        <a:p>
          <a:pPr>
            <a:lnSpc>
              <a:spcPct val="100000"/>
            </a:lnSpc>
          </a:pPr>
          <a:r>
            <a:rPr lang="es-MX" b="1" i="0" dirty="0"/>
            <a:t>Visualizar datos complejos</a:t>
          </a:r>
          <a:r>
            <a:rPr lang="es-MX" b="0" i="0" dirty="0"/>
            <a:t>: Transforma grandes volúmenes de datos en paneles de control (</a:t>
          </a:r>
          <a:r>
            <a:rPr lang="es-MX" b="0" i="0" dirty="0" err="1"/>
            <a:t>dashboards</a:t>
          </a:r>
          <a:r>
            <a:rPr lang="es-MX" b="0" i="0" dirty="0"/>
            <a:t>) interactivos, gráficos y reportes fáciles de entender, frecuentemente usados en herramientas como </a:t>
          </a:r>
          <a:r>
            <a:rPr lang="es-MX" b="0" i="0" dirty="0" err="1"/>
            <a:t>Power</a:t>
          </a:r>
          <a:r>
            <a:rPr lang="es-MX" b="0" i="0" dirty="0"/>
            <a:t> BI.</a:t>
          </a:r>
          <a:endParaRPr lang="en-US" dirty="0"/>
        </a:p>
      </dgm:t>
    </dgm:pt>
    <dgm:pt modelId="{05695FD5-97B3-40D3-968B-C0AAC61CAE64}" type="parTrans" cxnId="{9222094E-6A9B-44F2-ADE8-52AE55B93758}">
      <dgm:prSet/>
      <dgm:spPr/>
      <dgm:t>
        <a:bodyPr/>
        <a:lstStyle/>
        <a:p>
          <a:endParaRPr lang="en-US"/>
        </a:p>
      </dgm:t>
    </dgm:pt>
    <dgm:pt modelId="{E6BDC463-68E6-4E46-81BA-751F1833E50C}" type="sibTrans" cxnId="{9222094E-6A9B-44F2-ADE8-52AE55B93758}">
      <dgm:prSet/>
      <dgm:spPr/>
      <dgm:t>
        <a:bodyPr/>
        <a:lstStyle/>
        <a:p>
          <a:endParaRPr lang="en-US"/>
        </a:p>
      </dgm:t>
    </dgm:pt>
    <dgm:pt modelId="{3E182186-2F47-44DA-9D2C-5456265C89A9}">
      <dgm:prSet/>
      <dgm:spPr/>
      <dgm:t>
        <a:bodyPr/>
        <a:lstStyle/>
        <a:p>
          <a:pPr>
            <a:lnSpc>
              <a:spcPct val="100000"/>
            </a:lnSpc>
          </a:pPr>
          <a:r>
            <a:rPr lang="es-MX" b="1" i="0" dirty="0"/>
            <a:t>Identificar ineficiencias</a:t>
          </a:r>
          <a:r>
            <a:rPr lang="es-MX" b="0" i="0" dirty="0"/>
            <a:t>: Detecta áreas de mejora en los procesos internos, reduciendo costos operativos.</a:t>
          </a:r>
          <a:endParaRPr lang="en-US" dirty="0"/>
        </a:p>
      </dgm:t>
    </dgm:pt>
    <dgm:pt modelId="{C1ACFD58-A2D4-4988-B610-F9DE2267FDDB}" type="parTrans" cxnId="{1D95F960-5F2F-43FC-AD5A-B1AB12241175}">
      <dgm:prSet/>
      <dgm:spPr/>
      <dgm:t>
        <a:bodyPr/>
        <a:lstStyle/>
        <a:p>
          <a:endParaRPr lang="en-US"/>
        </a:p>
      </dgm:t>
    </dgm:pt>
    <dgm:pt modelId="{DA7A6C81-393E-47E0-9F23-9A29804A09EA}" type="sibTrans" cxnId="{1D95F960-5F2F-43FC-AD5A-B1AB12241175}">
      <dgm:prSet/>
      <dgm:spPr/>
      <dgm:t>
        <a:bodyPr/>
        <a:lstStyle/>
        <a:p>
          <a:endParaRPr lang="en-US"/>
        </a:p>
      </dgm:t>
    </dgm:pt>
    <dgm:pt modelId="{C563EB50-A37D-48A2-9FB7-1F0E33E40C54}">
      <dgm:prSet/>
      <dgm:spPr/>
      <dgm:t>
        <a:bodyPr/>
        <a:lstStyle/>
        <a:p>
          <a:pPr>
            <a:lnSpc>
              <a:spcPct val="100000"/>
            </a:lnSpc>
          </a:pPr>
          <a:r>
            <a:rPr lang="es-MX" b="1" i="0" dirty="0"/>
            <a:t>Conocer mejor al cliente</a:t>
          </a:r>
          <a:r>
            <a:rPr lang="es-MX" b="0" i="0" dirty="0"/>
            <a:t>: Analiza comportamientos de compra para personalizar ofertas y mejorar la experiencia de usuario.</a:t>
          </a:r>
          <a:endParaRPr lang="en-US" dirty="0"/>
        </a:p>
      </dgm:t>
    </dgm:pt>
    <dgm:pt modelId="{16E62F6A-65A3-458C-8ABB-AFE77A57D46D}" type="parTrans" cxnId="{BC3C2E9B-7054-4E6D-84EF-BBC39BF0B064}">
      <dgm:prSet/>
      <dgm:spPr/>
      <dgm:t>
        <a:bodyPr/>
        <a:lstStyle/>
        <a:p>
          <a:endParaRPr lang="en-US"/>
        </a:p>
      </dgm:t>
    </dgm:pt>
    <dgm:pt modelId="{552235FE-19EE-4011-9EF2-9C7D163A6CCB}" type="sibTrans" cxnId="{BC3C2E9B-7054-4E6D-84EF-BBC39BF0B064}">
      <dgm:prSet/>
      <dgm:spPr/>
      <dgm:t>
        <a:bodyPr/>
        <a:lstStyle/>
        <a:p>
          <a:endParaRPr lang="en-US"/>
        </a:p>
      </dgm:t>
    </dgm:pt>
    <dgm:pt modelId="{61846371-462F-4256-AED6-2A24CB7203DE}">
      <dgm:prSet/>
      <dgm:spPr/>
      <dgm:t>
        <a:bodyPr/>
        <a:lstStyle/>
        <a:p>
          <a:pPr>
            <a:lnSpc>
              <a:spcPct val="100000"/>
            </a:lnSpc>
          </a:pPr>
          <a:r>
            <a:rPr lang="es-MX" b="1" i="0" dirty="0"/>
            <a:t>Obtener ventaja competitiva</a:t>
          </a:r>
          <a:r>
            <a:rPr lang="es-MX" b="0" i="0" dirty="0"/>
            <a:t>: Permite monitorizar el rendimiento propio frente a la competencia y el mercado</a:t>
          </a:r>
          <a:endParaRPr lang="en-US" dirty="0"/>
        </a:p>
      </dgm:t>
    </dgm:pt>
    <dgm:pt modelId="{A4A59454-B8D3-45F9-BCCC-CDB0489E9148}" type="parTrans" cxnId="{9BFBCA3C-523E-4BA3-90CC-FD7EB730894D}">
      <dgm:prSet/>
      <dgm:spPr/>
      <dgm:t>
        <a:bodyPr/>
        <a:lstStyle/>
        <a:p>
          <a:endParaRPr lang="en-US"/>
        </a:p>
      </dgm:t>
    </dgm:pt>
    <dgm:pt modelId="{5E1D85F6-2DF8-4D5E-B39F-47AF67FF6CD0}" type="sibTrans" cxnId="{9BFBCA3C-523E-4BA3-90CC-FD7EB730894D}">
      <dgm:prSet/>
      <dgm:spPr/>
      <dgm:t>
        <a:bodyPr/>
        <a:lstStyle/>
        <a:p>
          <a:endParaRPr lang="en-US"/>
        </a:p>
      </dgm:t>
    </dgm:pt>
    <dgm:pt modelId="{8E82EB65-BDDF-4245-BF4E-6AA71C6F902B}" type="pres">
      <dgm:prSet presAssocID="{4171E973-FC17-4628-9E0B-0AB633638B80}" presName="root" presStyleCnt="0">
        <dgm:presLayoutVars>
          <dgm:dir/>
          <dgm:resizeHandles val="exact"/>
        </dgm:presLayoutVars>
      </dgm:prSet>
      <dgm:spPr/>
    </dgm:pt>
    <dgm:pt modelId="{C30123E1-33AB-4A55-8C04-DE5925C0114F}" type="pres">
      <dgm:prSet presAssocID="{7A1C500A-AAC4-4DF9-A2E2-F7D0AAC0788A}" presName="compNode" presStyleCnt="0"/>
      <dgm:spPr/>
    </dgm:pt>
    <dgm:pt modelId="{B777449E-D88D-43F3-B8D9-2B4EC571F223}" type="pres">
      <dgm:prSet presAssocID="{7A1C500A-AAC4-4DF9-A2E2-F7D0AAC0788A}" presName="bgRect" presStyleLbl="bgShp" presStyleIdx="0" presStyleCnt="5"/>
      <dgm:spPr/>
    </dgm:pt>
    <dgm:pt modelId="{951186EF-D5BA-443E-B8BE-EF3A76D7E5BC}" type="pres">
      <dgm:prSet presAssocID="{7A1C500A-AAC4-4DF9-A2E2-F7D0AAC0788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dora"/>
        </a:ext>
      </dgm:extLst>
    </dgm:pt>
    <dgm:pt modelId="{BC78D1A9-AE64-42FE-BAAA-55A802B14AAC}" type="pres">
      <dgm:prSet presAssocID="{7A1C500A-AAC4-4DF9-A2E2-F7D0AAC0788A}" presName="spaceRect" presStyleCnt="0"/>
      <dgm:spPr/>
    </dgm:pt>
    <dgm:pt modelId="{0C7A48E7-DBEE-4C63-9B7B-B7412E577C13}" type="pres">
      <dgm:prSet presAssocID="{7A1C500A-AAC4-4DF9-A2E2-F7D0AAC0788A}" presName="parTx" presStyleLbl="revTx" presStyleIdx="0" presStyleCnt="5">
        <dgm:presLayoutVars>
          <dgm:chMax val="0"/>
          <dgm:chPref val="0"/>
        </dgm:presLayoutVars>
      </dgm:prSet>
      <dgm:spPr/>
    </dgm:pt>
    <dgm:pt modelId="{5D558D82-6317-4455-BC83-475469DE1887}" type="pres">
      <dgm:prSet presAssocID="{FE1125B2-6DF5-419B-8801-785AF7A12CA8}" presName="sibTrans" presStyleCnt="0"/>
      <dgm:spPr/>
    </dgm:pt>
    <dgm:pt modelId="{A614C2B9-8B6F-44E5-BE7E-8496A2036119}" type="pres">
      <dgm:prSet presAssocID="{1DBC959A-F4F5-4032-A431-F12CA930474D}" presName="compNode" presStyleCnt="0"/>
      <dgm:spPr/>
    </dgm:pt>
    <dgm:pt modelId="{A3A062A9-8646-4EAB-B270-82B12710064C}" type="pres">
      <dgm:prSet presAssocID="{1DBC959A-F4F5-4032-A431-F12CA930474D}" presName="bgRect" presStyleLbl="bgShp" presStyleIdx="1" presStyleCnt="5"/>
      <dgm:spPr/>
    </dgm:pt>
    <dgm:pt modelId="{399F03E6-B456-4E2D-88B1-FA375878B8B0}" type="pres">
      <dgm:prSet presAssocID="{1DBC959A-F4F5-4032-A431-F12CA930474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se de datos"/>
        </a:ext>
      </dgm:extLst>
    </dgm:pt>
    <dgm:pt modelId="{1D8553E4-BCB9-4F3F-B8E5-C16953A3EFDF}" type="pres">
      <dgm:prSet presAssocID="{1DBC959A-F4F5-4032-A431-F12CA930474D}" presName="spaceRect" presStyleCnt="0"/>
      <dgm:spPr/>
    </dgm:pt>
    <dgm:pt modelId="{E82A5655-5B9E-4C4D-B77F-ED105D277CB6}" type="pres">
      <dgm:prSet presAssocID="{1DBC959A-F4F5-4032-A431-F12CA930474D}" presName="parTx" presStyleLbl="revTx" presStyleIdx="1" presStyleCnt="5">
        <dgm:presLayoutVars>
          <dgm:chMax val="0"/>
          <dgm:chPref val="0"/>
        </dgm:presLayoutVars>
      </dgm:prSet>
      <dgm:spPr/>
    </dgm:pt>
    <dgm:pt modelId="{CD8F2B95-E5E0-491F-9BBE-2D5836B44F8F}" type="pres">
      <dgm:prSet presAssocID="{E6BDC463-68E6-4E46-81BA-751F1833E50C}" presName="sibTrans" presStyleCnt="0"/>
      <dgm:spPr/>
    </dgm:pt>
    <dgm:pt modelId="{9B951E75-0640-4497-B449-868FBA71FC1B}" type="pres">
      <dgm:prSet presAssocID="{3E182186-2F47-44DA-9D2C-5456265C89A9}" presName="compNode" presStyleCnt="0"/>
      <dgm:spPr/>
    </dgm:pt>
    <dgm:pt modelId="{90831B0E-C000-4692-BCA6-F77F703B0184}" type="pres">
      <dgm:prSet presAssocID="{3E182186-2F47-44DA-9D2C-5456265C89A9}" presName="bgRect" presStyleLbl="bgShp" presStyleIdx="2" presStyleCnt="5"/>
      <dgm:spPr/>
    </dgm:pt>
    <dgm:pt modelId="{64872C65-4788-467C-BBF1-029A081F9410}" type="pres">
      <dgm:prSet presAssocID="{3E182186-2F47-44DA-9D2C-5456265C89A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C63FE0F4-093F-4C8F-A15D-7D9113B24FBE}" type="pres">
      <dgm:prSet presAssocID="{3E182186-2F47-44DA-9D2C-5456265C89A9}" presName="spaceRect" presStyleCnt="0"/>
      <dgm:spPr/>
    </dgm:pt>
    <dgm:pt modelId="{C8F3061F-44EF-4EC0-974F-03A763621BCC}" type="pres">
      <dgm:prSet presAssocID="{3E182186-2F47-44DA-9D2C-5456265C89A9}" presName="parTx" presStyleLbl="revTx" presStyleIdx="2" presStyleCnt="5">
        <dgm:presLayoutVars>
          <dgm:chMax val="0"/>
          <dgm:chPref val="0"/>
        </dgm:presLayoutVars>
      </dgm:prSet>
      <dgm:spPr/>
    </dgm:pt>
    <dgm:pt modelId="{481ADCC3-7F10-4AEA-8A70-14633DB8317B}" type="pres">
      <dgm:prSet presAssocID="{DA7A6C81-393E-47E0-9F23-9A29804A09EA}" presName="sibTrans" presStyleCnt="0"/>
      <dgm:spPr/>
    </dgm:pt>
    <dgm:pt modelId="{FE49A209-0759-49C5-B1F8-97B472552823}" type="pres">
      <dgm:prSet presAssocID="{C563EB50-A37D-48A2-9FB7-1F0E33E40C54}" presName="compNode" presStyleCnt="0"/>
      <dgm:spPr/>
    </dgm:pt>
    <dgm:pt modelId="{67333748-AD8E-4FDD-9878-C635DB746047}" type="pres">
      <dgm:prSet presAssocID="{C563EB50-A37D-48A2-9FB7-1F0E33E40C54}" presName="bgRect" presStyleLbl="bgShp" presStyleIdx="3" presStyleCnt="5"/>
      <dgm:spPr/>
    </dgm:pt>
    <dgm:pt modelId="{7C5D3C54-3952-4F00-B45C-FE96655769EE}" type="pres">
      <dgm:prSet presAssocID="{C563EB50-A37D-48A2-9FB7-1F0E33E40C5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siness Growth"/>
        </a:ext>
      </dgm:extLst>
    </dgm:pt>
    <dgm:pt modelId="{C66FC6C8-D95F-4708-84D9-96700086247C}" type="pres">
      <dgm:prSet presAssocID="{C563EB50-A37D-48A2-9FB7-1F0E33E40C54}" presName="spaceRect" presStyleCnt="0"/>
      <dgm:spPr/>
    </dgm:pt>
    <dgm:pt modelId="{65FCDDE8-412D-493F-B625-5BE64A5B4230}" type="pres">
      <dgm:prSet presAssocID="{C563EB50-A37D-48A2-9FB7-1F0E33E40C54}" presName="parTx" presStyleLbl="revTx" presStyleIdx="3" presStyleCnt="5">
        <dgm:presLayoutVars>
          <dgm:chMax val="0"/>
          <dgm:chPref val="0"/>
        </dgm:presLayoutVars>
      </dgm:prSet>
      <dgm:spPr/>
    </dgm:pt>
    <dgm:pt modelId="{5CF85A7A-664A-42F9-BD1C-1D375FBC8984}" type="pres">
      <dgm:prSet presAssocID="{552235FE-19EE-4011-9EF2-9C7D163A6CCB}" presName="sibTrans" presStyleCnt="0"/>
      <dgm:spPr/>
    </dgm:pt>
    <dgm:pt modelId="{77C8980C-616C-4ED0-8A2B-C41C50790B84}" type="pres">
      <dgm:prSet presAssocID="{61846371-462F-4256-AED6-2A24CB7203DE}" presName="compNode" presStyleCnt="0"/>
      <dgm:spPr/>
    </dgm:pt>
    <dgm:pt modelId="{AC9E3E84-7D2F-4834-9676-881AFAA4277E}" type="pres">
      <dgm:prSet presAssocID="{61846371-462F-4256-AED6-2A24CB7203DE}" presName="bgRect" presStyleLbl="bgShp" presStyleIdx="4" presStyleCnt="5"/>
      <dgm:spPr/>
    </dgm:pt>
    <dgm:pt modelId="{6CAC905E-51FD-440B-8B11-ED49C8495D84}" type="pres">
      <dgm:prSet presAssocID="{61846371-462F-4256-AED6-2A24CB7203D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arca de verificación"/>
        </a:ext>
      </dgm:extLst>
    </dgm:pt>
    <dgm:pt modelId="{A84FA7BF-224D-4D70-8F40-79C7E3599C97}" type="pres">
      <dgm:prSet presAssocID="{61846371-462F-4256-AED6-2A24CB7203DE}" presName="spaceRect" presStyleCnt="0"/>
      <dgm:spPr/>
    </dgm:pt>
    <dgm:pt modelId="{20AA2AFF-CD69-4188-B9AD-F4D67CAC27F0}" type="pres">
      <dgm:prSet presAssocID="{61846371-462F-4256-AED6-2A24CB7203DE}" presName="parTx" presStyleLbl="revTx" presStyleIdx="4" presStyleCnt="5">
        <dgm:presLayoutVars>
          <dgm:chMax val="0"/>
          <dgm:chPref val="0"/>
        </dgm:presLayoutVars>
      </dgm:prSet>
      <dgm:spPr/>
    </dgm:pt>
  </dgm:ptLst>
  <dgm:cxnLst>
    <dgm:cxn modelId="{F3FCA302-90AF-4C5F-AD31-F7F547B8097C}" type="presOf" srcId="{C563EB50-A37D-48A2-9FB7-1F0E33E40C54}" destId="{65FCDDE8-412D-493F-B625-5BE64A5B4230}" srcOrd="0" destOrd="0" presId="urn:microsoft.com/office/officeart/2018/2/layout/IconVerticalSolidList"/>
    <dgm:cxn modelId="{6A6E7A2E-2238-4DBE-B606-5B0340877884}" type="presOf" srcId="{7A1C500A-AAC4-4DF9-A2E2-F7D0AAC0788A}" destId="{0C7A48E7-DBEE-4C63-9B7B-B7412E577C13}" srcOrd="0" destOrd="0" presId="urn:microsoft.com/office/officeart/2018/2/layout/IconVerticalSolidList"/>
    <dgm:cxn modelId="{9BFBCA3C-523E-4BA3-90CC-FD7EB730894D}" srcId="{4171E973-FC17-4628-9E0B-0AB633638B80}" destId="{61846371-462F-4256-AED6-2A24CB7203DE}" srcOrd="4" destOrd="0" parTransId="{A4A59454-B8D3-45F9-BCCC-CDB0489E9148}" sibTransId="{5E1D85F6-2DF8-4D5E-B39F-47AF67FF6CD0}"/>
    <dgm:cxn modelId="{1D95F960-5F2F-43FC-AD5A-B1AB12241175}" srcId="{4171E973-FC17-4628-9E0B-0AB633638B80}" destId="{3E182186-2F47-44DA-9D2C-5456265C89A9}" srcOrd="2" destOrd="0" parTransId="{C1ACFD58-A2D4-4988-B610-F9DE2267FDDB}" sibTransId="{DA7A6C81-393E-47E0-9F23-9A29804A09EA}"/>
    <dgm:cxn modelId="{9222094E-6A9B-44F2-ADE8-52AE55B93758}" srcId="{4171E973-FC17-4628-9E0B-0AB633638B80}" destId="{1DBC959A-F4F5-4032-A431-F12CA930474D}" srcOrd="1" destOrd="0" parTransId="{05695FD5-97B3-40D3-968B-C0AAC61CAE64}" sibTransId="{E6BDC463-68E6-4E46-81BA-751F1833E50C}"/>
    <dgm:cxn modelId="{9F0B5D7B-9231-4939-ADDB-64015FED2B45}" type="presOf" srcId="{61846371-462F-4256-AED6-2A24CB7203DE}" destId="{20AA2AFF-CD69-4188-B9AD-F4D67CAC27F0}" srcOrd="0" destOrd="0" presId="urn:microsoft.com/office/officeart/2018/2/layout/IconVerticalSolidList"/>
    <dgm:cxn modelId="{9CB3F57C-89FC-4FB8-8B46-6550EB3AAEB1}" type="presOf" srcId="{4171E973-FC17-4628-9E0B-0AB633638B80}" destId="{8E82EB65-BDDF-4245-BF4E-6AA71C6F902B}" srcOrd="0" destOrd="0" presId="urn:microsoft.com/office/officeart/2018/2/layout/IconVerticalSolidList"/>
    <dgm:cxn modelId="{BC3C2E9B-7054-4E6D-84EF-BBC39BF0B064}" srcId="{4171E973-FC17-4628-9E0B-0AB633638B80}" destId="{C563EB50-A37D-48A2-9FB7-1F0E33E40C54}" srcOrd="3" destOrd="0" parTransId="{16E62F6A-65A3-458C-8ABB-AFE77A57D46D}" sibTransId="{552235FE-19EE-4011-9EF2-9C7D163A6CCB}"/>
    <dgm:cxn modelId="{3A304CB1-7B90-49BE-A19E-EDC0FB04C6DD}" srcId="{4171E973-FC17-4628-9E0B-0AB633638B80}" destId="{7A1C500A-AAC4-4DF9-A2E2-F7D0AAC0788A}" srcOrd="0" destOrd="0" parTransId="{017CB8C8-5D39-4AB6-B67A-90D625998C5B}" sibTransId="{FE1125B2-6DF5-419B-8801-785AF7A12CA8}"/>
    <dgm:cxn modelId="{1B24E4E4-2529-4C03-8652-3DF8A2285C96}" type="presOf" srcId="{3E182186-2F47-44DA-9D2C-5456265C89A9}" destId="{C8F3061F-44EF-4EC0-974F-03A763621BCC}" srcOrd="0" destOrd="0" presId="urn:microsoft.com/office/officeart/2018/2/layout/IconVerticalSolidList"/>
    <dgm:cxn modelId="{609827F6-7332-43DF-9917-8E6B9A9E53F3}" type="presOf" srcId="{1DBC959A-F4F5-4032-A431-F12CA930474D}" destId="{E82A5655-5B9E-4C4D-B77F-ED105D277CB6}" srcOrd="0" destOrd="0" presId="urn:microsoft.com/office/officeart/2018/2/layout/IconVerticalSolidList"/>
    <dgm:cxn modelId="{69B3C7D4-EDB2-49E7-9ED8-509C8D6DFCA3}" type="presParOf" srcId="{8E82EB65-BDDF-4245-BF4E-6AA71C6F902B}" destId="{C30123E1-33AB-4A55-8C04-DE5925C0114F}" srcOrd="0" destOrd="0" presId="urn:microsoft.com/office/officeart/2018/2/layout/IconVerticalSolidList"/>
    <dgm:cxn modelId="{4383D61F-1C60-46CD-AF4D-BAAB9DEACD5A}" type="presParOf" srcId="{C30123E1-33AB-4A55-8C04-DE5925C0114F}" destId="{B777449E-D88D-43F3-B8D9-2B4EC571F223}" srcOrd="0" destOrd="0" presId="urn:microsoft.com/office/officeart/2018/2/layout/IconVerticalSolidList"/>
    <dgm:cxn modelId="{D533090B-799D-42A6-B3CE-6EFEA7314BD5}" type="presParOf" srcId="{C30123E1-33AB-4A55-8C04-DE5925C0114F}" destId="{951186EF-D5BA-443E-B8BE-EF3A76D7E5BC}" srcOrd="1" destOrd="0" presId="urn:microsoft.com/office/officeart/2018/2/layout/IconVerticalSolidList"/>
    <dgm:cxn modelId="{4A67FE19-C884-4EFB-A4A7-8E47C2EC31E1}" type="presParOf" srcId="{C30123E1-33AB-4A55-8C04-DE5925C0114F}" destId="{BC78D1A9-AE64-42FE-BAAA-55A802B14AAC}" srcOrd="2" destOrd="0" presId="urn:microsoft.com/office/officeart/2018/2/layout/IconVerticalSolidList"/>
    <dgm:cxn modelId="{1C230239-5B4B-4684-9B49-19A4BEAA2E2D}" type="presParOf" srcId="{C30123E1-33AB-4A55-8C04-DE5925C0114F}" destId="{0C7A48E7-DBEE-4C63-9B7B-B7412E577C13}" srcOrd="3" destOrd="0" presId="urn:microsoft.com/office/officeart/2018/2/layout/IconVerticalSolidList"/>
    <dgm:cxn modelId="{EA1E472A-922F-4EF6-9F20-B51424A72464}" type="presParOf" srcId="{8E82EB65-BDDF-4245-BF4E-6AA71C6F902B}" destId="{5D558D82-6317-4455-BC83-475469DE1887}" srcOrd="1" destOrd="0" presId="urn:microsoft.com/office/officeart/2018/2/layout/IconVerticalSolidList"/>
    <dgm:cxn modelId="{FAA431AA-49BA-4071-AC73-3901C4F747DF}" type="presParOf" srcId="{8E82EB65-BDDF-4245-BF4E-6AA71C6F902B}" destId="{A614C2B9-8B6F-44E5-BE7E-8496A2036119}" srcOrd="2" destOrd="0" presId="urn:microsoft.com/office/officeart/2018/2/layout/IconVerticalSolidList"/>
    <dgm:cxn modelId="{9C6B8034-6D4B-40DB-8A3D-A8EFA1F20318}" type="presParOf" srcId="{A614C2B9-8B6F-44E5-BE7E-8496A2036119}" destId="{A3A062A9-8646-4EAB-B270-82B12710064C}" srcOrd="0" destOrd="0" presId="urn:microsoft.com/office/officeart/2018/2/layout/IconVerticalSolidList"/>
    <dgm:cxn modelId="{5DDC2CF7-AEC8-420E-AD8F-3AE6DE177259}" type="presParOf" srcId="{A614C2B9-8B6F-44E5-BE7E-8496A2036119}" destId="{399F03E6-B456-4E2D-88B1-FA375878B8B0}" srcOrd="1" destOrd="0" presId="urn:microsoft.com/office/officeart/2018/2/layout/IconVerticalSolidList"/>
    <dgm:cxn modelId="{F54B3B8D-309D-4D4E-BC8A-A4650AD01BBC}" type="presParOf" srcId="{A614C2B9-8B6F-44E5-BE7E-8496A2036119}" destId="{1D8553E4-BCB9-4F3F-B8E5-C16953A3EFDF}" srcOrd="2" destOrd="0" presId="urn:microsoft.com/office/officeart/2018/2/layout/IconVerticalSolidList"/>
    <dgm:cxn modelId="{98062830-159A-4A8F-B897-78C5F7738A1E}" type="presParOf" srcId="{A614C2B9-8B6F-44E5-BE7E-8496A2036119}" destId="{E82A5655-5B9E-4C4D-B77F-ED105D277CB6}" srcOrd="3" destOrd="0" presId="urn:microsoft.com/office/officeart/2018/2/layout/IconVerticalSolidList"/>
    <dgm:cxn modelId="{F811E1ED-2CBE-4B86-94D0-CB5454674F74}" type="presParOf" srcId="{8E82EB65-BDDF-4245-BF4E-6AA71C6F902B}" destId="{CD8F2B95-E5E0-491F-9BBE-2D5836B44F8F}" srcOrd="3" destOrd="0" presId="urn:microsoft.com/office/officeart/2018/2/layout/IconVerticalSolidList"/>
    <dgm:cxn modelId="{5C6B74DA-72BB-4751-98D8-F3C4030872E0}" type="presParOf" srcId="{8E82EB65-BDDF-4245-BF4E-6AA71C6F902B}" destId="{9B951E75-0640-4497-B449-868FBA71FC1B}" srcOrd="4" destOrd="0" presId="urn:microsoft.com/office/officeart/2018/2/layout/IconVerticalSolidList"/>
    <dgm:cxn modelId="{05A84532-06D6-4FAB-B37D-F80140C188AC}" type="presParOf" srcId="{9B951E75-0640-4497-B449-868FBA71FC1B}" destId="{90831B0E-C000-4692-BCA6-F77F703B0184}" srcOrd="0" destOrd="0" presId="urn:microsoft.com/office/officeart/2018/2/layout/IconVerticalSolidList"/>
    <dgm:cxn modelId="{D821CC7E-91EE-45C3-A013-7C28ED6CFD75}" type="presParOf" srcId="{9B951E75-0640-4497-B449-868FBA71FC1B}" destId="{64872C65-4788-467C-BBF1-029A081F9410}" srcOrd="1" destOrd="0" presId="urn:microsoft.com/office/officeart/2018/2/layout/IconVerticalSolidList"/>
    <dgm:cxn modelId="{87777199-5332-4744-BE7B-93E4A4C8BB81}" type="presParOf" srcId="{9B951E75-0640-4497-B449-868FBA71FC1B}" destId="{C63FE0F4-093F-4C8F-A15D-7D9113B24FBE}" srcOrd="2" destOrd="0" presId="urn:microsoft.com/office/officeart/2018/2/layout/IconVerticalSolidList"/>
    <dgm:cxn modelId="{91A8A86F-36EE-43E1-869C-D4016EDF0763}" type="presParOf" srcId="{9B951E75-0640-4497-B449-868FBA71FC1B}" destId="{C8F3061F-44EF-4EC0-974F-03A763621BCC}" srcOrd="3" destOrd="0" presId="urn:microsoft.com/office/officeart/2018/2/layout/IconVerticalSolidList"/>
    <dgm:cxn modelId="{54CFBD2F-E631-4EBF-B388-91840AC457C0}" type="presParOf" srcId="{8E82EB65-BDDF-4245-BF4E-6AA71C6F902B}" destId="{481ADCC3-7F10-4AEA-8A70-14633DB8317B}" srcOrd="5" destOrd="0" presId="urn:microsoft.com/office/officeart/2018/2/layout/IconVerticalSolidList"/>
    <dgm:cxn modelId="{9CDCB0EA-8528-442D-98E1-24C594EE5E9D}" type="presParOf" srcId="{8E82EB65-BDDF-4245-BF4E-6AA71C6F902B}" destId="{FE49A209-0759-49C5-B1F8-97B472552823}" srcOrd="6" destOrd="0" presId="urn:microsoft.com/office/officeart/2018/2/layout/IconVerticalSolidList"/>
    <dgm:cxn modelId="{DED42282-65E4-4AB1-A1E9-095077AC5219}" type="presParOf" srcId="{FE49A209-0759-49C5-B1F8-97B472552823}" destId="{67333748-AD8E-4FDD-9878-C635DB746047}" srcOrd="0" destOrd="0" presId="urn:microsoft.com/office/officeart/2018/2/layout/IconVerticalSolidList"/>
    <dgm:cxn modelId="{641AE7F2-17E8-443C-A6C2-910EFD293188}" type="presParOf" srcId="{FE49A209-0759-49C5-B1F8-97B472552823}" destId="{7C5D3C54-3952-4F00-B45C-FE96655769EE}" srcOrd="1" destOrd="0" presId="urn:microsoft.com/office/officeart/2018/2/layout/IconVerticalSolidList"/>
    <dgm:cxn modelId="{63EAA683-25FB-4CE3-873D-E73BA0ED56DF}" type="presParOf" srcId="{FE49A209-0759-49C5-B1F8-97B472552823}" destId="{C66FC6C8-D95F-4708-84D9-96700086247C}" srcOrd="2" destOrd="0" presId="urn:microsoft.com/office/officeart/2018/2/layout/IconVerticalSolidList"/>
    <dgm:cxn modelId="{4EA2AA8E-1C94-4255-8D30-AC25A5E6D32E}" type="presParOf" srcId="{FE49A209-0759-49C5-B1F8-97B472552823}" destId="{65FCDDE8-412D-493F-B625-5BE64A5B4230}" srcOrd="3" destOrd="0" presId="urn:microsoft.com/office/officeart/2018/2/layout/IconVerticalSolidList"/>
    <dgm:cxn modelId="{C820F388-3BCD-4129-BC74-E248EA004046}" type="presParOf" srcId="{8E82EB65-BDDF-4245-BF4E-6AA71C6F902B}" destId="{5CF85A7A-664A-42F9-BD1C-1D375FBC8984}" srcOrd="7" destOrd="0" presId="urn:microsoft.com/office/officeart/2018/2/layout/IconVerticalSolidList"/>
    <dgm:cxn modelId="{935592EC-55A0-4055-B45B-4032BEE0E554}" type="presParOf" srcId="{8E82EB65-BDDF-4245-BF4E-6AA71C6F902B}" destId="{77C8980C-616C-4ED0-8A2B-C41C50790B84}" srcOrd="8" destOrd="0" presId="urn:microsoft.com/office/officeart/2018/2/layout/IconVerticalSolidList"/>
    <dgm:cxn modelId="{F72677BA-83DE-45EF-AB0A-C51ECD0D4630}" type="presParOf" srcId="{77C8980C-616C-4ED0-8A2B-C41C50790B84}" destId="{AC9E3E84-7D2F-4834-9676-881AFAA4277E}" srcOrd="0" destOrd="0" presId="urn:microsoft.com/office/officeart/2018/2/layout/IconVerticalSolidList"/>
    <dgm:cxn modelId="{E65D2EF1-97A8-44BA-90D8-F13FBA831C89}" type="presParOf" srcId="{77C8980C-616C-4ED0-8A2B-C41C50790B84}" destId="{6CAC905E-51FD-440B-8B11-ED49C8495D84}" srcOrd="1" destOrd="0" presId="urn:microsoft.com/office/officeart/2018/2/layout/IconVerticalSolidList"/>
    <dgm:cxn modelId="{636EB0EF-46C8-45F1-9CBE-6F76E5405159}" type="presParOf" srcId="{77C8980C-616C-4ED0-8A2B-C41C50790B84}" destId="{A84FA7BF-224D-4D70-8F40-79C7E3599C97}" srcOrd="2" destOrd="0" presId="urn:microsoft.com/office/officeart/2018/2/layout/IconVerticalSolidList"/>
    <dgm:cxn modelId="{4660539E-019C-4D69-8D01-5EEF19B54DB8}" type="presParOf" srcId="{77C8980C-616C-4ED0-8A2B-C41C50790B84}" destId="{20AA2AFF-CD69-4188-B9AD-F4D67CAC27F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CB0F260-E2D9-4FB8-A8DC-0BD77A936CC9}"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6A05F42-42E5-4B11-A5A3-DEE53CC3732A}">
      <dgm:prSet/>
      <dgm:spPr/>
      <dgm:t>
        <a:bodyPr/>
        <a:lstStyle/>
        <a:p>
          <a:pPr>
            <a:lnSpc>
              <a:spcPct val="100000"/>
            </a:lnSpc>
          </a:pPr>
          <a:r>
            <a:rPr lang="es-AR" b="1" i="0" baseline="0"/>
            <a:t>Visualización de datos:</a:t>
          </a:r>
          <a:r>
            <a:rPr lang="es-AR" b="0" i="0" baseline="0"/>
            <a:t> Paneles fáciles de entender para monitorear indicadores clave (KPIs).</a:t>
          </a:r>
          <a:endParaRPr lang="en-US"/>
        </a:p>
      </dgm:t>
    </dgm:pt>
    <dgm:pt modelId="{D8D49514-3A57-4135-BCCF-97CAD9BD65B1}" type="parTrans" cxnId="{A410B647-9779-4BB5-B51F-65DDF3AD9250}">
      <dgm:prSet/>
      <dgm:spPr/>
      <dgm:t>
        <a:bodyPr/>
        <a:lstStyle/>
        <a:p>
          <a:endParaRPr lang="en-US"/>
        </a:p>
      </dgm:t>
    </dgm:pt>
    <dgm:pt modelId="{EFFB23D9-D9DD-41AE-B961-841A131679D6}" type="sibTrans" cxnId="{A410B647-9779-4BB5-B51F-65DDF3AD9250}">
      <dgm:prSet/>
      <dgm:spPr/>
      <dgm:t>
        <a:bodyPr/>
        <a:lstStyle/>
        <a:p>
          <a:pPr>
            <a:lnSpc>
              <a:spcPct val="100000"/>
            </a:lnSpc>
          </a:pPr>
          <a:endParaRPr lang="en-US"/>
        </a:p>
      </dgm:t>
    </dgm:pt>
    <dgm:pt modelId="{DBE64B7B-79F9-4F81-9DFF-0B63A6166756}">
      <dgm:prSet/>
      <dgm:spPr/>
      <dgm:t>
        <a:bodyPr/>
        <a:lstStyle/>
        <a:p>
          <a:pPr>
            <a:lnSpc>
              <a:spcPct val="100000"/>
            </a:lnSpc>
          </a:pPr>
          <a:r>
            <a:rPr lang="es-AR" b="1" i="0" baseline="0"/>
            <a:t>Identificación de oportunidades:</a:t>
          </a:r>
          <a:r>
            <a:rPr lang="es-AR" b="0" i="0" baseline="0"/>
            <a:t> Ayuda a descubrir nuevas formas de aumentar ganancias y analizar comportamientos del cliente.</a:t>
          </a:r>
          <a:endParaRPr lang="en-US"/>
        </a:p>
      </dgm:t>
    </dgm:pt>
    <dgm:pt modelId="{136570D7-9BAD-435B-B589-966A083FB998}" type="parTrans" cxnId="{1B64D822-B5B2-4A5B-9FA1-43DC6A5B5034}">
      <dgm:prSet/>
      <dgm:spPr/>
      <dgm:t>
        <a:bodyPr/>
        <a:lstStyle/>
        <a:p>
          <a:endParaRPr lang="en-US"/>
        </a:p>
      </dgm:t>
    </dgm:pt>
    <dgm:pt modelId="{8B02CEDA-962A-426A-BF6A-E492C60F3129}" type="sibTrans" cxnId="{1B64D822-B5B2-4A5B-9FA1-43DC6A5B5034}">
      <dgm:prSet/>
      <dgm:spPr/>
      <dgm:t>
        <a:bodyPr/>
        <a:lstStyle/>
        <a:p>
          <a:pPr>
            <a:lnSpc>
              <a:spcPct val="100000"/>
            </a:lnSpc>
          </a:pPr>
          <a:endParaRPr lang="en-US"/>
        </a:p>
      </dgm:t>
    </dgm:pt>
    <dgm:pt modelId="{0DD2A199-AA81-44DB-BAB5-AE621306A8B9}">
      <dgm:prSet/>
      <dgm:spPr/>
      <dgm:t>
        <a:bodyPr/>
        <a:lstStyle/>
        <a:p>
          <a:pPr>
            <a:lnSpc>
              <a:spcPct val="100000"/>
            </a:lnSpc>
          </a:pPr>
          <a:r>
            <a:rPr lang="es-AR" b="1" i="0" baseline="0"/>
            <a:t>Optimización operativa:</a:t>
          </a:r>
          <a:r>
            <a:rPr lang="es-AR" b="0" i="0" baseline="0"/>
            <a:t> Permite identificar ineficiencias y mejorar procesos internos.</a:t>
          </a:r>
          <a:endParaRPr lang="en-US"/>
        </a:p>
      </dgm:t>
    </dgm:pt>
    <dgm:pt modelId="{018AAE50-D2D3-44FA-8E91-236DDC58085C}" type="parTrans" cxnId="{DD949A87-AB78-4A81-AD8E-ED23E2DBC1BB}">
      <dgm:prSet/>
      <dgm:spPr/>
      <dgm:t>
        <a:bodyPr/>
        <a:lstStyle/>
        <a:p>
          <a:endParaRPr lang="en-US"/>
        </a:p>
      </dgm:t>
    </dgm:pt>
    <dgm:pt modelId="{212984D6-0D56-4F66-A55A-7309EA6A0B65}" type="sibTrans" cxnId="{DD949A87-AB78-4A81-AD8E-ED23E2DBC1BB}">
      <dgm:prSet/>
      <dgm:spPr/>
      <dgm:t>
        <a:bodyPr/>
        <a:lstStyle/>
        <a:p>
          <a:pPr>
            <a:lnSpc>
              <a:spcPct val="100000"/>
            </a:lnSpc>
          </a:pPr>
          <a:endParaRPr lang="en-US"/>
        </a:p>
      </dgm:t>
    </dgm:pt>
    <dgm:pt modelId="{7CFBFCE4-1BC6-47BF-8582-8E8938EAF844}">
      <dgm:prSet/>
      <dgm:spPr/>
      <dgm:t>
        <a:bodyPr/>
        <a:lstStyle/>
        <a:p>
          <a:pPr>
            <a:lnSpc>
              <a:spcPct val="100000"/>
            </a:lnSpc>
          </a:pPr>
          <a:r>
            <a:rPr lang="es-AR" b="1" i="0" baseline="0"/>
            <a:t>Análisis competitivo:</a:t>
          </a:r>
          <a:r>
            <a:rPr lang="es-AR" b="0" i="0" baseline="0"/>
            <a:t> Facilita la comparación de resultados con el mercado. </a:t>
          </a:r>
          <a:endParaRPr lang="en-US"/>
        </a:p>
      </dgm:t>
    </dgm:pt>
    <dgm:pt modelId="{C2A134B6-D3CA-4787-B9B7-57ADB42B8B14}" type="parTrans" cxnId="{30371839-092A-4871-B2A3-6E44E4621D2C}">
      <dgm:prSet/>
      <dgm:spPr/>
      <dgm:t>
        <a:bodyPr/>
        <a:lstStyle/>
        <a:p>
          <a:endParaRPr lang="en-US"/>
        </a:p>
      </dgm:t>
    </dgm:pt>
    <dgm:pt modelId="{AD0145CE-9B43-4A93-A907-14FF568D82BA}" type="sibTrans" cxnId="{30371839-092A-4871-B2A3-6E44E4621D2C}">
      <dgm:prSet/>
      <dgm:spPr/>
      <dgm:t>
        <a:bodyPr/>
        <a:lstStyle/>
        <a:p>
          <a:endParaRPr lang="en-US"/>
        </a:p>
      </dgm:t>
    </dgm:pt>
    <dgm:pt modelId="{29F2BAC1-F551-4D8E-9FAB-F3DDBC309E14}" type="pres">
      <dgm:prSet presAssocID="{1CB0F260-E2D9-4FB8-A8DC-0BD77A936CC9}" presName="root" presStyleCnt="0">
        <dgm:presLayoutVars>
          <dgm:dir/>
          <dgm:resizeHandles val="exact"/>
        </dgm:presLayoutVars>
      </dgm:prSet>
      <dgm:spPr/>
    </dgm:pt>
    <dgm:pt modelId="{FD1C1404-F7F9-45AD-88F5-1E674885689D}" type="pres">
      <dgm:prSet presAssocID="{1CB0F260-E2D9-4FB8-A8DC-0BD77A936CC9}" presName="container" presStyleCnt="0">
        <dgm:presLayoutVars>
          <dgm:dir/>
          <dgm:resizeHandles val="exact"/>
        </dgm:presLayoutVars>
      </dgm:prSet>
      <dgm:spPr/>
    </dgm:pt>
    <dgm:pt modelId="{953B0C5A-7112-4196-9E74-B105A670AAFA}" type="pres">
      <dgm:prSet presAssocID="{B6A05F42-42E5-4B11-A5A3-DEE53CC3732A}" presName="compNode" presStyleCnt="0"/>
      <dgm:spPr/>
    </dgm:pt>
    <dgm:pt modelId="{8FC413F3-B60A-40E3-8640-13EE3AC8620D}" type="pres">
      <dgm:prSet presAssocID="{B6A05F42-42E5-4B11-A5A3-DEE53CC3732A}" presName="iconBgRect" presStyleLbl="bgShp" presStyleIdx="0" presStyleCnt="4"/>
      <dgm:spPr/>
    </dgm:pt>
    <dgm:pt modelId="{CEDC9D01-066A-4755-AD38-B9E6ED40FAD5}" type="pres">
      <dgm:prSet presAssocID="{B6A05F42-42E5-4B11-A5A3-DEE53CC3732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ndicador"/>
        </a:ext>
      </dgm:extLst>
    </dgm:pt>
    <dgm:pt modelId="{71E834E4-9B33-4629-A503-1F6FEB5BCCEF}" type="pres">
      <dgm:prSet presAssocID="{B6A05F42-42E5-4B11-A5A3-DEE53CC3732A}" presName="spaceRect" presStyleCnt="0"/>
      <dgm:spPr/>
    </dgm:pt>
    <dgm:pt modelId="{1A5A3EC1-E7C1-44DF-B5C1-5AFF69970749}" type="pres">
      <dgm:prSet presAssocID="{B6A05F42-42E5-4B11-A5A3-DEE53CC3732A}" presName="textRect" presStyleLbl="revTx" presStyleIdx="0" presStyleCnt="4">
        <dgm:presLayoutVars>
          <dgm:chMax val="1"/>
          <dgm:chPref val="1"/>
        </dgm:presLayoutVars>
      </dgm:prSet>
      <dgm:spPr/>
    </dgm:pt>
    <dgm:pt modelId="{9175C2CC-8CD7-416A-8A90-A2254D199E43}" type="pres">
      <dgm:prSet presAssocID="{EFFB23D9-D9DD-41AE-B961-841A131679D6}" presName="sibTrans" presStyleLbl="sibTrans2D1" presStyleIdx="0" presStyleCnt="0"/>
      <dgm:spPr/>
    </dgm:pt>
    <dgm:pt modelId="{5EC44598-3DB1-4CD5-9E65-2E8C28B31CD4}" type="pres">
      <dgm:prSet presAssocID="{DBE64B7B-79F9-4F81-9DFF-0B63A6166756}" presName="compNode" presStyleCnt="0"/>
      <dgm:spPr/>
    </dgm:pt>
    <dgm:pt modelId="{D9C24977-D432-4277-930D-3DF36D3C065E}" type="pres">
      <dgm:prSet presAssocID="{DBE64B7B-79F9-4F81-9DFF-0B63A6166756}" presName="iconBgRect" presStyleLbl="bgShp" presStyleIdx="1" presStyleCnt="4"/>
      <dgm:spPr/>
    </dgm:pt>
    <dgm:pt modelId="{04FCF840-3C1C-420D-B9A0-569306A563F2}" type="pres">
      <dgm:prSet presAssocID="{DBE64B7B-79F9-4F81-9DFF-0B63A616675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6D0C4EF4-2D20-4D7C-B696-792958159C64}" type="pres">
      <dgm:prSet presAssocID="{DBE64B7B-79F9-4F81-9DFF-0B63A6166756}" presName="spaceRect" presStyleCnt="0"/>
      <dgm:spPr/>
    </dgm:pt>
    <dgm:pt modelId="{A05087DF-4873-40D0-893E-E8FC434CDF44}" type="pres">
      <dgm:prSet presAssocID="{DBE64B7B-79F9-4F81-9DFF-0B63A6166756}" presName="textRect" presStyleLbl="revTx" presStyleIdx="1" presStyleCnt="4">
        <dgm:presLayoutVars>
          <dgm:chMax val="1"/>
          <dgm:chPref val="1"/>
        </dgm:presLayoutVars>
      </dgm:prSet>
      <dgm:spPr/>
    </dgm:pt>
    <dgm:pt modelId="{05264ADA-B2D6-4D1D-837E-00EE3EDBABE8}" type="pres">
      <dgm:prSet presAssocID="{8B02CEDA-962A-426A-BF6A-E492C60F3129}" presName="sibTrans" presStyleLbl="sibTrans2D1" presStyleIdx="0" presStyleCnt="0"/>
      <dgm:spPr/>
    </dgm:pt>
    <dgm:pt modelId="{746E3411-7807-4602-9CB5-5CCE172E3CC5}" type="pres">
      <dgm:prSet presAssocID="{0DD2A199-AA81-44DB-BAB5-AE621306A8B9}" presName="compNode" presStyleCnt="0"/>
      <dgm:spPr/>
    </dgm:pt>
    <dgm:pt modelId="{0F1D72CE-0EFE-4A1A-BCEF-F2B67B187097}" type="pres">
      <dgm:prSet presAssocID="{0DD2A199-AA81-44DB-BAB5-AE621306A8B9}" presName="iconBgRect" presStyleLbl="bgShp" presStyleIdx="2" presStyleCnt="4"/>
      <dgm:spPr/>
    </dgm:pt>
    <dgm:pt modelId="{E3C0A32D-F386-45B3-A655-DFFA618DA2A9}" type="pres">
      <dgm:prSet presAssocID="{0DD2A199-AA81-44DB-BAB5-AE621306A8B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ngranajes"/>
        </a:ext>
      </dgm:extLst>
    </dgm:pt>
    <dgm:pt modelId="{7B25732F-9A20-4524-834C-8B6E8CBCA450}" type="pres">
      <dgm:prSet presAssocID="{0DD2A199-AA81-44DB-BAB5-AE621306A8B9}" presName="spaceRect" presStyleCnt="0"/>
      <dgm:spPr/>
    </dgm:pt>
    <dgm:pt modelId="{2E16A59B-50C5-4B82-BB39-FA654372CF39}" type="pres">
      <dgm:prSet presAssocID="{0DD2A199-AA81-44DB-BAB5-AE621306A8B9}" presName="textRect" presStyleLbl="revTx" presStyleIdx="2" presStyleCnt="4">
        <dgm:presLayoutVars>
          <dgm:chMax val="1"/>
          <dgm:chPref val="1"/>
        </dgm:presLayoutVars>
      </dgm:prSet>
      <dgm:spPr/>
    </dgm:pt>
    <dgm:pt modelId="{98449F89-DCBB-43E9-BA2D-37CCD810BF31}" type="pres">
      <dgm:prSet presAssocID="{212984D6-0D56-4F66-A55A-7309EA6A0B65}" presName="sibTrans" presStyleLbl="sibTrans2D1" presStyleIdx="0" presStyleCnt="0"/>
      <dgm:spPr/>
    </dgm:pt>
    <dgm:pt modelId="{3A14EA21-8D44-4B6D-AE54-917138E19C81}" type="pres">
      <dgm:prSet presAssocID="{7CFBFCE4-1BC6-47BF-8582-8E8938EAF844}" presName="compNode" presStyleCnt="0"/>
      <dgm:spPr/>
    </dgm:pt>
    <dgm:pt modelId="{67BA9B13-A318-4FAA-A597-CBBD9CC62336}" type="pres">
      <dgm:prSet presAssocID="{7CFBFCE4-1BC6-47BF-8582-8E8938EAF844}" presName="iconBgRect" presStyleLbl="bgShp" presStyleIdx="3" presStyleCnt="4"/>
      <dgm:spPr/>
    </dgm:pt>
    <dgm:pt modelId="{5680CBCE-DF38-4FA3-A7AE-71B41691C568}" type="pres">
      <dgm:prSet presAssocID="{7CFBFCE4-1BC6-47BF-8582-8E8938EAF84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stadísticas"/>
        </a:ext>
      </dgm:extLst>
    </dgm:pt>
    <dgm:pt modelId="{340206F2-39AB-4263-90B7-A4FB588A0240}" type="pres">
      <dgm:prSet presAssocID="{7CFBFCE4-1BC6-47BF-8582-8E8938EAF844}" presName="spaceRect" presStyleCnt="0"/>
      <dgm:spPr/>
    </dgm:pt>
    <dgm:pt modelId="{FDD449B2-18BF-4D4D-B371-C12B9FE511CC}" type="pres">
      <dgm:prSet presAssocID="{7CFBFCE4-1BC6-47BF-8582-8E8938EAF844}" presName="textRect" presStyleLbl="revTx" presStyleIdx="3" presStyleCnt="4">
        <dgm:presLayoutVars>
          <dgm:chMax val="1"/>
          <dgm:chPref val="1"/>
        </dgm:presLayoutVars>
      </dgm:prSet>
      <dgm:spPr/>
    </dgm:pt>
  </dgm:ptLst>
  <dgm:cxnLst>
    <dgm:cxn modelId="{448C8513-0F02-42C9-A5BA-7E3DDAC9AC5D}" type="presOf" srcId="{B6A05F42-42E5-4B11-A5A3-DEE53CC3732A}" destId="{1A5A3EC1-E7C1-44DF-B5C1-5AFF69970749}" srcOrd="0" destOrd="0" presId="urn:microsoft.com/office/officeart/2018/2/layout/IconCircleList"/>
    <dgm:cxn modelId="{1B64D822-B5B2-4A5B-9FA1-43DC6A5B5034}" srcId="{1CB0F260-E2D9-4FB8-A8DC-0BD77A936CC9}" destId="{DBE64B7B-79F9-4F81-9DFF-0B63A6166756}" srcOrd="1" destOrd="0" parTransId="{136570D7-9BAD-435B-B589-966A083FB998}" sibTransId="{8B02CEDA-962A-426A-BF6A-E492C60F3129}"/>
    <dgm:cxn modelId="{30371839-092A-4871-B2A3-6E44E4621D2C}" srcId="{1CB0F260-E2D9-4FB8-A8DC-0BD77A936CC9}" destId="{7CFBFCE4-1BC6-47BF-8582-8E8938EAF844}" srcOrd="3" destOrd="0" parTransId="{C2A134B6-D3CA-4787-B9B7-57ADB42B8B14}" sibTransId="{AD0145CE-9B43-4A93-A907-14FF568D82BA}"/>
    <dgm:cxn modelId="{EEED5766-971B-4CD8-86BA-748A58A28776}" type="presOf" srcId="{0DD2A199-AA81-44DB-BAB5-AE621306A8B9}" destId="{2E16A59B-50C5-4B82-BB39-FA654372CF39}" srcOrd="0" destOrd="0" presId="urn:microsoft.com/office/officeart/2018/2/layout/IconCircleList"/>
    <dgm:cxn modelId="{A410B647-9779-4BB5-B51F-65DDF3AD9250}" srcId="{1CB0F260-E2D9-4FB8-A8DC-0BD77A936CC9}" destId="{B6A05F42-42E5-4B11-A5A3-DEE53CC3732A}" srcOrd="0" destOrd="0" parTransId="{D8D49514-3A57-4135-BCCF-97CAD9BD65B1}" sibTransId="{EFFB23D9-D9DD-41AE-B961-841A131679D6}"/>
    <dgm:cxn modelId="{86DF1B55-E195-4A3E-A58E-F8AB3EBED849}" type="presOf" srcId="{DBE64B7B-79F9-4F81-9DFF-0B63A6166756}" destId="{A05087DF-4873-40D0-893E-E8FC434CDF44}" srcOrd="0" destOrd="0" presId="urn:microsoft.com/office/officeart/2018/2/layout/IconCircleList"/>
    <dgm:cxn modelId="{497CBF76-D7EA-4257-A1E1-4C6FB10421AC}" type="presOf" srcId="{212984D6-0D56-4F66-A55A-7309EA6A0B65}" destId="{98449F89-DCBB-43E9-BA2D-37CCD810BF31}" srcOrd="0" destOrd="0" presId="urn:microsoft.com/office/officeart/2018/2/layout/IconCircleList"/>
    <dgm:cxn modelId="{2BC25C77-5B9A-46DE-AE23-29CAF3959EC4}" type="presOf" srcId="{8B02CEDA-962A-426A-BF6A-E492C60F3129}" destId="{05264ADA-B2D6-4D1D-837E-00EE3EDBABE8}" srcOrd="0" destOrd="0" presId="urn:microsoft.com/office/officeart/2018/2/layout/IconCircleList"/>
    <dgm:cxn modelId="{BE9A205A-CC63-4C0D-B243-DEFC436B337C}" type="presOf" srcId="{1CB0F260-E2D9-4FB8-A8DC-0BD77A936CC9}" destId="{29F2BAC1-F551-4D8E-9FAB-F3DDBC309E14}" srcOrd="0" destOrd="0" presId="urn:microsoft.com/office/officeart/2018/2/layout/IconCircleList"/>
    <dgm:cxn modelId="{DD949A87-AB78-4A81-AD8E-ED23E2DBC1BB}" srcId="{1CB0F260-E2D9-4FB8-A8DC-0BD77A936CC9}" destId="{0DD2A199-AA81-44DB-BAB5-AE621306A8B9}" srcOrd="2" destOrd="0" parTransId="{018AAE50-D2D3-44FA-8E91-236DDC58085C}" sibTransId="{212984D6-0D56-4F66-A55A-7309EA6A0B65}"/>
    <dgm:cxn modelId="{ADCB8E89-C704-479A-9031-E9517073E246}" type="presOf" srcId="{7CFBFCE4-1BC6-47BF-8582-8E8938EAF844}" destId="{FDD449B2-18BF-4D4D-B371-C12B9FE511CC}" srcOrd="0" destOrd="0" presId="urn:microsoft.com/office/officeart/2018/2/layout/IconCircleList"/>
    <dgm:cxn modelId="{346F28F2-1DA5-430D-8154-305954D98344}" type="presOf" srcId="{EFFB23D9-D9DD-41AE-B961-841A131679D6}" destId="{9175C2CC-8CD7-416A-8A90-A2254D199E43}" srcOrd="0" destOrd="0" presId="urn:microsoft.com/office/officeart/2018/2/layout/IconCircleList"/>
    <dgm:cxn modelId="{AF5CD1FB-8AF7-4791-A80F-25BFF1EBBE36}" type="presParOf" srcId="{29F2BAC1-F551-4D8E-9FAB-F3DDBC309E14}" destId="{FD1C1404-F7F9-45AD-88F5-1E674885689D}" srcOrd="0" destOrd="0" presId="urn:microsoft.com/office/officeart/2018/2/layout/IconCircleList"/>
    <dgm:cxn modelId="{03E708B9-7D99-41AB-9EFC-236575E97625}" type="presParOf" srcId="{FD1C1404-F7F9-45AD-88F5-1E674885689D}" destId="{953B0C5A-7112-4196-9E74-B105A670AAFA}" srcOrd="0" destOrd="0" presId="urn:microsoft.com/office/officeart/2018/2/layout/IconCircleList"/>
    <dgm:cxn modelId="{350F0FD5-EE6C-4725-AB2B-F7950D1FE0A0}" type="presParOf" srcId="{953B0C5A-7112-4196-9E74-B105A670AAFA}" destId="{8FC413F3-B60A-40E3-8640-13EE3AC8620D}" srcOrd="0" destOrd="0" presId="urn:microsoft.com/office/officeart/2018/2/layout/IconCircleList"/>
    <dgm:cxn modelId="{75D9FBB1-0CFD-420F-BEA0-E55CFA28C7E9}" type="presParOf" srcId="{953B0C5A-7112-4196-9E74-B105A670AAFA}" destId="{CEDC9D01-066A-4755-AD38-B9E6ED40FAD5}" srcOrd="1" destOrd="0" presId="urn:microsoft.com/office/officeart/2018/2/layout/IconCircleList"/>
    <dgm:cxn modelId="{3E9C8EBB-8A03-45D2-A42B-A58CB7BEBAAA}" type="presParOf" srcId="{953B0C5A-7112-4196-9E74-B105A670AAFA}" destId="{71E834E4-9B33-4629-A503-1F6FEB5BCCEF}" srcOrd="2" destOrd="0" presId="urn:microsoft.com/office/officeart/2018/2/layout/IconCircleList"/>
    <dgm:cxn modelId="{5194F1E2-F70D-4ECE-AC3C-974A719E8733}" type="presParOf" srcId="{953B0C5A-7112-4196-9E74-B105A670AAFA}" destId="{1A5A3EC1-E7C1-44DF-B5C1-5AFF69970749}" srcOrd="3" destOrd="0" presId="urn:microsoft.com/office/officeart/2018/2/layout/IconCircleList"/>
    <dgm:cxn modelId="{9CDA3783-A301-456A-A578-5F067787E078}" type="presParOf" srcId="{FD1C1404-F7F9-45AD-88F5-1E674885689D}" destId="{9175C2CC-8CD7-416A-8A90-A2254D199E43}" srcOrd="1" destOrd="0" presId="urn:microsoft.com/office/officeart/2018/2/layout/IconCircleList"/>
    <dgm:cxn modelId="{AA9218F1-28EF-457E-8805-522D56550FD7}" type="presParOf" srcId="{FD1C1404-F7F9-45AD-88F5-1E674885689D}" destId="{5EC44598-3DB1-4CD5-9E65-2E8C28B31CD4}" srcOrd="2" destOrd="0" presId="urn:microsoft.com/office/officeart/2018/2/layout/IconCircleList"/>
    <dgm:cxn modelId="{B70429A6-3ECA-43E8-9A5A-5606D2D3EEDE}" type="presParOf" srcId="{5EC44598-3DB1-4CD5-9E65-2E8C28B31CD4}" destId="{D9C24977-D432-4277-930D-3DF36D3C065E}" srcOrd="0" destOrd="0" presId="urn:microsoft.com/office/officeart/2018/2/layout/IconCircleList"/>
    <dgm:cxn modelId="{0B945953-DBBF-4BDC-8318-A8CA50EF9B2D}" type="presParOf" srcId="{5EC44598-3DB1-4CD5-9E65-2E8C28B31CD4}" destId="{04FCF840-3C1C-420D-B9A0-569306A563F2}" srcOrd="1" destOrd="0" presId="urn:microsoft.com/office/officeart/2018/2/layout/IconCircleList"/>
    <dgm:cxn modelId="{76BB4B0F-C56B-411F-9265-832933652057}" type="presParOf" srcId="{5EC44598-3DB1-4CD5-9E65-2E8C28B31CD4}" destId="{6D0C4EF4-2D20-4D7C-B696-792958159C64}" srcOrd="2" destOrd="0" presId="urn:microsoft.com/office/officeart/2018/2/layout/IconCircleList"/>
    <dgm:cxn modelId="{0836D1ED-9A92-4C61-97A1-AFBDD85D05C0}" type="presParOf" srcId="{5EC44598-3DB1-4CD5-9E65-2E8C28B31CD4}" destId="{A05087DF-4873-40D0-893E-E8FC434CDF44}" srcOrd="3" destOrd="0" presId="urn:microsoft.com/office/officeart/2018/2/layout/IconCircleList"/>
    <dgm:cxn modelId="{B6B988FF-BCC0-4EEB-AF7A-0A0281064B4F}" type="presParOf" srcId="{FD1C1404-F7F9-45AD-88F5-1E674885689D}" destId="{05264ADA-B2D6-4D1D-837E-00EE3EDBABE8}" srcOrd="3" destOrd="0" presId="urn:microsoft.com/office/officeart/2018/2/layout/IconCircleList"/>
    <dgm:cxn modelId="{E4A03428-7929-4AEB-A816-BF397A62CB1D}" type="presParOf" srcId="{FD1C1404-F7F9-45AD-88F5-1E674885689D}" destId="{746E3411-7807-4602-9CB5-5CCE172E3CC5}" srcOrd="4" destOrd="0" presId="urn:microsoft.com/office/officeart/2018/2/layout/IconCircleList"/>
    <dgm:cxn modelId="{49F67AAC-78AC-406D-A0A4-687D21253994}" type="presParOf" srcId="{746E3411-7807-4602-9CB5-5CCE172E3CC5}" destId="{0F1D72CE-0EFE-4A1A-BCEF-F2B67B187097}" srcOrd="0" destOrd="0" presId="urn:microsoft.com/office/officeart/2018/2/layout/IconCircleList"/>
    <dgm:cxn modelId="{6C27F152-9BEA-4AAE-8CFD-AC8A55B9527E}" type="presParOf" srcId="{746E3411-7807-4602-9CB5-5CCE172E3CC5}" destId="{E3C0A32D-F386-45B3-A655-DFFA618DA2A9}" srcOrd="1" destOrd="0" presId="urn:microsoft.com/office/officeart/2018/2/layout/IconCircleList"/>
    <dgm:cxn modelId="{BA6379A9-FC38-4DE7-9848-75F0AAB3B606}" type="presParOf" srcId="{746E3411-7807-4602-9CB5-5CCE172E3CC5}" destId="{7B25732F-9A20-4524-834C-8B6E8CBCA450}" srcOrd="2" destOrd="0" presId="urn:microsoft.com/office/officeart/2018/2/layout/IconCircleList"/>
    <dgm:cxn modelId="{A39A5ABE-3422-45A9-97C7-116DBB627FD9}" type="presParOf" srcId="{746E3411-7807-4602-9CB5-5CCE172E3CC5}" destId="{2E16A59B-50C5-4B82-BB39-FA654372CF39}" srcOrd="3" destOrd="0" presId="urn:microsoft.com/office/officeart/2018/2/layout/IconCircleList"/>
    <dgm:cxn modelId="{F3E86ED3-40CE-4F71-9FB6-7AEA814CFE4B}" type="presParOf" srcId="{FD1C1404-F7F9-45AD-88F5-1E674885689D}" destId="{98449F89-DCBB-43E9-BA2D-37CCD810BF31}" srcOrd="5" destOrd="0" presId="urn:microsoft.com/office/officeart/2018/2/layout/IconCircleList"/>
    <dgm:cxn modelId="{3EA3D7C2-FC2D-483A-8DE8-D7CFF97C9ED0}" type="presParOf" srcId="{FD1C1404-F7F9-45AD-88F5-1E674885689D}" destId="{3A14EA21-8D44-4B6D-AE54-917138E19C81}" srcOrd="6" destOrd="0" presId="urn:microsoft.com/office/officeart/2018/2/layout/IconCircleList"/>
    <dgm:cxn modelId="{979D4D6E-14CC-458A-8AEC-F3F07328A3BE}" type="presParOf" srcId="{3A14EA21-8D44-4B6D-AE54-917138E19C81}" destId="{67BA9B13-A318-4FAA-A597-CBBD9CC62336}" srcOrd="0" destOrd="0" presId="urn:microsoft.com/office/officeart/2018/2/layout/IconCircleList"/>
    <dgm:cxn modelId="{7848FE79-6375-4276-B370-661FDFDBDE0B}" type="presParOf" srcId="{3A14EA21-8D44-4B6D-AE54-917138E19C81}" destId="{5680CBCE-DF38-4FA3-A7AE-71B41691C568}" srcOrd="1" destOrd="0" presId="urn:microsoft.com/office/officeart/2018/2/layout/IconCircleList"/>
    <dgm:cxn modelId="{E674B9D7-E9CA-41D7-AE8A-94FF4D8FAA07}" type="presParOf" srcId="{3A14EA21-8D44-4B6D-AE54-917138E19C81}" destId="{340206F2-39AB-4263-90B7-A4FB588A0240}" srcOrd="2" destOrd="0" presId="urn:microsoft.com/office/officeart/2018/2/layout/IconCircleList"/>
    <dgm:cxn modelId="{23B1E24B-227F-426C-849C-348BCBFB1B6D}" type="presParOf" srcId="{3A14EA21-8D44-4B6D-AE54-917138E19C81}" destId="{FDD449B2-18BF-4D4D-B371-C12B9FE511C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710F868-BD36-4DF3-8D1F-BA9793EEBD2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913F21C-B1CA-414B-9016-FCE7FF0CD3E8}">
      <dgm:prSet/>
      <dgm:spPr/>
      <dgm:t>
        <a:bodyPr/>
        <a:lstStyle/>
        <a:p>
          <a:r>
            <a:rPr lang="es-MX" b="1" i="0"/>
            <a:t>Toma de Decisiones basada en Datos:</a:t>
          </a:r>
          <a:r>
            <a:rPr lang="es-MX" b="0" i="0"/>
            <a:t> </a:t>
          </a:r>
          <a:endParaRPr lang="en-US"/>
        </a:p>
      </dgm:t>
    </dgm:pt>
    <dgm:pt modelId="{9B9D2A4F-B63B-48AC-AB2D-DC0B2A24A8AA}" type="parTrans" cxnId="{122B849D-3BA9-4C37-8130-EC517EF78764}">
      <dgm:prSet/>
      <dgm:spPr/>
      <dgm:t>
        <a:bodyPr/>
        <a:lstStyle/>
        <a:p>
          <a:endParaRPr lang="en-US"/>
        </a:p>
      </dgm:t>
    </dgm:pt>
    <dgm:pt modelId="{DF3ADEC2-7ECE-4A62-BA4B-9B6B034D46A3}" type="sibTrans" cxnId="{122B849D-3BA9-4C37-8130-EC517EF78764}">
      <dgm:prSet/>
      <dgm:spPr/>
      <dgm:t>
        <a:bodyPr/>
        <a:lstStyle/>
        <a:p>
          <a:endParaRPr lang="en-US"/>
        </a:p>
      </dgm:t>
    </dgm:pt>
    <dgm:pt modelId="{2778ACAC-631A-4B45-B1CA-3E00DFBAD256}">
      <dgm:prSet/>
      <dgm:spPr/>
      <dgm:t>
        <a:bodyPr/>
        <a:lstStyle/>
        <a:p>
          <a:r>
            <a:rPr lang="es-MX" b="0" i="0"/>
            <a:t>Elimina suposiciones al ofrecer una visión clara, actual e histórica de la empresa, fundamentando las decisiones en hechos concretos.</a:t>
          </a:r>
          <a:endParaRPr lang="en-US"/>
        </a:p>
      </dgm:t>
    </dgm:pt>
    <dgm:pt modelId="{BF399EFD-D069-48AA-9FC6-8392676A6283}" type="parTrans" cxnId="{597F4982-F862-4E3B-9B2F-23A84242C518}">
      <dgm:prSet/>
      <dgm:spPr/>
      <dgm:t>
        <a:bodyPr/>
        <a:lstStyle/>
        <a:p>
          <a:endParaRPr lang="en-US"/>
        </a:p>
      </dgm:t>
    </dgm:pt>
    <dgm:pt modelId="{82DD0A17-94F5-4D1F-8BE6-1E6EAB6A650E}" type="sibTrans" cxnId="{597F4982-F862-4E3B-9B2F-23A84242C518}">
      <dgm:prSet/>
      <dgm:spPr/>
      <dgm:t>
        <a:bodyPr/>
        <a:lstStyle/>
        <a:p>
          <a:endParaRPr lang="en-US"/>
        </a:p>
      </dgm:t>
    </dgm:pt>
    <dgm:pt modelId="{0AEE858E-A3F1-44C8-BB00-E9359FC9E5CC}">
      <dgm:prSet/>
      <dgm:spPr/>
      <dgm:t>
        <a:bodyPr/>
        <a:lstStyle/>
        <a:p>
          <a:r>
            <a:rPr lang="es-MX" b="1" i="0"/>
            <a:t>Eficiencia Operativa:</a:t>
          </a:r>
          <a:r>
            <a:rPr lang="es-MX" b="0" i="0"/>
            <a:t> </a:t>
          </a:r>
          <a:endParaRPr lang="en-US"/>
        </a:p>
      </dgm:t>
    </dgm:pt>
    <dgm:pt modelId="{4ADC41F8-A945-4909-899B-1BBDB25FD5D6}" type="parTrans" cxnId="{B8132B64-170F-400C-B71D-BCC107D09921}">
      <dgm:prSet/>
      <dgm:spPr/>
      <dgm:t>
        <a:bodyPr/>
        <a:lstStyle/>
        <a:p>
          <a:endParaRPr lang="en-US"/>
        </a:p>
      </dgm:t>
    </dgm:pt>
    <dgm:pt modelId="{B1097DDD-D6F8-4C9D-A660-0BBA5D2F3117}" type="sibTrans" cxnId="{B8132B64-170F-400C-B71D-BCC107D09921}">
      <dgm:prSet/>
      <dgm:spPr/>
      <dgm:t>
        <a:bodyPr/>
        <a:lstStyle/>
        <a:p>
          <a:endParaRPr lang="en-US"/>
        </a:p>
      </dgm:t>
    </dgm:pt>
    <dgm:pt modelId="{7932DC79-882B-4FC4-BEE9-3D1830F78BC3}">
      <dgm:prSet/>
      <dgm:spPr/>
      <dgm:t>
        <a:bodyPr/>
        <a:lstStyle/>
        <a:p>
          <a:r>
            <a:rPr lang="es-MX" b="0" i="0"/>
            <a:t>Identifica áreas de mejora, cuellos de botella y optimiza la cadena de suministro, lo que se traduce en una reducción de costos y mayor productividad.</a:t>
          </a:r>
          <a:endParaRPr lang="en-US"/>
        </a:p>
      </dgm:t>
    </dgm:pt>
    <dgm:pt modelId="{D32D6947-E21B-4606-9625-697FFC49CF28}" type="parTrans" cxnId="{3A79AD54-0B94-4455-BC89-166F3CACE63B}">
      <dgm:prSet/>
      <dgm:spPr/>
      <dgm:t>
        <a:bodyPr/>
        <a:lstStyle/>
        <a:p>
          <a:endParaRPr lang="en-US"/>
        </a:p>
      </dgm:t>
    </dgm:pt>
    <dgm:pt modelId="{9E93EC2C-80A0-4C5A-BD82-0BC701EA3319}" type="sibTrans" cxnId="{3A79AD54-0B94-4455-BC89-166F3CACE63B}">
      <dgm:prSet/>
      <dgm:spPr/>
      <dgm:t>
        <a:bodyPr/>
        <a:lstStyle/>
        <a:p>
          <a:endParaRPr lang="en-US"/>
        </a:p>
      </dgm:t>
    </dgm:pt>
    <dgm:pt modelId="{0F8A680D-EF74-4231-90A6-7C2B91DB2482}">
      <dgm:prSet/>
      <dgm:spPr/>
      <dgm:t>
        <a:bodyPr/>
        <a:lstStyle/>
        <a:p>
          <a:r>
            <a:rPr lang="es-MX" b="1" i="0"/>
            <a:t>Identificación de Oportunidades:</a:t>
          </a:r>
          <a:r>
            <a:rPr lang="es-MX" b="0" i="0"/>
            <a:t> </a:t>
          </a:r>
          <a:endParaRPr lang="en-US"/>
        </a:p>
      </dgm:t>
    </dgm:pt>
    <dgm:pt modelId="{2C7A6C53-1015-400B-A95F-B4609FE671C3}" type="parTrans" cxnId="{0B13F407-9EBF-4020-BEB8-70737944AEC5}">
      <dgm:prSet/>
      <dgm:spPr/>
      <dgm:t>
        <a:bodyPr/>
        <a:lstStyle/>
        <a:p>
          <a:endParaRPr lang="en-US"/>
        </a:p>
      </dgm:t>
    </dgm:pt>
    <dgm:pt modelId="{B0F4F278-6D56-42D0-AB72-E0FB1FD09465}" type="sibTrans" cxnId="{0B13F407-9EBF-4020-BEB8-70737944AEC5}">
      <dgm:prSet/>
      <dgm:spPr/>
      <dgm:t>
        <a:bodyPr/>
        <a:lstStyle/>
        <a:p>
          <a:endParaRPr lang="en-US"/>
        </a:p>
      </dgm:t>
    </dgm:pt>
    <dgm:pt modelId="{DCE53C0F-3C45-461F-A5F3-BD796098830D}">
      <dgm:prSet/>
      <dgm:spPr/>
      <dgm:t>
        <a:bodyPr/>
        <a:lstStyle/>
        <a:p>
          <a:r>
            <a:rPr lang="es-MX" b="0" i="0"/>
            <a:t>Revela nuevas tendencias de mercado, nichos de clientes y nichos de productos antes que la competencia.</a:t>
          </a:r>
          <a:endParaRPr lang="en-US"/>
        </a:p>
      </dgm:t>
    </dgm:pt>
    <dgm:pt modelId="{A28275E5-9BDD-4F7C-939F-896CD6A8B357}" type="parTrans" cxnId="{62BDBC2D-3FAE-4F4A-81D9-A5C17DBBDD4C}">
      <dgm:prSet/>
      <dgm:spPr/>
      <dgm:t>
        <a:bodyPr/>
        <a:lstStyle/>
        <a:p>
          <a:endParaRPr lang="en-US"/>
        </a:p>
      </dgm:t>
    </dgm:pt>
    <dgm:pt modelId="{76354718-0A3C-454B-A536-D4C48C66D356}" type="sibTrans" cxnId="{62BDBC2D-3FAE-4F4A-81D9-A5C17DBBDD4C}">
      <dgm:prSet/>
      <dgm:spPr/>
      <dgm:t>
        <a:bodyPr/>
        <a:lstStyle/>
        <a:p>
          <a:endParaRPr lang="en-US"/>
        </a:p>
      </dgm:t>
    </dgm:pt>
    <dgm:pt modelId="{A6F30AA1-EB7A-4031-B288-1566F8EB46CD}">
      <dgm:prSet/>
      <dgm:spPr/>
      <dgm:t>
        <a:bodyPr/>
        <a:lstStyle/>
        <a:p>
          <a:r>
            <a:rPr lang="es-MX" b="1" i="0"/>
            <a:t>Conocimiento del Cliente:</a:t>
          </a:r>
          <a:r>
            <a:rPr lang="es-MX" b="0" i="0"/>
            <a:t> </a:t>
          </a:r>
          <a:endParaRPr lang="en-US"/>
        </a:p>
      </dgm:t>
    </dgm:pt>
    <dgm:pt modelId="{1121E202-193B-436E-91CC-73CD1A99D21A}" type="parTrans" cxnId="{97612C54-44A3-4728-81DF-50FBF95F281D}">
      <dgm:prSet/>
      <dgm:spPr/>
      <dgm:t>
        <a:bodyPr/>
        <a:lstStyle/>
        <a:p>
          <a:endParaRPr lang="en-US"/>
        </a:p>
      </dgm:t>
    </dgm:pt>
    <dgm:pt modelId="{7827169E-139A-4093-87F3-079F50FD50F9}" type="sibTrans" cxnId="{97612C54-44A3-4728-81DF-50FBF95F281D}">
      <dgm:prSet/>
      <dgm:spPr/>
      <dgm:t>
        <a:bodyPr/>
        <a:lstStyle/>
        <a:p>
          <a:endParaRPr lang="en-US"/>
        </a:p>
      </dgm:t>
    </dgm:pt>
    <dgm:pt modelId="{BD343BCA-5CE3-40B8-AF0B-B49F78A24885}">
      <dgm:prSet/>
      <dgm:spPr/>
      <dgm:t>
        <a:bodyPr/>
        <a:lstStyle/>
        <a:p>
          <a:r>
            <a:rPr lang="es-MX" b="0" i="0"/>
            <a:t>Permite analizar el comportamiento y preferencias del consumidor, aumentando la fidelización y mejorando la segmentación.</a:t>
          </a:r>
          <a:endParaRPr lang="en-US"/>
        </a:p>
      </dgm:t>
    </dgm:pt>
    <dgm:pt modelId="{AE888BF6-75CA-4DEA-B2F3-6A31492347F1}" type="parTrans" cxnId="{1649CB58-EF68-4252-A942-4134A3B2A68E}">
      <dgm:prSet/>
      <dgm:spPr/>
      <dgm:t>
        <a:bodyPr/>
        <a:lstStyle/>
        <a:p>
          <a:endParaRPr lang="en-US"/>
        </a:p>
      </dgm:t>
    </dgm:pt>
    <dgm:pt modelId="{A9D09025-2A84-49FA-B549-3335803E3622}" type="sibTrans" cxnId="{1649CB58-EF68-4252-A942-4134A3B2A68E}">
      <dgm:prSet/>
      <dgm:spPr/>
      <dgm:t>
        <a:bodyPr/>
        <a:lstStyle/>
        <a:p>
          <a:endParaRPr lang="en-US"/>
        </a:p>
      </dgm:t>
    </dgm:pt>
    <dgm:pt modelId="{FE9A91FE-E349-4F24-AEF0-D1350D12A7D3}">
      <dgm:prSet/>
      <dgm:spPr/>
      <dgm:t>
        <a:bodyPr/>
        <a:lstStyle/>
        <a:p>
          <a:r>
            <a:rPr lang="es-MX" b="1" i="0"/>
            <a:t>Monitoreo en Tiempo Real:</a:t>
          </a:r>
          <a:r>
            <a:rPr lang="es-MX" b="0" i="0"/>
            <a:t> </a:t>
          </a:r>
          <a:endParaRPr lang="en-US"/>
        </a:p>
      </dgm:t>
    </dgm:pt>
    <dgm:pt modelId="{9E0F8EEE-AECD-4F77-9AE6-50ADAC8DCA7F}" type="parTrans" cxnId="{61B26D85-F437-4972-90F0-4ABB19BAA24F}">
      <dgm:prSet/>
      <dgm:spPr/>
      <dgm:t>
        <a:bodyPr/>
        <a:lstStyle/>
        <a:p>
          <a:endParaRPr lang="en-US"/>
        </a:p>
      </dgm:t>
    </dgm:pt>
    <dgm:pt modelId="{B6296B49-8323-4B16-A7EA-3C6F6CB8F8B1}" type="sibTrans" cxnId="{61B26D85-F437-4972-90F0-4ABB19BAA24F}">
      <dgm:prSet/>
      <dgm:spPr/>
      <dgm:t>
        <a:bodyPr/>
        <a:lstStyle/>
        <a:p>
          <a:endParaRPr lang="en-US"/>
        </a:p>
      </dgm:t>
    </dgm:pt>
    <dgm:pt modelId="{417AC70D-5FAB-42D1-A5DF-11363E2C262D}">
      <dgm:prSet/>
      <dgm:spPr/>
      <dgm:t>
        <a:bodyPr/>
        <a:lstStyle/>
        <a:p>
          <a:r>
            <a:rPr lang="es-MX" b="0" i="0"/>
            <a:t>Utiliza dashboards interactivos y KPIs clave para identificar problemas o éxitos en el momento en que ocurren.</a:t>
          </a:r>
          <a:endParaRPr lang="en-US"/>
        </a:p>
      </dgm:t>
    </dgm:pt>
    <dgm:pt modelId="{9FD1FD49-2F13-42C3-B19C-227BC434B01A}" type="parTrans" cxnId="{D187F293-F5C1-49F7-8EA2-7ED36511BD6B}">
      <dgm:prSet/>
      <dgm:spPr/>
      <dgm:t>
        <a:bodyPr/>
        <a:lstStyle/>
        <a:p>
          <a:endParaRPr lang="en-US"/>
        </a:p>
      </dgm:t>
    </dgm:pt>
    <dgm:pt modelId="{B03365F6-4777-4F54-9D9E-EC72EF4B02AD}" type="sibTrans" cxnId="{D187F293-F5C1-49F7-8EA2-7ED36511BD6B}">
      <dgm:prSet/>
      <dgm:spPr/>
      <dgm:t>
        <a:bodyPr/>
        <a:lstStyle/>
        <a:p>
          <a:endParaRPr lang="en-US"/>
        </a:p>
      </dgm:t>
    </dgm:pt>
    <dgm:pt modelId="{82A06D93-F4BB-49FE-9D79-C8C3B6591BF2}">
      <dgm:prSet/>
      <dgm:spPr/>
      <dgm:t>
        <a:bodyPr/>
        <a:lstStyle/>
        <a:p>
          <a:r>
            <a:rPr lang="es-MX" b="1" i="0"/>
            <a:t>Ventaja Competitiva:</a:t>
          </a:r>
          <a:r>
            <a:rPr lang="es-MX" b="0" i="0"/>
            <a:t> </a:t>
          </a:r>
          <a:endParaRPr lang="en-US"/>
        </a:p>
      </dgm:t>
    </dgm:pt>
    <dgm:pt modelId="{9C7CBA22-22B1-4E5E-9E14-E33FBBC41FB1}" type="parTrans" cxnId="{45DC1A11-C907-499C-8E7A-FA679030C22A}">
      <dgm:prSet/>
      <dgm:spPr/>
      <dgm:t>
        <a:bodyPr/>
        <a:lstStyle/>
        <a:p>
          <a:endParaRPr lang="en-US"/>
        </a:p>
      </dgm:t>
    </dgm:pt>
    <dgm:pt modelId="{8D629D7F-EE08-4F24-8C4F-2E9F6B4E46C7}" type="sibTrans" cxnId="{45DC1A11-C907-499C-8E7A-FA679030C22A}">
      <dgm:prSet/>
      <dgm:spPr/>
      <dgm:t>
        <a:bodyPr/>
        <a:lstStyle/>
        <a:p>
          <a:endParaRPr lang="en-US"/>
        </a:p>
      </dgm:t>
    </dgm:pt>
    <dgm:pt modelId="{2BBC195E-C544-488A-B0BA-71C9CE2139FA}">
      <dgm:prSet/>
      <dgm:spPr/>
      <dgm:t>
        <a:bodyPr/>
        <a:lstStyle/>
        <a:p>
          <a:r>
            <a:rPr lang="es-MX" b="0" i="0"/>
            <a:t>Proporciona agilidad para adaptarse a entornos cambiantes, facilitando la supervivencia y el crecimiento empresarial</a:t>
          </a:r>
          <a:endParaRPr lang="en-US"/>
        </a:p>
      </dgm:t>
    </dgm:pt>
    <dgm:pt modelId="{14B86AC9-B276-4654-ABC3-D4F791538CF3}" type="parTrans" cxnId="{CE283C35-7F63-4E19-8DB9-E522FE0CB97D}">
      <dgm:prSet/>
      <dgm:spPr/>
      <dgm:t>
        <a:bodyPr/>
        <a:lstStyle/>
        <a:p>
          <a:endParaRPr lang="en-US"/>
        </a:p>
      </dgm:t>
    </dgm:pt>
    <dgm:pt modelId="{C448DEC4-5651-4211-9A97-B3428FA7CE2D}" type="sibTrans" cxnId="{CE283C35-7F63-4E19-8DB9-E522FE0CB97D}">
      <dgm:prSet/>
      <dgm:spPr/>
      <dgm:t>
        <a:bodyPr/>
        <a:lstStyle/>
        <a:p>
          <a:endParaRPr lang="en-US"/>
        </a:p>
      </dgm:t>
    </dgm:pt>
    <dgm:pt modelId="{E2AD57E4-D8CB-4764-8C19-177075EDC80C}" type="pres">
      <dgm:prSet presAssocID="{D710F868-BD36-4DF3-8D1F-BA9793EEBD24}" presName="linear" presStyleCnt="0">
        <dgm:presLayoutVars>
          <dgm:animLvl val="lvl"/>
          <dgm:resizeHandles val="exact"/>
        </dgm:presLayoutVars>
      </dgm:prSet>
      <dgm:spPr/>
    </dgm:pt>
    <dgm:pt modelId="{CB747CC0-30A6-4437-B5FE-60474FE2D3A5}" type="pres">
      <dgm:prSet presAssocID="{B913F21C-B1CA-414B-9016-FCE7FF0CD3E8}" presName="parentText" presStyleLbl="node1" presStyleIdx="0" presStyleCnt="6">
        <dgm:presLayoutVars>
          <dgm:chMax val="0"/>
          <dgm:bulletEnabled val="1"/>
        </dgm:presLayoutVars>
      </dgm:prSet>
      <dgm:spPr/>
    </dgm:pt>
    <dgm:pt modelId="{849F2330-70F3-4FFA-A5D5-55D7E1D86506}" type="pres">
      <dgm:prSet presAssocID="{B913F21C-B1CA-414B-9016-FCE7FF0CD3E8}" presName="childText" presStyleLbl="revTx" presStyleIdx="0" presStyleCnt="6">
        <dgm:presLayoutVars>
          <dgm:bulletEnabled val="1"/>
        </dgm:presLayoutVars>
      </dgm:prSet>
      <dgm:spPr/>
    </dgm:pt>
    <dgm:pt modelId="{3B60299F-DEB7-4665-BDF1-4F68D24F0522}" type="pres">
      <dgm:prSet presAssocID="{0AEE858E-A3F1-44C8-BB00-E9359FC9E5CC}" presName="parentText" presStyleLbl="node1" presStyleIdx="1" presStyleCnt="6">
        <dgm:presLayoutVars>
          <dgm:chMax val="0"/>
          <dgm:bulletEnabled val="1"/>
        </dgm:presLayoutVars>
      </dgm:prSet>
      <dgm:spPr/>
    </dgm:pt>
    <dgm:pt modelId="{6778F04C-F48A-4F9B-B966-88A220A6D545}" type="pres">
      <dgm:prSet presAssocID="{0AEE858E-A3F1-44C8-BB00-E9359FC9E5CC}" presName="childText" presStyleLbl="revTx" presStyleIdx="1" presStyleCnt="6">
        <dgm:presLayoutVars>
          <dgm:bulletEnabled val="1"/>
        </dgm:presLayoutVars>
      </dgm:prSet>
      <dgm:spPr/>
    </dgm:pt>
    <dgm:pt modelId="{344F55B6-C721-40B2-84F2-35A161C60A49}" type="pres">
      <dgm:prSet presAssocID="{0F8A680D-EF74-4231-90A6-7C2B91DB2482}" presName="parentText" presStyleLbl="node1" presStyleIdx="2" presStyleCnt="6">
        <dgm:presLayoutVars>
          <dgm:chMax val="0"/>
          <dgm:bulletEnabled val="1"/>
        </dgm:presLayoutVars>
      </dgm:prSet>
      <dgm:spPr/>
    </dgm:pt>
    <dgm:pt modelId="{5442D857-754C-4ED1-AB17-BEB9BD7F406A}" type="pres">
      <dgm:prSet presAssocID="{0F8A680D-EF74-4231-90A6-7C2B91DB2482}" presName="childText" presStyleLbl="revTx" presStyleIdx="2" presStyleCnt="6">
        <dgm:presLayoutVars>
          <dgm:bulletEnabled val="1"/>
        </dgm:presLayoutVars>
      </dgm:prSet>
      <dgm:spPr/>
    </dgm:pt>
    <dgm:pt modelId="{9856BD42-5BFF-483E-9497-BA6746AB3117}" type="pres">
      <dgm:prSet presAssocID="{A6F30AA1-EB7A-4031-B288-1566F8EB46CD}" presName="parentText" presStyleLbl="node1" presStyleIdx="3" presStyleCnt="6">
        <dgm:presLayoutVars>
          <dgm:chMax val="0"/>
          <dgm:bulletEnabled val="1"/>
        </dgm:presLayoutVars>
      </dgm:prSet>
      <dgm:spPr/>
    </dgm:pt>
    <dgm:pt modelId="{91E8F014-CEC4-4782-933F-FAB5DE50C7BB}" type="pres">
      <dgm:prSet presAssocID="{A6F30AA1-EB7A-4031-B288-1566F8EB46CD}" presName="childText" presStyleLbl="revTx" presStyleIdx="3" presStyleCnt="6">
        <dgm:presLayoutVars>
          <dgm:bulletEnabled val="1"/>
        </dgm:presLayoutVars>
      </dgm:prSet>
      <dgm:spPr/>
    </dgm:pt>
    <dgm:pt modelId="{9B94F519-74E5-46F0-BD54-5BFF07691898}" type="pres">
      <dgm:prSet presAssocID="{FE9A91FE-E349-4F24-AEF0-D1350D12A7D3}" presName="parentText" presStyleLbl="node1" presStyleIdx="4" presStyleCnt="6">
        <dgm:presLayoutVars>
          <dgm:chMax val="0"/>
          <dgm:bulletEnabled val="1"/>
        </dgm:presLayoutVars>
      </dgm:prSet>
      <dgm:spPr/>
    </dgm:pt>
    <dgm:pt modelId="{BB743F88-A2F9-41C1-9D08-2A5B3DC35C11}" type="pres">
      <dgm:prSet presAssocID="{FE9A91FE-E349-4F24-AEF0-D1350D12A7D3}" presName="childText" presStyleLbl="revTx" presStyleIdx="4" presStyleCnt="6">
        <dgm:presLayoutVars>
          <dgm:bulletEnabled val="1"/>
        </dgm:presLayoutVars>
      </dgm:prSet>
      <dgm:spPr/>
    </dgm:pt>
    <dgm:pt modelId="{59F47761-64D8-413D-859A-0FA0B5ED6FE0}" type="pres">
      <dgm:prSet presAssocID="{82A06D93-F4BB-49FE-9D79-C8C3B6591BF2}" presName="parentText" presStyleLbl="node1" presStyleIdx="5" presStyleCnt="6">
        <dgm:presLayoutVars>
          <dgm:chMax val="0"/>
          <dgm:bulletEnabled val="1"/>
        </dgm:presLayoutVars>
      </dgm:prSet>
      <dgm:spPr/>
    </dgm:pt>
    <dgm:pt modelId="{99C080BB-4CDB-49B8-AD77-BD11546FD270}" type="pres">
      <dgm:prSet presAssocID="{82A06D93-F4BB-49FE-9D79-C8C3B6591BF2}" presName="childText" presStyleLbl="revTx" presStyleIdx="5" presStyleCnt="6">
        <dgm:presLayoutVars>
          <dgm:bulletEnabled val="1"/>
        </dgm:presLayoutVars>
      </dgm:prSet>
      <dgm:spPr/>
    </dgm:pt>
  </dgm:ptLst>
  <dgm:cxnLst>
    <dgm:cxn modelId="{0B13F407-9EBF-4020-BEB8-70737944AEC5}" srcId="{D710F868-BD36-4DF3-8D1F-BA9793EEBD24}" destId="{0F8A680D-EF74-4231-90A6-7C2B91DB2482}" srcOrd="2" destOrd="0" parTransId="{2C7A6C53-1015-400B-A95F-B4609FE671C3}" sibTransId="{B0F4F278-6D56-42D0-AB72-E0FB1FD09465}"/>
    <dgm:cxn modelId="{77F83510-5B5C-4EA5-A7E1-070B32939013}" type="presOf" srcId="{2778ACAC-631A-4B45-B1CA-3E00DFBAD256}" destId="{849F2330-70F3-4FFA-A5D5-55D7E1D86506}" srcOrd="0" destOrd="0" presId="urn:microsoft.com/office/officeart/2005/8/layout/vList2"/>
    <dgm:cxn modelId="{45DC1A11-C907-499C-8E7A-FA679030C22A}" srcId="{D710F868-BD36-4DF3-8D1F-BA9793EEBD24}" destId="{82A06D93-F4BB-49FE-9D79-C8C3B6591BF2}" srcOrd="5" destOrd="0" parTransId="{9C7CBA22-22B1-4E5E-9E14-E33FBBC41FB1}" sibTransId="{8D629D7F-EE08-4F24-8C4F-2E9F6B4E46C7}"/>
    <dgm:cxn modelId="{20170B14-4ECE-43FD-AD7D-72FD0FB6EFAF}" type="presOf" srcId="{FE9A91FE-E349-4F24-AEF0-D1350D12A7D3}" destId="{9B94F519-74E5-46F0-BD54-5BFF07691898}" srcOrd="0" destOrd="0" presId="urn:microsoft.com/office/officeart/2005/8/layout/vList2"/>
    <dgm:cxn modelId="{62BDBC2D-3FAE-4F4A-81D9-A5C17DBBDD4C}" srcId="{0F8A680D-EF74-4231-90A6-7C2B91DB2482}" destId="{DCE53C0F-3C45-461F-A5F3-BD796098830D}" srcOrd="0" destOrd="0" parTransId="{A28275E5-9BDD-4F7C-939F-896CD6A8B357}" sibTransId="{76354718-0A3C-454B-A536-D4C48C66D356}"/>
    <dgm:cxn modelId="{CE283C35-7F63-4E19-8DB9-E522FE0CB97D}" srcId="{82A06D93-F4BB-49FE-9D79-C8C3B6591BF2}" destId="{2BBC195E-C544-488A-B0BA-71C9CE2139FA}" srcOrd="0" destOrd="0" parTransId="{14B86AC9-B276-4654-ABC3-D4F791538CF3}" sibTransId="{C448DEC4-5651-4211-9A97-B3428FA7CE2D}"/>
    <dgm:cxn modelId="{5D6B145C-8F3B-40EC-B678-39758D334419}" type="presOf" srcId="{0F8A680D-EF74-4231-90A6-7C2B91DB2482}" destId="{344F55B6-C721-40B2-84F2-35A161C60A49}" srcOrd="0" destOrd="0" presId="urn:microsoft.com/office/officeart/2005/8/layout/vList2"/>
    <dgm:cxn modelId="{B8132B64-170F-400C-B71D-BCC107D09921}" srcId="{D710F868-BD36-4DF3-8D1F-BA9793EEBD24}" destId="{0AEE858E-A3F1-44C8-BB00-E9359FC9E5CC}" srcOrd="1" destOrd="0" parTransId="{4ADC41F8-A945-4909-899B-1BBDB25FD5D6}" sibTransId="{B1097DDD-D6F8-4C9D-A660-0BBA5D2F3117}"/>
    <dgm:cxn modelId="{138B5D72-C852-49A2-849D-300DE343862D}" type="presOf" srcId="{D710F868-BD36-4DF3-8D1F-BA9793EEBD24}" destId="{E2AD57E4-D8CB-4764-8C19-177075EDC80C}" srcOrd="0" destOrd="0" presId="urn:microsoft.com/office/officeart/2005/8/layout/vList2"/>
    <dgm:cxn modelId="{97612C54-44A3-4728-81DF-50FBF95F281D}" srcId="{D710F868-BD36-4DF3-8D1F-BA9793EEBD24}" destId="{A6F30AA1-EB7A-4031-B288-1566F8EB46CD}" srcOrd="3" destOrd="0" parTransId="{1121E202-193B-436E-91CC-73CD1A99D21A}" sibTransId="{7827169E-139A-4093-87F3-079F50FD50F9}"/>
    <dgm:cxn modelId="{3A79AD54-0B94-4455-BC89-166F3CACE63B}" srcId="{0AEE858E-A3F1-44C8-BB00-E9359FC9E5CC}" destId="{7932DC79-882B-4FC4-BEE9-3D1830F78BC3}" srcOrd="0" destOrd="0" parTransId="{D32D6947-E21B-4606-9625-697FFC49CF28}" sibTransId="{9E93EC2C-80A0-4C5A-BD82-0BC701EA3319}"/>
    <dgm:cxn modelId="{DCD77255-30A7-40D2-A5FD-4FE09C75E65C}" type="presOf" srcId="{A6F30AA1-EB7A-4031-B288-1566F8EB46CD}" destId="{9856BD42-5BFF-483E-9497-BA6746AB3117}" srcOrd="0" destOrd="0" presId="urn:microsoft.com/office/officeart/2005/8/layout/vList2"/>
    <dgm:cxn modelId="{1649CB58-EF68-4252-A942-4134A3B2A68E}" srcId="{A6F30AA1-EB7A-4031-B288-1566F8EB46CD}" destId="{BD343BCA-5CE3-40B8-AF0B-B49F78A24885}" srcOrd="0" destOrd="0" parTransId="{AE888BF6-75CA-4DEA-B2F3-6A31492347F1}" sibTransId="{A9D09025-2A84-49FA-B549-3335803E3622}"/>
    <dgm:cxn modelId="{B3371982-B90D-4C65-AD60-94C2819C2AD4}" type="presOf" srcId="{B913F21C-B1CA-414B-9016-FCE7FF0CD3E8}" destId="{CB747CC0-30A6-4437-B5FE-60474FE2D3A5}" srcOrd="0" destOrd="0" presId="urn:microsoft.com/office/officeart/2005/8/layout/vList2"/>
    <dgm:cxn modelId="{597F4982-F862-4E3B-9B2F-23A84242C518}" srcId="{B913F21C-B1CA-414B-9016-FCE7FF0CD3E8}" destId="{2778ACAC-631A-4B45-B1CA-3E00DFBAD256}" srcOrd="0" destOrd="0" parTransId="{BF399EFD-D069-48AA-9FC6-8392676A6283}" sibTransId="{82DD0A17-94F5-4D1F-8BE6-1E6EAB6A650E}"/>
    <dgm:cxn modelId="{61B26D85-F437-4972-90F0-4ABB19BAA24F}" srcId="{D710F868-BD36-4DF3-8D1F-BA9793EEBD24}" destId="{FE9A91FE-E349-4F24-AEF0-D1350D12A7D3}" srcOrd="4" destOrd="0" parTransId="{9E0F8EEE-AECD-4F77-9AE6-50ADAC8DCA7F}" sibTransId="{B6296B49-8323-4B16-A7EA-3C6F6CB8F8B1}"/>
    <dgm:cxn modelId="{5419FE88-FD66-4798-84A4-722BA5142318}" type="presOf" srcId="{BD343BCA-5CE3-40B8-AF0B-B49F78A24885}" destId="{91E8F014-CEC4-4782-933F-FAB5DE50C7BB}" srcOrd="0" destOrd="0" presId="urn:microsoft.com/office/officeart/2005/8/layout/vList2"/>
    <dgm:cxn modelId="{4EB2EA93-1780-4B8E-89F8-1299D356B23B}" type="presOf" srcId="{2BBC195E-C544-488A-B0BA-71C9CE2139FA}" destId="{99C080BB-4CDB-49B8-AD77-BD11546FD270}" srcOrd="0" destOrd="0" presId="urn:microsoft.com/office/officeart/2005/8/layout/vList2"/>
    <dgm:cxn modelId="{D187F293-F5C1-49F7-8EA2-7ED36511BD6B}" srcId="{FE9A91FE-E349-4F24-AEF0-D1350D12A7D3}" destId="{417AC70D-5FAB-42D1-A5DF-11363E2C262D}" srcOrd="0" destOrd="0" parTransId="{9FD1FD49-2F13-42C3-B19C-227BC434B01A}" sibTransId="{B03365F6-4777-4F54-9D9E-EC72EF4B02AD}"/>
    <dgm:cxn modelId="{122B849D-3BA9-4C37-8130-EC517EF78764}" srcId="{D710F868-BD36-4DF3-8D1F-BA9793EEBD24}" destId="{B913F21C-B1CA-414B-9016-FCE7FF0CD3E8}" srcOrd="0" destOrd="0" parTransId="{9B9D2A4F-B63B-48AC-AB2D-DC0B2A24A8AA}" sibTransId="{DF3ADEC2-7ECE-4A62-BA4B-9B6B034D46A3}"/>
    <dgm:cxn modelId="{51CE839F-3896-4808-AE44-548C6A1F3340}" type="presOf" srcId="{82A06D93-F4BB-49FE-9D79-C8C3B6591BF2}" destId="{59F47761-64D8-413D-859A-0FA0B5ED6FE0}" srcOrd="0" destOrd="0" presId="urn:microsoft.com/office/officeart/2005/8/layout/vList2"/>
    <dgm:cxn modelId="{79577FBD-C3F9-4FEE-9659-DB2AF9427838}" type="presOf" srcId="{417AC70D-5FAB-42D1-A5DF-11363E2C262D}" destId="{BB743F88-A2F9-41C1-9D08-2A5B3DC35C11}" srcOrd="0" destOrd="0" presId="urn:microsoft.com/office/officeart/2005/8/layout/vList2"/>
    <dgm:cxn modelId="{7DEA43DB-7F43-4F97-AF02-E1532D5DE5DF}" type="presOf" srcId="{0AEE858E-A3F1-44C8-BB00-E9359FC9E5CC}" destId="{3B60299F-DEB7-4665-BDF1-4F68D24F0522}" srcOrd="0" destOrd="0" presId="urn:microsoft.com/office/officeart/2005/8/layout/vList2"/>
    <dgm:cxn modelId="{47548CF3-5124-47F2-8992-661392675EED}" type="presOf" srcId="{7932DC79-882B-4FC4-BEE9-3D1830F78BC3}" destId="{6778F04C-F48A-4F9B-B966-88A220A6D545}" srcOrd="0" destOrd="0" presId="urn:microsoft.com/office/officeart/2005/8/layout/vList2"/>
    <dgm:cxn modelId="{FCC6BDFC-BDEE-407C-97C7-E02E2AB12B6E}" type="presOf" srcId="{DCE53C0F-3C45-461F-A5F3-BD796098830D}" destId="{5442D857-754C-4ED1-AB17-BEB9BD7F406A}" srcOrd="0" destOrd="0" presId="urn:microsoft.com/office/officeart/2005/8/layout/vList2"/>
    <dgm:cxn modelId="{0A469AA6-A1CE-4978-A1A2-48AF12E6151F}" type="presParOf" srcId="{E2AD57E4-D8CB-4764-8C19-177075EDC80C}" destId="{CB747CC0-30A6-4437-B5FE-60474FE2D3A5}" srcOrd="0" destOrd="0" presId="urn:microsoft.com/office/officeart/2005/8/layout/vList2"/>
    <dgm:cxn modelId="{53965731-4F4E-4A05-8DAE-16422C284189}" type="presParOf" srcId="{E2AD57E4-D8CB-4764-8C19-177075EDC80C}" destId="{849F2330-70F3-4FFA-A5D5-55D7E1D86506}" srcOrd="1" destOrd="0" presId="urn:microsoft.com/office/officeart/2005/8/layout/vList2"/>
    <dgm:cxn modelId="{40D66956-856A-4900-B655-B47A33CA15D9}" type="presParOf" srcId="{E2AD57E4-D8CB-4764-8C19-177075EDC80C}" destId="{3B60299F-DEB7-4665-BDF1-4F68D24F0522}" srcOrd="2" destOrd="0" presId="urn:microsoft.com/office/officeart/2005/8/layout/vList2"/>
    <dgm:cxn modelId="{16375C9F-5D49-4166-A31A-BC14FC27D276}" type="presParOf" srcId="{E2AD57E4-D8CB-4764-8C19-177075EDC80C}" destId="{6778F04C-F48A-4F9B-B966-88A220A6D545}" srcOrd="3" destOrd="0" presId="urn:microsoft.com/office/officeart/2005/8/layout/vList2"/>
    <dgm:cxn modelId="{C45AC772-421B-4CCD-9284-7EDB6ADD8D9B}" type="presParOf" srcId="{E2AD57E4-D8CB-4764-8C19-177075EDC80C}" destId="{344F55B6-C721-40B2-84F2-35A161C60A49}" srcOrd="4" destOrd="0" presId="urn:microsoft.com/office/officeart/2005/8/layout/vList2"/>
    <dgm:cxn modelId="{4A286497-1686-456A-80C8-C6A661D5B2B3}" type="presParOf" srcId="{E2AD57E4-D8CB-4764-8C19-177075EDC80C}" destId="{5442D857-754C-4ED1-AB17-BEB9BD7F406A}" srcOrd="5" destOrd="0" presId="urn:microsoft.com/office/officeart/2005/8/layout/vList2"/>
    <dgm:cxn modelId="{D717A970-40B9-4943-83AF-86E79BB60147}" type="presParOf" srcId="{E2AD57E4-D8CB-4764-8C19-177075EDC80C}" destId="{9856BD42-5BFF-483E-9497-BA6746AB3117}" srcOrd="6" destOrd="0" presId="urn:microsoft.com/office/officeart/2005/8/layout/vList2"/>
    <dgm:cxn modelId="{89331893-6ACD-4A9E-AD03-72B82DFC6310}" type="presParOf" srcId="{E2AD57E4-D8CB-4764-8C19-177075EDC80C}" destId="{91E8F014-CEC4-4782-933F-FAB5DE50C7BB}" srcOrd="7" destOrd="0" presId="urn:microsoft.com/office/officeart/2005/8/layout/vList2"/>
    <dgm:cxn modelId="{402693C3-0FBA-4F6D-908F-150D460903D3}" type="presParOf" srcId="{E2AD57E4-D8CB-4764-8C19-177075EDC80C}" destId="{9B94F519-74E5-46F0-BD54-5BFF07691898}" srcOrd="8" destOrd="0" presId="urn:microsoft.com/office/officeart/2005/8/layout/vList2"/>
    <dgm:cxn modelId="{EF6F74C0-E2CA-4300-9957-AB805FA81E90}" type="presParOf" srcId="{E2AD57E4-D8CB-4764-8C19-177075EDC80C}" destId="{BB743F88-A2F9-41C1-9D08-2A5B3DC35C11}" srcOrd="9" destOrd="0" presId="urn:microsoft.com/office/officeart/2005/8/layout/vList2"/>
    <dgm:cxn modelId="{E73768BC-95A0-41ED-B913-E5747362F3EA}" type="presParOf" srcId="{E2AD57E4-D8CB-4764-8C19-177075EDC80C}" destId="{59F47761-64D8-413D-859A-0FA0B5ED6FE0}" srcOrd="10" destOrd="0" presId="urn:microsoft.com/office/officeart/2005/8/layout/vList2"/>
    <dgm:cxn modelId="{14896DF6-6296-4BA5-BCD6-1CB53C42528E}" type="presParOf" srcId="{E2AD57E4-D8CB-4764-8C19-177075EDC80C}" destId="{99C080BB-4CDB-49B8-AD77-BD11546FD270}" srcOrd="1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0486A16-8840-4789-8F47-FCB309DA9E2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7C4E324-7B6F-43BF-A003-AB8233060D2A}">
      <dgm:prSet/>
      <dgm:spPr/>
      <dgm:t>
        <a:bodyPr/>
        <a:lstStyle/>
        <a:p>
          <a:r>
            <a:rPr lang="es-MX" b="1" i="0"/>
            <a:t>Integración y Centralización de Datos:</a:t>
          </a:r>
          <a:r>
            <a:rPr lang="es-MX" b="0" i="0"/>
            <a:t> Recopila información de diversas fuentes (bases de datos, ERP, CRM, redes sociales) en un único lugar, generalmente un </a:t>
          </a:r>
          <a:r>
            <a:rPr lang="es-MX" b="0" i="1"/>
            <a:t>data warehouse</a:t>
          </a:r>
          <a:r>
            <a:rPr lang="es-MX" b="0" i="0"/>
            <a:t>.</a:t>
          </a:r>
          <a:endParaRPr lang="en-US"/>
        </a:p>
      </dgm:t>
    </dgm:pt>
    <dgm:pt modelId="{C831AE99-A36F-4AED-90C7-86FC28E1CE00}" type="parTrans" cxnId="{0B302874-65A0-41A4-BD1B-702D8DF46DEC}">
      <dgm:prSet/>
      <dgm:spPr/>
      <dgm:t>
        <a:bodyPr/>
        <a:lstStyle/>
        <a:p>
          <a:endParaRPr lang="en-US"/>
        </a:p>
      </dgm:t>
    </dgm:pt>
    <dgm:pt modelId="{BA66CF4C-CD87-4A06-9073-247DB2EA07BE}" type="sibTrans" cxnId="{0B302874-65A0-41A4-BD1B-702D8DF46DEC}">
      <dgm:prSet/>
      <dgm:spPr/>
      <dgm:t>
        <a:bodyPr/>
        <a:lstStyle/>
        <a:p>
          <a:endParaRPr lang="en-US"/>
        </a:p>
      </dgm:t>
    </dgm:pt>
    <dgm:pt modelId="{7E5518A5-ED9F-4408-A131-B1B06446C37B}">
      <dgm:prSet/>
      <dgm:spPr/>
      <dgm:t>
        <a:bodyPr/>
        <a:lstStyle/>
        <a:p>
          <a:r>
            <a:rPr lang="es-MX" b="1" i="0"/>
            <a:t>Análisis Interactivo y Visual:</a:t>
          </a:r>
          <a:r>
            <a:rPr lang="es-MX" b="0" i="0"/>
            <a:t> Utiliza herramientas para explorar datos mediante gráficos y paneles interactivos (</a:t>
          </a:r>
          <a:r>
            <a:rPr lang="es-MX" b="0" i="1"/>
            <a:t>dashboards</a:t>
          </a:r>
          <a:r>
            <a:rPr lang="es-MX" b="0" i="0"/>
            <a:t>), facilitando la comprensión de tendencias y patrones.</a:t>
          </a:r>
          <a:endParaRPr lang="en-US"/>
        </a:p>
      </dgm:t>
    </dgm:pt>
    <dgm:pt modelId="{4857F9EE-E239-4814-9499-F7049099A7A6}" type="parTrans" cxnId="{F6CB95F2-BB2C-4562-81DE-E398D966B549}">
      <dgm:prSet/>
      <dgm:spPr/>
      <dgm:t>
        <a:bodyPr/>
        <a:lstStyle/>
        <a:p>
          <a:endParaRPr lang="en-US"/>
        </a:p>
      </dgm:t>
    </dgm:pt>
    <dgm:pt modelId="{00559D88-B084-4D94-9E8D-91D64BC90DAE}" type="sibTrans" cxnId="{F6CB95F2-BB2C-4562-81DE-E398D966B549}">
      <dgm:prSet/>
      <dgm:spPr/>
      <dgm:t>
        <a:bodyPr/>
        <a:lstStyle/>
        <a:p>
          <a:endParaRPr lang="en-US"/>
        </a:p>
      </dgm:t>
    </dgm:pt>
    <dgm:pt modelId="{A6124A91-1DA5-4853-9B82-CEFC9D06C569}">
      <dgm:prSet/>
      <dgm:spPr/>
      <dgm:t>
        <a:bodyPr/>
        <a:lstStyle/>
        <a:p>
          <a:r>
            <a:rPr lang="es-MX" b="1" i="0"/>
            <a:t>Informes Automatizados:</a:t>
          </a:r>
          <a:r>
            <a:rPr lang="es-MX" b="0" i="0"/>
            <a:t> Permite generar reportes personalizados de forma automática para monitorear indicadores clave de desempeño (KPIs).</a:t>
          </a:r>
          <a:endParaRPr lang="en-US"/>
        </a:p>
      </dgm:t>
    </dgm:pt>
    <dgm:pt modelId="{106D91F9-2BB9-4E50-A319-26455C56A8F4}" type="parTrans" cxnId="{B71E58BE-DF11-4651-863E-B513A9FC8467}">
      <dgm:prSet/>
      <dgm:spPr/>
      <dgm:t>
        <a:bodyPr/>
        <a:lstStyle/>
        <a:p>
          <a:endParaRPr lang="en-US"/>
        </a:p>
      </dgm:t>
    </dgm:pt>
    <dgm:pt modelId="{D7DF6158-86A5-45AE-AC3F-70D4C0D3ED5F}" type="sibTrans" cxnId="{B71E58BE-DF11-4651-863E-B513A9FC8467}">
      <dgm:prSet/>
      <dgm:spPr/>
      <dgm:t>
        <a:bodyPr/>
        <a:lstStyle/>
        <a:p>
          <a:endParaRPr lang="en-US"/>
        </a:p>
      </dgm:t>
    </dgm:pt>
    <dgm:pt modelId="{5500F605-D25E-4690-B010-094E896E51B8}">
      <dgm:prSet/>
      <dgm:spPr/>
      <dgm:t>
        <a:bodyPr/>
        <a:lstStyle/>
        <a:p>
          <a:r>
            <a:rPr lang="es-MX" b="1" i="0"/>
            <a:t>Autoservicio (Self-Service BI):</a:t>
          </a:r>
          <a:r>
            <a:rPr lang="es-MX" b="0" i="0"/>
            <a:t> Capacita a usuarios de negocio, sin necesidad de conocimientos técnicos profundos, para consultar datos y crear informes por sí mismos.</a:t>
          </a:r>
          <a:endParaRPr lang="en-US"/>
        </a:p>
      </dgm:t>
    </dgm:pt>
    <dgm:pt modelId="{D719B39D-2F96-4ED7-BC8B-A97F99CE536F}" type="parTrans" cxnId="{293F7DDD-34DD-40D8-A4A7-02DCA7C5226B}">
      <dgm:prSet/>
      <dgm:spPr/>
      <dgm:t>
        <a:bodyPr/>
        <a:lstStyle/>
        <a:p>
          <a:endParaRPr lang="en-US"/>
        </a:p>
      </dgm:t>
    </dgm:pt>
    <dgm:pt modelId="{C4B40DD9-B107-497A-9A11-83D0E8A92779}" type="sibTrans" cxnId="{293F7DDD-34DD-40D8-A4A7-02DCA7C5226B}">
      <dgm:prSet/>
      <dgm:spPr/>
      <dgm:t>
        <a:bodyPr/>
        <a:lstStyle/>
        <a:p>
          <a:endParaRPr lang="en-US"/>
        </a:p>
      </dgm:t>
    </dgm:pt>
    <dgm:pt modelId="{AA09BC93-0452-42D6-B6E0-4E3494D41217}" type="pres">
      <dgm:prSet presAssocID="{D0486A16-8840-4789-8F47-FCB309DA9E2D}" presName="root" presStyleCnt="0">
        <dgm:presLayoutVars>
          <dgm:dir/>
          <dgm:resizeHandles val="exact"/>
        </dgm:presLayoutVars>
      </dgm:prSet>
      <dgm:spPr/>
    </dgm:pt>
    <dgm:pt modelId="{F20A43DD-F0B4-42EB-85A6-EBB39543AF2D}" type="pres">
      <dgm:prSet presAssocID="{E7C4E324-7B6F-43BF-A003-AB8233060D2A}" presName="compNode" presStyleCnt="0"/>
      <dgm:spPr/>
    </dgm:pt>
    <dgm:pt modelId="{C6684DEB-41F8-4FFA-9C20-85F6C640E296}" type="pres">
      <dgm:prSet presAssocID="{E7C4E324-7B6F-43BF-A003-AB8233060D2A}" presName="bgRect" presStyleLbl="bgShp" presStyleIdx="0" presStyleCnt="4"/>
      <dgm:spPr/>
    </dgm:pt>
    <dgm:pt modelId="{71DF8250-F66B-4C7C-8862-F30AFA55305D}" type="pres">
      <dgm:prSet presAssocID="{E7C4E324-7B6F-43BF-A003-AB8233060D2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idge scene"/>
        </a:ext>
      </dgm:extLst>
    </dgm:pt>
    <dgm:pt modelId="{93409F65-01D9-4E55-9FE3-B1F31B5A7230}" type="pres">
      <dgm:prSet presAssocID="{E7C4E324-7B6F-43BF-A003-AB8233060D2A}" presName="spaceRect" presStyleCnt="0"/>
      <dgm:spPr/>
    </dgm:pt>
    <dgm:pt modelId="{4B99951B-0F19-464D-AF3D-0730CD5D2879}" type="pres">
      <dgm:prSet presAssocID="{E7C4E324-7B6F-43BF-A003-AB8233060D2A}" presName="parTx" presStyleLbl="revTx" presStyleIdx="0" presStyleCnt="4">
        <dgm:presLayoutVars>
          <dgm:chMax val="0"/>
          <dgm:chPref val="0"/>
        </dgm:presLayoutVars>
      </dgm:prSet>
      <dgm:spPr/>
    </dgm:pt>
    <dgm:pt modelId="{640CD8FD-6D39-40C8-9131-A650D20C58AE}" type="pres">
      <dgm:prSet presAssocID="{BA66CF4C-CD87-4A06-9073-247DB2EA07BE}" presName="sibTrans" presStyleCnt="0"/>
      <dgm:spPr/>
    </dgm:pt>
    <dgm:pt modelId="{97ADB0F7-04F4-44B6-A248-9CC3BCFE7BC3}" type="pres">
      <dgm:prSet presAssocID="{7E5518A5-ED9F-4408-A131-B1B06446C37B}" presName="compNode" presStyleCnt="0"/>
      <dgm:spPr/>
    </dgm:pt>
    <dgm:pt modelId="{C6CD7E88-C215-46FE-97B6-640846F17852}" type="pres">
      <dgm:prSet presAssocID="{7E5518A5-ED9F-4408-A131-B1B06446C37B}" presName="bgRect" presStyleLbl="bgShp" presStyleIdx="1" presStyleCnt="4"/>
      <dgm:spPr/>
    </dgm:pt>
    <dgm:pt modelId="{CCC5F5AC-BB60-4024-B29A-A1F90ECDB074}" type="pres">
      <dgm:prSet presAssocID="{7E5518A5-ED9F-4408-A131-B1B06446C37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stadísticas"/>
        </a:ext>
      </dgm:extLst>
    </dgm:pt>
    <dgm:pt modelId="{6C1E0935-B54C-4DF0-80B8-F53DAD3E8622}" type="pres">
      <dgm:prSet presAssocID="{7E5518A5-ED9F-4408-A131-B1B06446C37B}" presName="spaceRect" presStyleCnt="0"/>
      <dgm:spPr/>
    </dgm:pt>
    <dgm:pt modelId="{4A68B5BC-73B4-46F8-A70C-62EE29475B87}" type="pres">
      <dgm:prSet presAssocID="{7E5518A5-ED9F-4408-A131-B1B06446C37B}" presName="parTx" presStyleLbl="revTx" presStyleIdx="1" presStyleCnt="4">
        <dgm:presLayoutVars>
          <dgm:chMax val="0"/>
          <dgm:chPref val="0"/>
        </dgm:presLayoutVars>
      </dgm:prSet>
      <dgm:spPr/>
    </dgm:pt>
    <dgm:pt modelId="{9A8E2FE6-EF8A-4DC3-9964-B0B1BAE15CD6}" type="pres">
      <dgm:prSet presAssocID="{00559D88-B084-4D94-9E8D-91D64BC90DAE}" presName="sibTrans" presStyleCnt="0"/>
      <dgm:spPr/>
    </dgm:pt>
    <dgm:pt modelId="{DB8BEAE1-73B2-4E4B-BB0C-25B06649E9E4}" type="pres">
      <dgm:prSet presAssocID="{A6124A91-1DA5-4853-9B82-CEFC9D06C569}" presName="compNode" presStyleCnt="0"/>
      <dgm:spPr/>
    </dgm:pt>
    <dgm:pt modelId="{5B1B0161-8EDA-458E-8EDF-8A20C739A0C8}" type="pres">
      <dgm:prSet presAssocID="{A6124A91-1DA5-4853-9B82-CEFC9D06C569}" presName="bgRect" presStyleLbl="bgShp" presStyleIdx="2" presStyleCnt="4"/>
      <dgm:spPr/>
    </dgm:pt>
    <dgm:pt modelId="{B92F829C-A9AB-4014-A6ED-E2A4C2F11CD4}" type="pres">
      <dgm:prSet presAssocID="{A6124A91-1DA5-4853-9B82-CEFC9D06C56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5E465E39-01C0-4950-A55F-CA070859054A}" type="pres">
      <dgm:prSet presAssocID="{A6124A91-1DA5-4853-9B82-CEFC9D06C569}" presName="spaceRect" presStyleCnt="0"/>
      <dgm:spPr/>
    </dgm:pt>
    <dgm:pt modelId="{54E8E2F3-6EE4-4E8C-AEAD-C7F9270E6A1C}" type="pres">
      <dgm:prSet presAssocID="{A6124A91-1DA5-4853-9B82-CEFC9D06C569}" presName="parTx" presStyleLbl="revTx" presStyleIdx="2" presStyleCnt="4">
        <dgm:presLayoutVars>
          <dgm:chMax val="0"/>
          <dgm:chPref val="0"/>
        </dgm:presLayoutVars>
      </dgm:prSet>
      <dgm:spPr/>
    </dgm:pt>
    <dgm:pt modelId="{A7519A09-8983-426A-BAF6-696FA21F2919}" type="pres">
      <dgm:prSet presAssocID="{D7DF6158-86A5-45AE-AC3F-70D4C0D3ED5F}" presName="sibTrans" presStyleCnt="0"/>
      <dgm:spPr/>
    </dgm:pt>
    <dgm:pt modelId="{B5485ECC-40B9-452D-A06D-D2E78EE69647}" type="pres">
      <dgm:prSet presAssocID="{5500F605-D25E-4690-B010-094E896E51B8}" presName="compNode" presStyleCnt="0"/>
      <dgm:spPr/>
    </dgm:pt>
    <dgm:pt modelId="{404597B9-88D3-4F47-A036-42667A73CD56}" type="pres">
      <dgm:prSet presAssocID="{5500F605-D25E-4690-B010-094E896E51B8}" presName="bgRect" presStyleLbl="bgShp" presStyleIdx="3" presStyleCnt="4"/>
      <dgm:spPr/>
    </dgm:pt>
    <dgm:pt modelId="{776B8349-B500-4E74-BC5B-7EEF0BCD75AA}" type="pres">
      <dgm:prSet presAssocID="{5500F605-D25E-4690-B010-094E896E51B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ayer Candle"/>
        </a:ext>
      </dgm:extLst>
    </dgm:pt>
    <dgm:pt modelId="{39E9480D-E202-4ADF-99F4-4128FACEECA7}" type="pres">
      <dgm:prSet presAssocID="{5500F605-D25E-4690-B010-094E896E51B8}" presName="spaceRect" presStyleCnt="0"/>
      <dgm:spPr/>
    </dgm:pt>
    <dgm:pt modelId="{E44FA3C3-C890-4972-89A3-953DA61C1C09}" type="pres">
      <dgm:prSet presAssocID="{5500F605-D25E-4690-B010-094E896E51B8}" presName="parTx" presStyleLbl="revTx" presStyleIdx="3" presStyleCnt="4">
        <dgm:presLayoutVars>
          <dgm:chMax val="0"/>
          <dgm:chPref val="0"/>
        </dgm:presLayoutVars>
      </dgm:prSet>
      <dgm:spPr/>
    </dgm:pt>
  </dgm:ptLst>
  <dgm:cxnLst>
    <dgm:cxn modelId="{C9F8083A-F47C-4ADE-86B8-BCB7AB15BD7C}" type="presOf" srcId="{5500F605-D25E-4690-B010-094E896E51B8}" destId="{E44FA3C3-C890-4972-89A3-953DA61C1C09}" srcOrd="0" destOrd="0" presId="urn:microsoft.com/office/officeart/2018/2/layout/IconVerticalSolidList"/>
    <dgm:cxn modelId="{2EBA403A-7BBA-4770-84E8-E1FFC134A9BA}" type="presOf" srcId="{7E5518A5-ED9F-4408-A131-B1B06446C37B}" destId="{4A68B5BC-73B4-46F8-A70C-62EE29475B87}" srcOrd="0" destOrd="0" presId="urn:microsoft.com/office/officeart/2018/2/layout/IconVerticalSolidList"/>
    <dgm:cxn modelId="{0B302874-65A0-41A4-BD1B-702D8DF46DEC}" srcId="{D0486A16-8840-4789-8F47-FCB309DA9E2D}" destId="{E7C4E324-7B6F-43BF-A003-AB8233060D2A}" srcOrd="0" destOrd="0" parTransId="{C831AE99-A36F-4AED-90C7-86FC28E1CE00}" sibTransId="{BA66CF4C-CD87-4A06-9073-247DB2EA07BE}"/>
    <dgm:cxn modelId="{35C05E57-D15C-4513-9F07-77F703191CBC}" type="presOf" srcId="{D0486A16-8840-4789-8F47-FCB309DA9E2D}" destId="{AA09BC93-0452-42D6-B6E0-4E3494D41217}" srcOrd="0" destOrd="0" presId="urn:microsoft.com/office/officeart/2018/2/layout/IconVerticalSolidList"/>
    <dgm:cxn modelId="{CA211458-53E3-415D-A792-54843BB24CD7}" type="presOf" srcId="{A6124A91-1DA5-4853-9B82-CEFC9D06C569}" destId="{54E8E2F3-6EE4-4E8C-AEAD-C7F9270E6A1C}" srcOrd="0" destOrd="0" presId="urn:microsoft.com/office/officeart/2018/2/layout/IconVerticalSolidList"/>
    <dgm:cxn modelId="{B71E58BE-DF11-4651-863E-B513A9FC8467}" srcId="{D0486A16-8840-4789-8F47-FCB309DA9E2D}" destId="{A6124A91-1DA5-4853-9B82-CEFC9D06C569}" srcOrd="2" destOrd="0" parTransId="{106D91F9-2BB9-4E50-A319-26455C56A8F4}" sibTransId="{D7DF6158-86A5-45AE-AC3F-70D4C0D3ED5F}"/>
    <dgm:cxn modelId="{293F7DDD-34DD-40D8-A4A7-02DCA7C5226B}" srcId="{D0486A16-8840-4789-8F47-FCB309DA9E2D}" destId="{5500F605-D25E-4690-B010-094E896E51B8}" srcOrd="3" destOrd="0" parTransId="{D719B39D-2F96-4ED7-BC8B-A97F99CE536F}" sibTransId="{C4B40DD9-B107-497A-9A11-83D0E8A92779}"/>
    <dgm:cxn modelId="{E8B37AEB-5CDE-4CB7-B9E8-C246A5BE718D}" type="presOf" srcId="{E7C4E324-7B6F-43BF-A003-AB8233060D2A}" destId="{4B99951B-0F19-464D-AF3D-0730CD5D2879}" srcOrd="0" destOrd="0" presId="urn:microsoft.com/office/officeart/2018/2/layout/IconVerticalSolidList"/>
    <dgm:cxn modelId="{F6CB95F2-BB2C-4562-81DE-E398D966B549}" srcId="{D0486A16-8840-4789-8F47-FCB309DA9E2D}" destId="{7E5518A5-ED9F-4408-A131-B1B06446C37B}" srcOrd="1" destOrd="0" parTransId="{4857F9EE-E239-4814-9499-F7049099A7A6}" sibTransId="{00559D88-B084-4D94-9E8D-91D64BC90DAE}"/>
    <dgm:cxn modelId="{33BEE865-41AA-4669-9B15-49DA087C4CBF}" type="presParOf" srcId="{AA09BC93-0452-42D6-B6E0-4E3494D41217}" destId="{F20A43DD-F0B4-42EB-85A6-EBB39543AF2D}" srcOrd="0" destOrd="0" presId="urn:microsoft.com/office/officeart/2018/2/layout/IconVerticalSolidList"/>
    <dgm:cxn modelId="{09572E5E-E6D4-4F51-BDF0-2E8ECE0D7828}" type="presParOf" srcId="{F20A43DD-F0B4-42EB-85A6-EBB39543AF2D}" destId="{C6684DEB-41F8-4FFA-9C20-85F6C640E296}" srcOrd="0" destOrd="0" presId="urn:microsoft.com/office/officeart/2018/2/layout/IconVerticalSolidList"/>
    <dgm:cxn modelId="{207CA14D-7FFE-487B-B512-747185EDFB82}" type="presParOf" srcId="{F20A43DD-F0B4-42EB-85A6-EBB39543AF2D}" destId="{71DF8250-F66B-4C7C-8862-F30AFA55305D}" srcOrd="1" destOrd="0" presId="urn:microsoft.com/office/officeart/2018/2/layout/IconVerticalSolidList"/>
    <dgm:cxn modelId="{5760521A-A0E9-4519-B2BB-890AB703BB71}" type="presParOf" srcId="{F20A43DD-F0B4-42EB-85A6-EBB39543AF2D}" destId="{93409F65-01D9-4E55-9FE3-B1F31B5A7230}" srcOrd="2" destOrd="0" presId="urn:microsoft.com/office/officeart/2018/2/layout/IconVerticalSolidList"/>
    <dgm:cxn modelId="{963D217D-F8FC-42E5-9F14-86C790FD09A9}" type="presParOf" srcId="{F20A43DD-F0B4-42EB-85A6-EBB39543AF2D}" destId="{4B99951B-0F19-464D-AF3D-0730CD5D2879}" srcOrd="3" destOrd="0" presId="urn:microsoft.com/office/officeart/2018/2/layout/IconVerticalSolidList"/>
    <dgm:cxn modelId="{F050F6F2-8E3A-4A56-812B-5CC6D953DE0B}" type="presParOf" srcId="{AA09BC93-0452-42D6-B6E0-4E3494D41217}" destId="{640CD8FD-6D39-40C8-9131-A650D20C58AE}" srcOrd="1" destOrd="0" presId="urn:microsoft.com/office/officeart/2018/2/layout/IconVerticalSolidList"/>
    <dgm:cxn modelId="{1C7C0C02-2104-4365-9032-A517DA855A07}" type="presParOf" srcId="{AA09BC93-0452-42D6-B6E0-4E3494D41217}" destId="{97ADB0F7-04F4-44B6-A248-9CC3BCFE7BC3}" srcOrd="2" destOrd="0" presId="urn:microsoft.com/office/officeart/2018/2/layout/IconVerticalSolidList"/>
    <dgm:cxn modelId="{170FB3B8-6E80-477A-9ACE-08F06DF9B992}" type="presParOf" srcId="{97ADB0F7-04F4-44B6-A248-9CC3BCFE7BC3}" destId="{C6CD7E88-C215-46FE-97B6-640846F17852}" srcOrd="0" destOrd="0" presId="urn:microsoft.com/office/officeart/2018/2/layout/IconVerticalSolidList"/>
    <dgm:cxn modelId="{A1C77F5E-4333-44EE-BDBB-0A1B99159C69}" type="presParOf" srcId="{97ADB0F7-04F4-44B6-A248-9CC3BCFE7BC3}" destId="{CCC5F5AC-BB60-4024-B29A-A1F90ECDB074}" srcOrd="1" destOrd="0" presId="urn:microsoft.com/office/officeart/2018/2/layout/IconVerticalSolidList"/>
    <dgm:cxn modelId="{CDA8DDD8-1FBC-434B-963E-8B98D3642DF0}" type="presParOf" srcId="{97ADB0F7-04F4-44B6-A248-9CC3BCFE7BC3}" destId="{6C1E0935-B54C-4DF0-80B8-F53DAD3E8622}" srcOrd="2" destOrd="0" presId="urn:microsoft.com/office/officeart/2018/2/layout/IconVerticalSolidList"/>
    <dgm:cxn modelId="{E732FD95-14A2-4E50-BB24-E82B93071FFF}" type="presParOf" srcId="{97ADB0F7-04F4-44B6-A248-9CC3BCFE7BC3}" destId="{4A68B5BC-73B4-46F8-A70C-62EE29475B87}" srcOrd="3" destOrd="0" presId="urn:microsoft.com/office/officeart/2018/2/layout/IconVerticalSolidList"/>
    <dgm:cxn modelId="{E55E9AE5-F537-4C0F-8711-26B6587FA392}" type="presParOf" srcId="{AA09BC93-0452-42D6-B6E0-4E3494D41217}" destId="{9A8E2FE6-EF8A-4DC3-9964-B0B1BAE15CD6}" srcOrd="3" destOrd="0" presId="urn:microsoft.com/office/officeart/2018/2/layout/IconVerticalSolidList"/>
    <dgm:cxn modelId="{D838CEEC-2591-41F2-834E-A2B41A0054BA}" type="presParOf" srcId="{AA09BC93-0452-42D6-B6E0-4E3494D41217}" destId="{DB8BEAE1-73B2-4E4B-BB0C-25B06649E9E4}" srcOrd="4" destOrd="0" presId="urn:microsoft.com/office/officeart/2018/2/layout/IconVerticalSolidList"/>
    <dgm:cxn modelId="{D8E257C4-6922-4207-94A5-53E06738DB49}" type="presParOf" srcId="{DB8BEAE1-73B2-4E4B-BB0C-25B06649E9E4}" destId="{5B1B0161-8EDA-458E-8EDF-8A20C739A0C8}" srcOrd="0" destOrd="0" presId="urn:microsoft.com/office/officeart/2018/2/layout/IconVerticalSolidList"/>
    <dgm:cxn modelId="{03D1CE84-B3D1-4474-96B2-5D3789A35AB2}" type="presParOf" srcId="{DB8BEAE1-73B2-4E4B-BB0C-25B06649E9E4}" destId="{B92F829C-A9AB-4014-A6ED-E2A4C2F11CD4}" srcOrd="1" destOrd="0" presId="urn:microsoft.com/office/officeart/2018/2/layout/IconVerticalSolidList"/>
    <dgm:cxn modelId="{DF4F727D-54EA-42FC-8CC8-6A58E15E7F25}" type="presParOf" srcId="{DB8BEAE1-73B2-4E4B-BB0C-25B06649E9E4}" destId="{5E465E39-01C0-4950-A55F-CA070859054A}" srcOrd="2" destOrd="0" presId="urn:microsoft.com/office/officeart/2018/2/layout/IconVerticalSolidList"/>
    <dgm:cxn modelId="{F81EAEC1-EF9B-4CA2-A3FE-4A29D69C362F}" type="presParOf" srcId="{DB8BEAE1-73B2-4E4B-BB0C-25B06649E9E4}" destId="{54E8E2F3-6EE4-4E8C-AEAD-C7F9270E6A1C}" srcOrd="3" destOrd="0" presId="urn:microsoft.com/office/officeart/2018/2/layout/IconVerticalSolidList"/>
    <dgm:cxn modelId="{91B52374-3CB7-437B-84EF-CC8EC3E27229}" type="presParOf" srcId="{AA09BC93-0452-42D6-B6E0-4E3494D41217}" destId="{A7519A09-8983-426A-BAF6-696FA21F2919}" srcOrd="5" destOrd="0" presId="urn:microsoft.com/office/officeart/2018/2/layout/IconVerticalSolidList"/>
    <dgm:cxn modelId="{6CFEAB33-06DE-46EA-97F6-1152E4D8AF0A}" type="presParOf" srcId="{AA09BC93-0452-42D6-B6E0-4E3494D41217}" destId="{B5485ECC-40B9-452D-A06D-D2E78EE69647}" srcOrd="6" destOrd="0" presId="urn:microsoft.com/office/officeart/2018/2/layout/IconVerticalSolidList"/>
    <dgm:cxn modelId="{BB02A986-0ECB-40FC-A681-DC2C6C5BC365}" type="presParOf" srcId="{B5485ECC-40B9-452D-A06D-D2E78EE69647}" destId="{404597B9-88D3-4F47-A036-42667A73CD56}" srcOrd="0" destOrd="0" presId="urn:microsoft.com/office/officeart/2018/2/layout/IconVerticalSolidList"/>
    <dgm:cxn modelId="{DCEFB74F-90DA-4102-AD42-65A2820D3C9D}" type="presParOf" srcId="{B5485ECC-40B9-452D-A06D-D2E78EE69647}" destId="{776B8349-B500-4E74-BC5B-7EEF0BCD75AA}" srcOrd="1" destOrd="0" presId="urn:microsoft.com/office/officeart/2018/2/layout/IconVerticalSolidList"/>
    <dgm:cxn modelId="{1ED783ED-7F95-4B57-BF68-5EBFF43BA6AB}" type="presParOf" srcId="{B5485ECC-40B9-452D-A06D-D2E78EE69647}" destId="{39E9480D-E202-4ADF-99F4-4128FACEECA7}" srcOrd="2" destOrd="0" presId="urn:microsoft.com/office/officeart/2018/2/layout/IconVerticalSolidList"/>
    <dgm:cxn modelId="{FD49E5D2-DA14-465A-9841-56D111610545}" type="presParOf" srcId="{B5485ECC-40B9-452D-A06D-D2E78EE69647}" destId="{E44FA3C3-C890-4972-89A3-953DA61C1C0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F2C1E71-69A9-47C0-A163-967CA1BE58A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15F188D-0168-4E38-AE70-B9208C6473F1}">
      <dgm:prSet/>
      <dgm:spPr/>
      <dgm:t>
        <a:bodyPr/>
        <a:lstStyle/>
        <a:p>
          <a:r>
            <a:rPr lang="es-MX" b="1" i="0"/>
            <a:t>Información en Tiempo Real o Cercana:</a:t>
          </a:r>
          <a:r>
            <a:rPr lang="es-MX" b="0" i="0"/>
            <a:t> Proporciona visibilidad actualizada de la situación del negocio para reaccionar rápidamente ante cambios.</a:t>
          </a:r>
          <a:endParaRPr lang="en-US"/>
        </a:p>
      </dgm:t>
    </dgm:pt>
    <dgm:pt modelId="{D406F5B4-3FE3-4C1B-867D-FD195C024EDE}" type="parTrans" cxnId="{77E3FE91-F9C0-41BF-96F1-E3B6A8212EF5}">
      <dgm:prSet/>
      <dgm:spPr/>
      <dgm:t>
        <a:bodyPr/>
        <a:lstStyle/>
        <a:p>
          <a:endParaRPr lang="en-US"/>
        </a:p>
      </dgm:t>
    </dgm:pt>
    <dgm:pt modelId="{BDBF89BC-AD40-4414-8058-5247A98A9F33}" type="sibTrans" cxnId="{77E3FE91-F9C0-41BF-96F1-E3B6A8212EF5}">
      <dgm:prSet/>
      <dgm:spPr/>
      <dgm:t>
        <a:bodyPr/>
        <a:lstStyle/>
        <a:p>
          <a:endParaRPr lang="en-US"/>
        </a:p>
      </dgm:t>
    </dgm:pt>
    <dgm:pt modelId="{059FBA58-A97A-4D00-90A0-FF7CF869784A}">
      <dgm:prSet/>
      <dgm:spPr/>
      <dgm:t>
        <a:bodyPr/>
        <a:lstStyle/>
        <a:p>
          <a:r>
            <a:rPr lang="es-MX" b="1" i="0"/>
            <a:t>Análisis Descriptivo y de Diagnóstico:</a:t>
          </a:r>
          <a:r>
            <a:rPr lang="es-MX" b="0" i="0"/>
            <a:t> Se centra en explicar qué sucedió y por qué sucedió, analizando datos históricos.</a:t>
          </a:r>
          <a:endParaRPr lang="en-US"/>
        </a:p>
      </dgm:t>
    </dgm:pt>
    <dgm:pt modelId="{62D88F83-7082-4078-AC41-219A0C41540D}" type="parTrans" cxnId="{AC0970F8-3975-42ED-8F4B-A2120DCDD307}">
      <dgm:prSet/>
      <dgm:spPr/>
      <dgm:t>
        <a:bodyPr/>
        <a:lstStyle/>
        <a:p>
          <a:endParaRPr lang="en-US"/>
        </a:p>
      </dgm:t>
    </dgm:pt>
    <dgm:pt modelId="{64785259-3984-46A5-A719-83D29DEEDA7D}" type="sibTrans" cxnId="{AC0970F8-3975-42ED-8F4B-A2120DCDD307}">
      <dgm:prSet/>
      <dgm:spPr/>
      <dgm:t>
        <a:bodyPr/>
        <a:lstStyle/>
        <a:p>
          <a:endParaRPr lang="en-US"/>
        </a:p>
      </dgm:t>
    </dgm:pt>
    <dgm:pt modelId="{014A3499-138F-4EBF-AA71-78DC49731FD8}">
      <dgm:prSet/>
      <dgm:spPr/>
      <dgm:t>
        <a:bodyPr/>
        <a:lstStyle/>
        <a:p>
          <a:r>
            <a:rPr lang="es-MX" b="1" i="0"/>
            <a:t>Seguridad y Gobernanza:</a:t>
          </a:r>
          <a:r>
            <a:rPr lang="es-MX" b="0" i="0"/>
            <a:t> Asegura la privacidad de los datos y garantiza que la información sea confiable y esté controlada</a:t>
          </a:r>
          <a:endParaRPr lang="en-US"/>
        </a:p>
      </dgm:t>
    </dgm:pt>
    <dgm:pt modelId="{5B441CDB-F3C9-4ED1-9662-2631327FD39C}" type="parTrans" cxnId="{D134B273-55D9-4F80-8F5C-E2D7EF4ABEBD}">
      <dgm:prSet/>
      <dgm:spPr/>
      <dgm:t>
        <a:bodyPr/>
        <a:lstStyle/>
        <a:p>
          <a:endParaRPr lang="en-US"/>
        </a:p>
      </dgm:t>
    </dgm:pt>
    <dgm:pt modelId="{44BD8C49-B001-4299-8B57-64146E4E42DE}" type="sibTrans" cxnId="{D134B273-55D9-4F80-8F5C-E2D7EF4ABEBD}">
      <dgm:prSet/>
      <dgm:spPr/>
      <dgm:t>
        <a:bodyPr/>
        <a:lstStyle/>
        <a:p>
          <a:endParaRPr lang="en-US"/>
        </a:p>
      </dgm:t>
    </dgm:pt>
    <dgm:pt modelId="{A5A279BF-75D7-4526-BE26-CCA8E6242329}" type="pres">
      <dgm:prSet presAssocID="{FF2C1E71-69A9-47C0-A163-967CA1BE58A6}" presName="linear" presStyleCnt="0">
        <dgm:presLayoutVars>
          <dgm:animLvl val="lvl"/>
          <dgm:resizeHandles val="exact"/>
        </dgm:presLayoutVars>
      </dgm:prSet>
      <dgm:spPr/>
    </dgm:pt>
    <dgm:pt modelId="{784FE133-C33A-4CF9-B66E-E1A2F575B7C8}" type="pres">
      <dgm:prSet presAssocID="{615F188D-0168-4E38-AE70-B9208C6473F1}" presName="parentText" presStyleLbl="node1" presStyleIdx="0" presStyleCnt="3">
        <dgm:presLayoutVars>
          <dgm:chMax val="0"/>
          <dgm:bulletEnabled val="1"/>
        </dgm:presLayoutVars>
      </dgm:prSet>
      <dgm:spPr/>
    </dgm:pt>
    <dgm:pt modelId="{D0EB7325-CC00-437F-A79A-796D6CF5BEBE}" type="pres">
      <dgm:prSet presAssocID="{BDBF89BC-AD40-4414-8058-5247A98A9F33}" presName="spacer" presStyleCnt="0"/>
      <dgm:spPr/>
    </dgm:pt>
    <dgm:pt modelId="{12ACC7DC-859E-407A-9693-D43F9F8C6D35}" type="pres">
      <dgm:prSet presAssocID="{059FBA58-A97A-4D00-90A0-FF7CF869784A}" presName="parentText" presStyleLbl="node1" presStyleIdx="1" presStyleCnt="3">
        <dgm:presLayoutVars>
          <dgm:chMax val="0"/>
          <dgm:bulletEnabled val="1"/>
        </dgm:presLayoutVars>
      </dgm:prSet>
      <dgm:spPr/>
    </dgm:pt>
    <dgm:pt modelId="{897A23B0-D984-4D22-A07A-5AB0BC8D1B94}" type="pres">
      <dgm:prSet presAssocID="{64785259-3984-46A5-A719-83D29DEEDA7D}" presName="spacer" presStyleCnt="0"/>
      <dgm:spPr/>
    </dgm:pt>
    <dgm:pt modelId="{3BA4059E-AB51-4808-A79F-A45BB7006769}" type="pres">
      <dgm:prSet presAssocID="{014A3499-138F-4EBF-AA71-78DC49731FD8}" presName="parentText" presStyleLbl="node1" presStyleIdx="2" presStyleCnt="3">
        <dgm:presLayoutVars>
          <dgm:chMax val="0"/>
          <dgm:bulletEnabled val="1"/>
        </dgm:presLayoutVars>
      </dgm:prSet>
      <dgm:spPr/>
    </dgm:pt>
  </dgm:ptLst>
  <dgm:cxnLst>
    <dgm:cxn modelId="{C6E6BF25-6973-48CC-BC4F-9B75812125CC}" type="presOf" srcId="{014A3499-138F-4EBF-AA71-78DC49731FD8}" destId="{3BA4059E-AB51-4808-A79F-A45BB7006769}" srcOrd="0" destOrd="0" presId="urn:microsoft.com/office/officeart/2005/8/layout/vList2"/>
    <dgm:cxn modelId="{D134B273-55D9-4F80-8F5C-E2D7EF4ABEBD}" srcId="{FF2C1E71-69A9-47C0-A163-967CA1BE58A6}" destId="{014A3499-138F-4EBF-AA71-78DC49731FD8}" srcOrd="2" destOrd="0" parTransId="{5B441CDB-F3C9-4ED1-9662-2631327FD39C}" sibTransId="{44BD8C49-B001-4299-8B57-64146E4E42DE}"/>
    <dgm:cxn modelId="{41E29A83-A47C-451A-BC10-DA0A3E09ED83}" type="presOf" srcId="{615F188D-0168-4E38-AE70-B9208C6473F1}" destId="{784FE133-C33A-4CF9-B66E-E1A2F575B7C8}" srcOrd="0" destOrd="0" presId="urn:microsoft.com/office/officeart/2005/8/layout/vList2"/>
    <dgm:cxn modelId="{77E3FE91-F9C0-41BF-96F1-E3B6A8212EF5}" srcId="{FF2C1E71-69A9-47C0-A163-967CA1BE58A6}" destId="{615F188D-0168-4E38-AE70-B9208C6473F1}" srcOrd="0" destOrd="0" parTransId="{D406F5B4-3FE3-4C1B-867D-FD195C024EDE}" sibTransId="{BDBF89BC-AD40-4414-8058-5247A98A9F33}"/>
    <dgm:cxn modelId="{411530D0-F718-4969-A250-452405F68838}" type="presOf" srcId="{FF2C1E71-69A9-47C0-A163-967CA1BE58A6}" destId="{A5A279BF-75D7-4526-BE26-CCA8E6242329}" srcOrd="0" destOrd="0" presId="urn:microsoft.com/office/officeart/2005/8/layout/vList2"/>
    <dgm:cxn modelId="{38DB15D3-1443-4D12-83C2-58C66D92A14D}" type="presOf" srcId="{059FBA58-A97A-4D00-90A0-FF7CF869784A}" destId="{12ACC7DC-859E-407A-9693-D43F9F8C6D35}" srcOrd="0" destOrd="0" presId="urn:microsoft.com/office/officeart/2005/8/layout/vList2"/>
    <dgm:cxn modelId="{AC0970F8-3975-42ED-8F4B-A2120DCDD307}" srcId="{FF2C1E71-69A9-47C0-A163-967CA1BE58A6}" destId="{059FBA58-A97A-4D00-90A0-FF7CF869784A}" srcOrd="1" destOrd="0" parTransId="{62D88F83-7082-4078-AC41-219A0C41540D}" sibTransId="{64785259-3984-46A5-A719-83D29DEEDA7D}"/>
    <dgm:cxn modelId="{C58C8512-2E20-4883-8646-D8039A1FBCC9}" type="presParOf" srcId="{A5A279BF-75D7-4526-BE26-CCA8E6242329}" destId="{784FE133-C33A-4CF9-B66E-E1A2F575B7C8}" srcOrd="0" destOrd="0" presId="urn:microsoft.com/office/officeart/2005/8/layout/vList2"/>
    <dgm:cxn modelId="{25BA7AAF-40BC-49D7-984B-1CAF2726F327}" type="presParOf" srcId="{A5A279BF-75D7-4526-BE26-CCA8E6242329}" destId="{D0EB7325-CC00-437F-A79A-796D6CF5BEBE}" srcOrd="1" destOrd="0" presId="urn:microsoft.com/office/officeart/2005/8/layout/vList2"/>
    <dgm:cxn modelId="{FE3EF30D-8600-4549-9BC8-B526F072BA41}" type="presParOf" srcId="{A5A279BF-75D7-4526-BE26-CCA8E6242329}" destId="{12ACC7DC-859E-407A-9693-D43F9F8C6D35}" srcOrd="2" destOrd="0" presId="urn:microsoft.com/office/officeart/2005/8/layout/vList2"/>
    <dgm:cxn modelId="{B4CB9914-F471-4645-9A5A-0812A0BE9398}" type="presParOf" srcId="{A5A279BF-75D7-4526-BE26-CCA8E6242329}" destId="{897A23B0-D984-4D22-A07A-5AB0BC8D1B94}" srcOrd="3" destOrd="0" presId="urn:microsoft.com/office/officeart/2005/8/layout/vList2"/>
    <dgm:cxn modelId="{7E187C12-E1FA-4375-B411-DFAD645D9625}" type="presParOf" srcId="{A5A279BF-75D7-4526-BE26-CCA8E6242329}" destId="{3BA4059E-AB51-4808-A79F-A45BB7006769}"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8C75FD6-0D00-490F-98EE-800A7C87F16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FF8206F-6D65-42A1-8566-28CD09663383}">
      <dgm:prSet/>
      <dgm:spPr/>
      <dgm:t>
        <a:bodyPr/>
        <a:lstStyle/>
        <a:p>
          <a:r>
            <a:rPr lang="es-MX" b="1" i="0"/>
            <a:t>Toma de decisiones estratégica:</a:t>
          </a:r>
          <a:r>
            <a:rPr lang="es-MX" b="0" i="0"/>
            <a:t> Reduce el riesgo al basar las decisiones en datos precisos e históricos, lo que incrementa la efectividad.</a:t>
          </a:r>
          <a:endParaRPr lang="en-US"/>
        </a:p>
      </dgm:t>
    </dgm:pt>
    <dgm:pt modelId="{BE054EF8-F221-443E-8A47-DC82C6AC3C85}" type="parTrans" cxnId="{0453BBB1-B73E-4BEB-BBC3-C0FB00B6F9DA}">
      <dgm:prSet/>
      <dgm:spPr/>
      <dgm:t>
        <a:bodyPr/>
        <a:lstStyle/>
        <a:p>
          <a:endParaRPr lang="en-US"/>
        </a:p>
      </dgm:t>
    </dgm:pt>
    <dgm:pt modelId="{877AD5A2-C467-472B-9D30-235A730A41D8}" type="sibTrans" cxnId="{0453BBB1-B73E-4BEB-BBC3-C0FB00B6F9DA}">
      <dgm:prSet/>
      <dgm:spPr/>
      <dgm:t>
        <a:bodyPr/>
        <a:lstStyle/>
        <a:p>
          <a:endParaRPr lang="en-US"/>
        </a:p>
      </dgm:t>
    </dgm:pt>
    <dgm:pt modelId="{3450AA48-BE4C-4B8D-8E88-AE5B1C98CD37}">
      <dgm:prSet/>
      <dgm:spPr/>
      <dgm:t>
        <a:bodyPr/>
        <a:lstStyle/>
        <a:p>
          <a:r>
            <a:rPr lang="es-MX" b="1" i="0"/>
            <a:t>Eficiencia operativa y reducción de costos:</a:t>
          </a:r>
          <a:r>
            <a:rPr lang="es-MX" b="0" i="0"/>
            <a:t> Identifica cuellos de botella y procesos ineficientes, permitiendo optimizar recursos y reducir gastos operativos.</a:t>
          </a:r>
          <a:endParaRPr lang="en-US"/>
        </a:p>
      </dgm:t>
    </dgm:pt>
    <dgm:pt modelId="{7B013B4C-8A26-4EC0-B97A-15A3665A0D39}" type="parTrans" cxnId="{56E1A2B2-253E-44D0-B969-E8A32C150A68}">
      <dgm:prSet/>
      <dgm:spPr/>
      <dgm:t>
        <a:bodyPr/>
        <a:lstStyle/>
        <a:p>
          <a:endParaRPr lang="en-US"/>
        </a:p>
      </dgm:t>
    </dgm:pt>
    <dgm:pt modelId="{12A31724-DDDD-43E2-9F99-FEC761517195}" type="sibTrans" cxnId="{56E1A2B2-253E-44D0-B969-E8A32C150A68}">
      <dgm:prSet/>
      <dgm:spPr/>
      <dgm:t>
        <a:bodyPr/>
        <a:lstStyle/>
        <a:p>
          <a:endParaRPr lang="en-US"/>
        </a:p>
      </dgm:t>
    </dgm:pt>
    <dgm:pt modelId="{0791CED6-524D-453E-BA93-4C0AE9C80FD9}">
      <dgm:prSet/>
      <dgm:spPr/>
      <dgm:t>
        <a:bodyPr/>
        <a:lstStyle/>
        <a:p>
          <a:r>
            <a:rPr lang="es-MX" b="1" i="0"/>
            <a:t>Visibilidad en tiempo real:</a:t>
          </a:r>
          <a:r>
            <a:rPr lang="es-MX" b="0" i="0"/>
            <a:t> Paneles de control (dashboards) actualizados que permiten reaccionar rápidamente a cambios en el mercado.</a:t>
          </a:r>
          <a:endParaRPr lang="en-US"/>
        </a:p>
      </dgm:t>
    </dgm:pt>
    <dgm:pt modelId="{58576C90-8A6D-4E59-86E4-E8A42A8D015C}" type="parTrans" cxnId="{734A5D5F-2E76-4A00-A04E-E3E592EF83D6}">
      <dgm:prSet/>
      <dgm:spPr/>
      <dgm:t>
        <a:bodyPr/>
        <a:lstStyle/>
        <a:p>
          <a:endParaRPr lang="en-US"/>
        </a:p>
      </dgm:t>
    </dgm:pt>
    <dgm:pt modelId="{70EF9D27-5DF6-4162-97A6-A632CCFF15E7}" type="sibTrans" cxnId="{734A5D5F-2E76-4A00-A04E-E3E592EF83D6}">
      <dgm:prSet/>
      <dgm:spPr/>
      <dgm:t>
        <a:bodyPr/>
        <a:lstStyle/>
        <a:p>
          <a:endParaRPr lang="en-US"/>
        </a:p>
      </dgm:t>
    </dgm:pt>
    <dgm:pt modelId="{08DCD286-7C4F-4BD2-9E1A-9FAD0BC4C475}">
      <dgm:prSet/>
      <dgm:spPr/>
      <dgm:t>
        <a:bodyPr/>
        <a:lstStyle/>
        <a:p>
          <a:r>
            <a:rPr lang="es-MX" b="1" i="0"/>
            <a:t>Mejor conocimiento del cliente:</a:t>
          </a:r>
          <a:r>
            <a:rPr lang="es-MX" b="0" i="0"/>
            <a:t> Analiza comportamientos y preferencias para ofrecer productos o servicios personalizados.</a:t>
          </a:r>
          <a:endParaRPr lang="en-US"/>
        </a:p>
      </dgm:t>
    </dgm:pt>
    <dgm:pt modelId="{9A48A424-94A3-4A77-8802-2DCF49540F74}" type="parTrans" cxnId="{46B4002E-681C-4EF6-9F89-34D6955CFC42}">
      <dgm:prSet/>
      <dgm:spPr/>
      <dgm:t>
        <a:bodyPr/>
        <a:lstStyle/>
        <a:p>
          <a:endParaRPr lang="en-US"/>
        </a:p>
      </dgm:t>
    </dgm:pt>
    <dgm:pt modelId="{9A80E114-2D59-4A36-9CF8-E031808AC331}" type="sibTrans" cxnId="{46B4002E-681C-4EF6-9F89-34D6955CFC42}">
      <dgm:prSet/>
      <dgm:spPr/>
      <dgm:t>
        <a:bodyPr/>
        <a:lstStyle/>
        <a:p>
          <a:endParaRPr lang="en-US"/>
        </a:p>
      </dgm:t>
    </dgm:pt>
    <dgm:pt modelId="{E42ED600-EA7E-4E78-8987-A158A403E5B6}">
      <dgm:prSet/>
      <dgm:spPr/>
      <dgm:t>
        <a:bodyPr/>
        <a:lstStyle/>
        <a:p>
          <a:r>
            <a:rPr lang="es-MX" b="1" i="0"/>
            <a:t>Identificación de oportunidades:</a:t>
          </a:r>
          <a:r>
            <a:rPr lang="es-MX" b="0" i="0"/>
            <a:t> Ayuda a detectar tendencias de mercado, nichos o productos con mayor potencial de ventas.</a:t>
          </a:r>
          <a:endParaRPr lang="en-US"/>
        </a:p>
      </dgm:t>
    </dgm:pt>
    <dgm:pt modelId="{3D4A9AB7-9021-4DD1-B0EC-DCBBF005114A}" type="parTrans" cxnId="{73A1336B-A936-4778-9A61-648F742D8651}">
      <dgm:prSet/>
      <dgm:spPr/>
      <dgm:t>
        <a:bodyPr/>
        <a:lstStyle/>
        <a:p>
          <a:endParaRPr lang="en-US"/>
        </a:p>
      </dgm:t>
    </dgm:pt>
    <dgm:pt modelId="{191C6CA7-BC2C-4A6B-9C13-040A48771F27}" type="sibTrans" cxnId="{73A1336B-A936-4778-9A61-648F742D8651}">
      <dgm:prSet/>
      <dgm:spPr/>
      <dgm:t>
        <a:bodyPr/>
        <a:lstStyle/>
        <a:p>
          <a:endParaRPr lang="en-US"/>
        </a:p>
      </dgm:t>
    </dgm:pt>
    <dgm:pt modelId="{FDCA2F70-C22B-4C88-BF3F-0834A8E72270}">
      <dgm:prSet/>
      <dgm:spPr/>
      <dgm:t>
        <a:bodyPr/>
        <a:lstStyle/>
        <a:p>
          <a:r>
            <a:rPr lang="es-MX" b="1" i="0"/>
            <a:t>Mayor productividad:</a:t>
          </a:r>
          <a:r>
            <a:rPr lang="es-MX" b="0" i="0"/>
            <a:t> Automatiza la creación de informes y centraliza la información, ahorrando tiempo a los equipos de trabajo.</a:t>
          </a:r>
          <a:endParaRPr lang="en-US"/>
        </a:p>
      </dgm:t>
    </dgm:pt>
    <dgm:pt modelId="{9344AB77-61C4-4F9D-A93D-394F7FC14256}" type="parTrans" cxnId="{3A643632-931A-4711-AB63-25C307E2C926}">
      <dgm:prSet/>
      <dgm:spPr/>
      <dgm:t>
        <a:bodyPr/>
        <a:lstStyle/>
        <a:p>
          <a:endParaRPr lang="en-US"/>
        </a:p>
      </dgm:t>
    </dgm:pt>
    <dgm:pt modelId="{99C7C66A-D084-470C-A63D-3825C071FCBE}" type="sibTrans" cxnId="{3A643632-931A-4711-AB63-25C307E2C926}">
      <dgm:prSet/>
      <dgm:spPr/>
      <dgm:t>
        <a:bodyPr/>
        <a:lstStyle/>
        <a:p>
          <a:endParaRPr lang="en-US"/>
        </a:p>
      </dgm:t>
    </dgm:pt>
    <dgm:pt modelId="{056A8846-B162-48AE-B79F-C21069D477DF}" type="pres">
      <dgm:prSet presAssocID="{28C75FD6-0D00-490F-98EE-800A7C87F16A}" presName="root" presStyleCnt="0">
        <dgm:presLayoutVars>
          <dgm:dir/>
          <dgm:resizeHandles val="exact"/>
        </dgm:presLayoutVars>
      </dgm:prSet>
      <dgm:spPr/>
    </dgm:pt>
    <dgm:pt modelId="{C26CD5B6-0C5B-474E-96DB-1840DECB03E3}" type="pres">
      <dgm:prSet presAssocID="{6FF8206F-6D65-42A1-8566-28CD09663383}" presName="compNode" presStyleCnt="0"/>
      <dgm:spPr/>
    </dgm:pt>
    <dgm:pt modelId="{EDFCA6BA-8604-43D6-8E23-2AAF28891CAA}" type="pres">
      <dgm:prSet presAssocID="{6FF8206F-6D65-42A1-8566-28CD09663383}" presName="bgRect" presStyleLbl="bgShp" presStyleIdx="0" presStyleCnt="6"/>
      <dgm:spPr/>
    </dgm:pt>
    <dgm:pt modelId="{EC4A2CAE-8BC6-43C7-B984-6A660D4E5683}" type="pres">
      <dgm:prSet presAssocID="{6FF8206F-6D65-42A1-8566-28CD0966338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e"/>
        </a:ext>
      </dgm:extLst>
    </dgm:pt>
    <dgm:pt modelId="{DCBE68EE-7403-4FDF-B04E-78030DBDFDDB}" type="pres">
      <dgm:prSet presAssocID="{6FF8206F-6D65-42A1-8566-28CD09663383}" presName="spaceRect" presStyleCnt="0"/>
      <dgm:spPr/>
    </dgm:pt>
    <dgm:pt modelId="{C3B34AE2-A3A3-49BA-98C4-14D2511A95E2}" type="pres">
      <dgm:prSet presAssocID="{6FF8206F-6D65-42A1-8566-28CD09663383}" presName="parTx" presStyleLbl="revTx" presStyleIdx="0" presStyleCnt="6">
        <dgm:presLayoutVars>
          <dgm:chMax val="0"/>
          <dgm:chPref val="0"/>
        </dgm:presLayoutVars>
      </dgm:prSet>
      <dgm:spPr/>
    </dgm:pt>
    <dgm:pt modelId="{2CBE08EC-8DB3-4CEB-8692-E017B327EFF0}" type="pres">
      <dgm:prSet presAssocID="{877AD5A2-C467-472B-9D30-235A730A41D8}" presName="sibTrans" presStyleCnt="0"/>
      <dgm:spPr/>
    </dgm:pt>
    <dgm:pt modelId="{E99DC847-FF70-47F1-9CB0-98C1FDA866A2}" type="pres">
      <dgm:prSet presAssocID="{3450AA48-BE4C-4B8D-8E88-AE5B1C98CD37}" presName="compNode" presStyleCnt="0"/>
      <dgm:spPr/>
    </dgm:pt>
    <dgm:pt modelId="{AB7472E8-78C7-4CF0-868E-C1936197D5A2}" type="pres">
      <dgm:prSet presAssocID="{3450AA48-BE4C-4B8D-8E88-AE5B1C98CD37}" presName="bgRect" presStyleLbl="bgShp" presStyleIdx="1" presStyleCnt="6"/>
      <dgm:spPr/>
    </dgm:pt>
    <dgm:pt modelId="{BDDA293A-37D7-4C0F-95CC-3407C04E120B}" type="pres">
      <dgm:prSet presAssocID="{3450AA48-BE4C-4B8D-8E88-AE5B1C98CD37}"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rca de verificación"/>
        </a:ext>
      </dgm:extLst>
    </dgm:pt>
    <dgm:pt modelId="{312C9E1B-BA2B-4884-AB2E-DE3D49E1BAA5}" type="pres">
      <dgm:prSet presAssocID="{3450AA48-BE4C-4B8D-8E88-AE5B1C98CD37}" presName="spaceRect" presStyleCnt="0"/>
      <dgm:spPr/>
    </dgm:pt>
    <dgm:pt modelId="{D4CDA31A-A34F-46E5-BB9A-6945E98D96F2}" type="pres">
      <dgm:prSet presAssocID="{3450AA48-BE4C-4B8D-8E88-AE5B1C98CD37}" presName="parTx" presStyleLbl="revTx" presStyleIdx="1" presStyleCnt="6">
        <dgm:presLayoutVars>
          <dgm:chMax val="0"/>
          <dgm:chPref val="0"/>
        </dgm:presLayoutVars>
      </dgm:prSet>
      <dgm:spPr/>
    </dgm:pt>
    <dgm:pt modelId="{5555928D-8372-4398-8CD2-929B4368825C}" type="pres">
      <dgm:prSet presAssocID="{12A31724-DDDD-43E2-9F99-FEC761517195}" presName="sibTrans" presStyleCnt="0"/>
      <dgm:spPr/>
    </dgm:pt>
    <dgm:pt modelId="{D1CB4F74-3862-4A66-B61C-C29251F3A8DE}" type="pres">
      <dgm:prSet presAssocID="{0791CED6-524D-453E-BA93-4C0AE9C80FD9}" presName="compNode" presStyleCnt="0"/>
      <dgm:spPr/>
    </dgm:pt>
    <dgm:pt modelId="{D93FD663-6A4D-4B17-8AFE-8D361B1000B1}" type="pres">
      <dgm:prSet presAssocID="{0791CED6-524D-453E-BA93-4C0AE9C80FD9}" presName="bgRect" presStyleLbl="bgShp" presStyleIdx="2" presStyleCnt="6"/>
      <dgm:spPr/>
    </dgm:pt>
    <dgm:pt modelId="{54F3D70E-62DC-43F7-9B6F-D709B43614EB}" type="pres">
      <dgm:prSet presAssocID="{0791CED6-524D-453E-BA93-4C0AE9C80FD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lámpagos"/>
        </a:ext>
      </dgm:extLst>
    </dgm:pt>
    <dgm:pt modelId="{45D81ACD-A0ED-430E-B190-6D9565D4C0B3}" type="pres">
      <dgm:prSet presAssocID="{0791CED6-524D-453E-BA93-4C0AE9C80FD9}" presName="spaceRect" presStyleCnt="0"/>
      <dgm:spPr/>
    </dgm:pt>
    <dgm:pt modelId="{ADC316BE-288F-4B87-997A-64AEA51F6057}" type="pres">
      <dgm:prSet presAssocID="{0791CED6-524D-453E-BA93-4C0AE9C80FD9}" presName="parTx" presStyleLbl="revTx" presStyleIdx="2" presStyleCnt="6">
        <dgm:presLayoutVars>
          <dgm:chMax val="0"/>
          <dgm:chPref val="0"/>
        </dgm:presLayoutVars>
      </dgm:prSet>
      <dgm:spPr/>
    </dgm:pt>
    <dgm:pt modelId="{5D6340ED-5E75-4181-8951-66A64437616C}" type="pres">
      <dgm:prSet presAssocID="{70EF9D27-5DF6-4162-97A6-A632CCFF15E7}" presName="sibTrans" presStyleCnt="0"/>
      <dgm:spPr/>
    </dgm:pt>
    <dgm:pt modelId="{20D47A2F-5643-4021-8E06-851F8D5F8E33}" type="pres">
      <dgm:prSet presAssocID="{08DCD286-7C4F-4BD2-9E1A-9FAD0BC4C475}" presName="compNode" presStyleCnt="0"/>
      <dgm:spPr/>
    </dgm:pt>
    <dgm:pt modelId="{2C34E911-C7D8-45D0-92CD-11B6A4074487}" type="pres">
      <dgm:prSet presAssocID="{08DCD286-7C4F-4BD2-9E1A-9FAD0BC4C475}" presName="bgRect" presStyleLbl="bgShp" presStyleIdx="3" presStyleCnt="6"/>
      <dgm:spPr/>
    </dgm:pt>
    <dgm:pt modelId="{5786BD54-0087-40B8-B6E9-53CDE1478106}" type="pres">
      <dgm:prSet presAssocID="{08DCD286-7C4F-4BD2-9E1A-9FAD0BC4C47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FBE85358-CE56-439B-811D-3A7302E82B16}" type="pres">
      <dgm:prSet presAssocID="{08DCD286-7C4F-4BD2-9E1A-9FAD0BC4C475}" presName="spaceRect" presStyleCnt="0"/>
      <dgm:spPr/>
    </dgm:pt>
    <dgm:pt modelId="{EB23D154-0FA2-4F47-82FB-A867EDBB4E87}" type="pres">
      <dgm:prSet presAssocID="{08DCD286-7C4F-4BD2-9E1A-9FAD0BC4C475}" presName="parTx" presStyleLbl="revTx" presStyleIdx="3" presStyleCnt="6">
        <dgm:presLayoutVars>
          <dgm:chMax val="0"/>
          <dgm:chPref val="0"/>
        </dgm:presLayoutVars>
      </dgm:prSet>
      <dgm:spPr/>
    </dgm:pt>
    <dgm:pt modelId="{DC0DE0A8-5C70-414F-B9DC-B8392CE5B49E}" type="pres">
      <dgm:prSet presAssocID="{9A80E114-2D59-4A36-9CF8-E031808AC331}" presName="sibTrans" presStyleCnt="0"/>
      <dgm:spPr/>
    </dgm:pt>
    <dgm:pt modelId="{A5637D10-1676-426D-96D2-85BFC587CDF9}" type="pres">
      <dgm:prSet presAssocID="{E42ED600-EA7E-4E78-8987-A158A403E5B6}" presName="compNode" presStyleCnt="0"/>
      <dgm:spPr/>
    </dgm:pt>
    <dgm:pt modelId="{91F23F01-6106-41F0-8AF7-86140EF30080}" type="pres">
      <dgm:prSet presAssocID="{E42ED600-EA7E-4E78-8987-A158A403E5B6}" presName="bgRect" presStyleLbl="bgShp" presStyleIdx="4" presStyleCnt="6"/>
      <dgm:spPr/>
    </dgm:pt>
    <dgm:pt modelId="{080DDA34-2242-4D4E-AE05-C7C562CD91AD}" type="pres">
      <dgm:prSet presAssocID="{E42ED600-EA7E-4E78-8987-A158A403E5B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agnifying glass"/>
        </a:ext>
      </dgm:extLst>
    </dgm:pt>
    <dgm:pt modelId="{160717A3-78B2-4D0B-BA0C-2DB368F844FB}" type="pres">
      <dgm:prSet presAssocID="{E42ED600-EA7E-4E78-8987-A158A403E5B6}" presName="spaceRect" presStyleCnt="0"/>
      <dgm:spPr/>
    </dgm:pt>
    <dgm:pt modelId="{11F456FC-CAA5-41F7-A489-1ACB28CC065A}" type="pres">
      <dgm:prSet presAssocID="{E42ED600-EA7E-4E78-8987-A158A403E5B6}" presName="parTx" presStyleLbl="revTx" presStyleIdx="4" presStyleCnt="6">
        <dgm:presLayoutVars>
          <dgm:chMax val="0"/>
          <dgm:chPref val="0"/>
        </dgm:presLayoutVars>
      </dgm:prSet>
      <dgm:spPr/>
    </dgm:pt>
    <dgm:pt modelId="{EFBB8282-24FC-4CC8-AABB-866DB462EAB1}" type="pres">
      <dgm:prSet presAssocID="{191C6CA7-BC2C-4A6B-9C13-040A48771F27}" presName="sibTrans" presStyleCnt="0"/>
      <dgm:spPr/>
    </dgm:pt>
    <dgm:pt modelId="{78ADE35F-3BF4-42DD-B97A-CDFCFE5C0FDB}" type="pres">
      <dgm:prSet presAssocID="{FDCA2F70-C22B-4C88-BF3F-0834A8E72270}" presName="compNode" presStyleCnt="0"/>
      <dgm:spPr/>
    </dgm:pt>
    <dgm:pt modelId="{226449D4-6534-4826-84E9-FDC683272D86}" type="pres">
      <dgm:prSet presAssocID="{FDCA2F70-C22B-4C88-BF3F-0834A8E72270}" presName="bgRect" presStyleLbl="bgShp" presStyleIdx="5" presStyleCnt="6"/>
      <dgm:spPr/>
    </dgm:pt>
    <dgm:pt modelId="{7DB892EB-4AE7-4E7A-8A3C-374DFD2C0815}" type="pres">
      <dgm:prSet presAssocID="{FDCA2F70-C22B-4C88-BF3F-0834A8E72270}"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ar chart"/>
        </a:ext>
      </dgm:extLst>
    </dgm:pt>
    <dgm:pt modelId="{988BEA58-4349-4029-A2DC-A8A911BB5B9A}" type="pres">
      <dgm:prSet presAssocID="{FDCA2F70-C22B-4C88-BF3F-0834A8E72270}" presName="spaceRect" presStyleCnt="0"/>
      <dgm:spPr/>
    </dgm:pt>
    <dgm:pt modelId="{F79C9751-E510-402E-BCFF-7100A64C14E0}" type="pres">
      <dgm:prSet presAssocID="{FDCA2F70-C22B-4C88-BF3F-0834A8E72270}" presName="parTx" presStyleLbl="revTx" presStyleIdx="5" presStyleCnt="6">
        <dgm:presLayoutVars>
          <dgm:chMax val="0"/>
          <dgm:chPref val="0"/>
        </dgm:presLayoutVars>
      </dgm:prSet>
      <dgm:spPr/>
    </dgm:pt>
  </dgm:ptLst>
  <dgm:cxnLst>
    <dgm:cxn modelId="{D7723A09-9F6C-4D95-8F48-BD54816DFCF0}" type="presOf" srcId="{3450AA48-BE4C-4B8D-8E88-AE5B1C98CD37}" destId="{D4CDA31A-A34F-46E5-BB9A-6945E98D96F2}" srcOrd="0" destOrd="0" presId="urn:microsoft.com/office/officeart/2018/2/layout/IconVerticalSolidList"/>
    <dgm:cxn modelId="{653F8821-100F-4B11-AAD1-5E62E3F65711}" type="presOf" srcId="{08DCD286-7C4F-4BD2-9E1A-9FAD0BC4C475}" destId="{EB23D154-0FA2-4F47-82FB-A867EDBB4E87}" srcOrd="0" destOrd="0" presId="urn:microsoft.com/office/officeart/2018/2/layout/IconVerticalSolidList"/>
    <dgm:cxn modelId="{46B4002E-681C-4EF6-9F89-34D6955CFC42}" srcId="{28C75FD6-0D00-490F-98EE-800A7C87F16A}" destId="{08DCD286-7C4F-4BD2-9E1A-9FAD0BC4C475}" srcOrd="3" destOrd="0" parTransId="{9A48A424-94A3-4A77-8802-2DCF49540F74}" sibTransId="{9A80E114-2D59-4A36-9CF8-E031808AC331}"/>
    <dgm:cxn modelId="{3A643632-931A-4711-AB63-25C307E2C926}" srcId="{28C75FD6-0D00-490F-98EE-800A7C87F16A}" destId="{FDCA2F70-C22B-4C88-BF3F-0834A8E72270}" srcOrd="5" destOrd="0" parTransId="{9344AB77-61C4-4F9D-A93D-394F7FC14256}" sibTransId="{99C7C66A-D084-470C-A63D-3825C071FCBE}"/>
    <dgm:cxn modelId="{734A5D5F-2E76-4A00-A04E-E3E592EF83D6}" srcId="{28C75FD6-0D00-490F-98EE-800A7C87F16A}" destId="{0791CED6-524D-453E-BA93-4C0AE9C80FD9}" srcOrd="2" destOrd="0" parTransId="{58576C90-8A6D-4E59-86E4-E8A42A8D015C}" sibTransId="{70EF9D27-5DF6-4162-97A6-A632CCFF15E7}"/>
    <dgm:cxn modelId="{73A1336B-A936-4778-9A61-648F742D8651}" srcId="{28C75FD6-0D00-490F-98EE-800A7C87F16A}" destId="{E42ED600-EA7E-4E78-8987-A158A403E5B6}" srcOrd="4" destOrd="0" parTransId="{3D4A9AB7-9021-4DD1-B0EC-DCBBF005114A}" sibTransId="{191C6CA7-BC2C-4A6B-9C13-040A48771F27}"/>
    <dgm:cxn modelId="{9063C252-53B3-4A66-AC8A-BD45A35782C9}" type="presOf" srcId="{6FF8206F-6D65-42A1-8566-28CD09663383}" destId="{C3B34AE2-A3A3-49BA-98C4-14D2511A95E2}" srcOrd="0" destOrd="0" presId="urn:microsoft.com/office/officeart/2018/2/layout/IconVerticalSolidList"/>
    <dgm:cxn modelId="{5154EAA1-6F1E-402F-8E45-953DF310E0C2}" type="presOf" srcId="{0791CED6-524D-453E-BA93-4C0AE9C80FD9}" destId="{ADC316BE-288F-4B87-997A-64AEA51F6057}" srcOrd="0" destOrd="0" presId="urn:microsoft.com/office/officeart/2018/2/layout/IconVerticalSolidList"/>
    <dgm:cxn modelId="{0453BBB1-B73E-4BEB-BBC3-C0FB00B6F9DA}" srcId="{28C75FD6-0D00-490F-98EE-800A7C87F16A}" destId="{6FF8206F-6D65-42A1-8566-28CD09663383}" srcOrd="0" destOrd="0" parTransId="{BE054EF8-F221-443E-8A47-DC82C6AC3C85}" sibTransId="{877AD5A2-C467-472B-9D30-235A730A41D8}"/>
    <dgm:cxn modelId="{56E1A2B2-253E-44D0-B969-E8A32C150A68}" srcId="{28C75FD6-0D00-490F-98EE-800A7C87F16A}" destId="{3450AA48-BE4C-4B8D-8E88-AE5B1C98CD37}" srcOrd="1" destOrd="0" parTransId="{7B013B4C-8A26-4EC0-B97A-15A3665A0D39}" sibTransId="{12A31724-DDDD-43E2-9F99-FEC761517195}"/>
    <dgm:cxn modelId="{81F08EBA-5E55-4040-8496-F5909798AB0A}" type="presOf" srcId="{FDCA2F70-C22B-4C88-BF3F-0834A8E72270}" destId="{F79C9751-E510-402E-BCFF-7100A64C14E0}" srcOrd="0" destOrd="0" presId="urn:microsoft.com/office/officeart/2018/2/layout/IconVerticalSolidList"/>
    <dgm:cxn modelId="{BDEC52F6-4FAD-4B27-A365-CFD15CB0E754}" type="presOf" srcId="{28C75FD6-0D00-490F-98EE-800A7C87F16A}" destId="{056A8846-B162-48AE-B79F-C21069D477DF}" srcOrd="0" destOrd="0" presId="urn:microsoft.com/office/officeart/2018/2/layout/IconVerticalSolidList"/>
    <dgm:cxn modelId="{6F8B6BF7-F2B9-425F-AC26-79792CE89FB3}" type="presOf" srcId="{E42ED600-EA7E-4E78-8987-A158A403E5B6}" destId="{11F456FC-CAA5-41F7-A489-1ACB28CC065A}" srcOrd="0" destOrd="0" presId="urn:microsoft.com/office/officeart/2018/2/layout/IconVerticalSolidList"/>
    <dgm:cxn modelId="{3E909FA6-1ABE-419C-8E18-DCB13A674AE4}" type="presParOf" srcId="{056A8846-B162-48AE-B79F-C21069D477DF}" destId="{C26CD5B6-0C5B-474E-96DB-1840DECB03E3}" srcOrd="0" destOrd="0" presId="urn:microsoft.com/office/officeart/2018/2/layout/IconVerticalSolidList"/>
    <dgm:cxn modelId="{3431DBD0-62E3-469D-9780-EF92260D0DD7}" type="presParOf" srcId="{C26CD5B6-0C5B-474E-96DB-1840DECB03E3}" destId="{EDFCA6BA-8604-43D6-8E23-2AAF28891CAA}" srcOrd="0" destOrd="0" presId="urn:microsoft.com/office/officeart/2018/2/layout/IconVerticalSolidList"/>
    <dgm:cxn modelId="{68BA00BA-865B-4CBB-83B9-4D32E3BFF806}" type="presParOf" srcId="{C26CD5B6-0C5B-474E-96DB-1840DECB03E3}" destId="{EC4A2CAE-8BC6-43C7-B984-6A660D4E5683}" srcOrd="1" destOrd="0" presId="urn:microsoft.com/office/officeart/2018/2/layout/IconVerticalSolidList"/>
    <dgm:cxn modelId="{8ADF8D80-0792-432C-9723-19BD73D591C2}" type="presParOf" srcId="{C26CD5B6-0C5B-474E-96DB-1840DECB03E3}" destId="{DCBE68EE-7403-4FDF-B04E-78030DBDFDDB}" srcOrd="2" destOrd="0" presId="urn:microsoft.com/office/officeart/2018/2/layout/IconVerticalSolidList"/>
    <dgm:cxn modelId="{8AF426D4-74AD-4479-925A-B3A8CE79BCEE}" type="presParOf" srcId="{C26CD5B6-0C5B-474E-96DB-1840DECB03E3}" destId="{C3B34AE2-A3A3-49BA-98C4-14D2511A95E2}" srcOrd="3" destOrd="0" presId="urn:microsoft.com/office/officeart/2018/2/layout/IconVerticalSolidList"/>
    <dgm:cxn modelId="{B96194EB-7795-45B7-B8E3-FD896779B47A}" type="presParOf" srcId="{056A8846-B162-48AE-B79F-C21069D477DF}" destId="{2CBE08EC-8DB3-4CEB-8692-E017B327EFF0}" srcOrd="1" destOrd="0" presId="urn:microsoft.com/office/officeart/2018/2/layout/IconVerticalSolidList"/>
    <dgm:cxn modelId="{78A06738-CD69-4ECD-9F3C-C9006CF42EA0}" type="presParOf" srcId="{056A8846-B162-48AE-B79F-C21069D477DF}" destId="{E99DC847-FF70-47F1-9CB0-98C1FDA866A2}" srcOrd="2" destOrd="0" presId="urn:microsoft.com/office/officeart/2018/2/layout/IconVerticalSolidList"/>
    <dgm:cxn modelId="{ADDF2262-6534-4E03-BC85-8D9619DCC93D}" type="presParOf" srcId="{E99DC847-FF70-47F1-9CB0-98C1FDA866A2}" destId="{AB7472E8-78C7-4CF0-868E-C1936197D5A2}" srcOrd="0" destOrd="0" presId="urn:microsoft.com/office/officeart/2018/2/layout/IconVerticalSolidList"/>
    <dgm:cxn modelId="{1741C12F-768C-4E3C-9F75-E9A6DD20C2EA}" type="presParOf" srcId="{E99DC847-FF70-47F1-9CB0-98C1FDA866A2}" destId="{BDDA293A-37D7-4C0F-95CC-3407C04E120B}" srcOrd="1" destOrd="0" presId="urn:microsoft.com/office/officeart/2018/2/layout/IconVerticalSolidList"/>
    <dgm:cxn modelId="{D24BACF1-2614-4C77-B608-0E9C9698195B}" type="presParOf" srcId="{E99DC847-FF70-47F1-9CB0-98C1FDA866A2}" destId="{312C9E1B-BA2B-4884-AB2E-DE3D49E1BAA5}" srcOrd="2" destOrd="0" presId="urn:microsoft.com/office/officeart/2018/2/layout/IconVerticalSolidList"/>
    <dgm:cxn modelId="{4EF186EE-521A-4BB8-87DF-D655F6AECE9B}" type="presParOf" srcId="{E99DC847-FF70-47F1-9CB0-98C1FDA866A2}" destId="{D4CDA31A-A34F-46E5-BB9A-6945E98D96F2}" srcOrd="3" destOrd="0" presId="urn:microsoft.com/office/officeart/2018/2/layout/IconVerticalSolidList"/>
    <dgm:cxn modelId="{C70B42B7-7452-45CC-B898-A513BA391DA7}" type="presParOf" srcId="{056A8846-B162-48AE-B79F-C21069D477DF}" destId="{5555928D-8372-4398-8CD2-929B4368825C}" srcOrd="3" destOrd="0" presId="urn:microsoft.com/office/officeart/2018/2/layout/IconVerticalSolidList"/>
    <dgm:cxn modelId="{8CAE9349-5FC9-4CB5-B382-4B321D8125A6}" type="presParOf" srcId="{056A8846-B162-48AE-B79F-C21069D477DF}" destId="{D1CB4F74-3862-4A66-B61C-C29251F3A8DE}" srcOrd="4" destOrd="0" presId="urn:microsoft.com/office/officeart/2018/2/layout/IconVerticalSolidList"/>
    <dgm:cxn modelId="{4768F843-52E7-412F-B7B8-362792BD18C1}" type="presParOf" srcId="{D1CB4F74-3862-4A66-B61C-C29251F3A8DE}" destId="{D93FD663-6A4D-4B17-8AFE-8D361B1000B1}" srcOrd="0" destOrd="0" presId="urn:microsoft.com/office/officeart/2018/2/layout/IconVerticalSolidList"/>
    <dgm:cxn modelId="{02F02EB5-8006-41C8-8B3C-31AA632FDAC5}" type="presParOf" srcId="{D1CB4F74-3862-4A66-B61C-C29251F3A8DE}" destId="{54F3D70E-62DC-43F7-9B6F-D709B43614EB}" srcOrd="1" destOrd="0" presId="urn:microsoft.com/office/officeart/2018/2/layout/IconVerticalSolidList"/>
    <dgm:cxn modelId="{A599320F-E763-42AF-A3C7-1F5ABC1108A1}" type="presParOf" srcId="{D1CB4F74-3862-4A66-B61C-C29251F3A8DE}" destId="{45D81ACD-A0ED-430E-B190-6D9565D4C0B3}" srcOrd="2" destOrd="0" presId="urn:microsoft.com/office/officeart/2018/2/layout/IconVerticalSolidList"/>
    <dgm:cxn modelId="{F95AFDB2-6E28-42AE-AAD3-D376E47DD98B}" type="presParOf" srcId="{D1CB4F74-3862-4A66-B61C-C29251F3A8DE}" destId="{ADC316BE-288F-4B87-997A-64AEA51F6057}" srcOrd="3" destOrd="0" presId="urn:microsoft.com/office/officeart/2018/2/layout/IconVerticalSolidList"/>
    <dgm:cxn modelId="{4E7DFD70-9876-409C-95CF-8E2C111DBCB8}" type="presParOf" srcId="{056A8846-B162-48AE-B79F-C21069D477DF}" destId="{5D6340ED-5E75-4181-8951-66A64437616C}" srcOrd="5" destOrd="0" presId="urn:microsoft.com/office/officeart/2018/2/layout/IconVerticalSolidList"/>
    <dgm:cxn modelId="{049BEC2D-DDF1-405E-AEFA-57B3B29F46C0}" type="presParOf" srcId="{056A8846-B162-48AE-B79F-C21069D477DF}" destId="{20D47A2F-5643-4021-8E06-851F8D5F8E33}" srcOrd="6" destOrd="0" presId="urn:microsoft.com/office/officeart/2018/2/layout/IconVerticalSolidList"/>
    <dgm:cxn modelId="{EAD51CB4-9A66-4A20-8504-BDFEC04950C5}" type="presParOf" srcId="{20D47A2F-5643-4021-8E06-851F8D5F8E33}" destId="{2C34E911-C7D8-45D0-92CD-11B6A4074487}" srcOrd="0" destOrd="0" presId="urn:microsoft.com/office/officeart/2018/2/layout/IconVerticalSolidList"/>
    <dgm:cxn modelId="{B6CF11F3-4482-4375-9A17-3C2F4B7D0D7D}" type="presParOf" srcId="{20D47A2F-5643-4021-8E06-851F8D5F8E33}" destId="{5786BD54-0087-40B8-B6E9-53CDE1478106}" srcOrd="1" destOrd="0" presId="urn:microsoft.com/office/officeart/2018/2/layout/IconVerticalSolidList"/>
    <dgm:cxn modelId="{7FAE6C1A-791A-4AAE-86AF-43FFA653CC22}" type="presParOf" srcId="{20D47A2F-5643-4021-8E06-851F8D5F8E33}" destId="{FBE85358-CE56-439B-811D-3A7302E82B16}" srcOrd="2" destOrd="0" presId="urn:microsoft.com/office/officeart/2018/2/layout/IconVerticalSolidList"/>
    <dgm:cxn modelId="{07EB8B3B-E3BF-4391-B9C9-26DF7ADA8F92}" type="presParOf" srcId="{20D47A2F-5643-4021-8E06-851F8D5F8E33}" destId="{EB23D154-0FA2-4F47-82FB-A867EDBB4E87}" srcOrd="3" destOrd="0" presId="urn:microsoft.com/office/officeart/2018/2/layout/IconVerticalSolidList"/>
    <dgm:cxn modelId="{2560A8A7-8F26-463C-8804-D886C5A4BD50}" type="presParOf" srcId="{056A8846-B162-48AE-B79F-C21069D477DF}" destId="{DC0DE0A8-5C70-414F-B9DC-B8392CE5B49E}" srcOrd="7" destOrd="0" presId="urn:microsoft.com/office/officeart/2018/2/layout/IconVerticalSolidList"/>
    <dgm:cxn modelId="{ACAA616E-3A59-42D0-B091-1DD353DBBAEE}" type="presParOf" srcId="{056A8846-B162-48AE-B79F-C21069D477DF}" destId="{A5637D10-1676-426D-96D2-85BFC587CDF9}" srcOrd="8" destOrd="0" presId="urn:microsoft.com/office/officeart/2018/2/layout/IconVerticalSolidList"/>
    <dgm:cxn modelId="{BA83E13C-0D61-4420-A922-67EFDEB39F2F}" type="presParOf" srcId="{A5637D10-1676-426D-96D2-85BFC587CDF9}" destId="{91F23F01-6106-41F0-8AF7-86140EF30080}" srcOrd="0" destOrd="0" presId="urn:microsoft.com/office/officeart/2018/2/layout/IconVerticalSolidList"/>
    <dgm:cxn modelId="{31807978-E491-4947-A9C3-B73199B838E3}" type="presParOf" srcId="{A5637D10-1676-426D-96D2-85BFC587CDF9}" destId="{080DDA34-2242-4D4E-AE05-C7C562CD91AD}" srcOrd="1" destOrd="0" presId="urn:microsoft.com/office/officeart/2018/2/layout/IconVerticalSolidList"/>
    <dgm:cxn modelId="{F69499F0-C6E8-4703-AF35-7B01C5A99045}" type="presParOf" srcId="{A5637D10-1676-426D-96D2-85BFC587CDF9}" destId="{160717A3-78B2-4D0B-BA0C-2DB368F844FB}" srcOrd="2" destOrd="0" presId="urn:microsoft.com/office/officeart/2018/2/layout/IconVerticalSolidList"/>
    <dgm:cxn modelId="{92366A18-EEBC-49F9-A637-81D2F49CA339}" type="presParOf" srcId="{A5637D10-1676-426D-96D2-85BFC587CDF9}" destId="{11F456FC-CAA5-41F7-A489-1ACB28CC065A}" srcOrd="3" destOrd="0" presId="urn:microsoft.com/office/officeart/2018/2/layout/IconVerticalSolidList"/>
    <dgm:cxn modelId="{DF7C398D-1F14-4D0F-95B1-037C43AD8465}" type="presParOf" srcId="{056A8846-B162-48AE-B79F-C21069D477DF}" destId="{EFBB8282-24FC-4CC8-AABB-866DB462EAB1}" srcOrd="9" destOrd="0" presId="urn:microsoft.com/office/officeart/2018/2/layout/IconVerticalSolidList"/>
    <dgm:cxn modelId="{D5E3BC5E-99D2-40EB-A387-B942779D94E4}" type="presParOf" srcId="{056A8846-B162-48AE-B79F-C21069D477DF}" destId="{78ADE35F-3BF4-42DD-B97A-CDFCFE5C0FDB}" srcOrd="10" destOrd="0" presId="urn:microsoft.com/office/officeart/2018/2/layout/IconVerticalSolidList"/>
    <dgm:cxn modelId="{86E27B9C-DDBA-4B35-AB53-96F7BDE1FC6E}" type="presParOf" srcId="{78ADE35F-3BF4-42DD-B97A-CDFCFE5C0FDB}" destId="{226449D4-6534-4826-84E9-FDC683272D86}" srcOrd="0" destOrd="0" presId="urn:microsoft.com/office/officeart/2018/2/layout/IconVerticalSolidList"/>
    <dgm:cxn modelId="{D9400BA8-5449-4553-8BDC-D7DC0AA29967}" type="presParOf" srcId="{78ADE35F-3BF4-42DD-B97A-CDFCFE5C0FDB}" destId="{7DB892EB-4AE7-4E7A-8A3C-374DFD2C0815}" srcOrd="1" destOrd="0" presId="urn:microsoft.com/office/officeart/2018/2/layout/IconVerticalSolidList"/>
    <dgm:cxn modelId="{35C0EF38-0C33-4327-BFA8-C4C9E861E62A}" type="presParOf" srcId="{78ADE35F-3BF4-42DD-B97A-CDFCFE5C0FDB}" destId="{988BEA58-4349-4029-A2DC-A8A911BB5B9A}" srcOrd="2" destOrd="0" presId="urn:microsoft.com/office/officeart/2018/2/layout/IconVerticalSolidList"/>
    <dgm:cxn modelId="{A012AF4C-F8D1-43FE-979F-FCD9CEF325E4}" type="presParOf" srcId="{78ADE35F-3BF4-42DD-B97A-CDFCFE5C0FDB}" destId="{F79C9751-E510-402E-BCFF-7100A64C14E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4F8A5BD-2D58-4B09-B7F4-B68EAA3B4B21}"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88A57088-B99B-4185-BE3D-14DDDC6ED9FC}">
      <dgm:prSet/>
      <dgm:spPr/>
      <dgm:t>
        <a:bodyPr/>
        <a:lstStyle/>
        <a:p>
          <a:pPr>
            <a:lnSpc>
              <a:spcPct val="100000"/>
            </a:lnSpc>
          </a:pPr>
          <a:r>
            <a:rPr lang="es-MX" b="1"/>
            <a:t>Microsoft Power BI:</a:t>
          </a:r>
          <a:r>
            <a:rPr lang="es-MX"/>
            <a:t> Líder actual, ideal por su integración con el ecosistema Microsoft (Excel, Azure) y gran relación costo-funcionalidad.</a:t>
          </a:r>
          <a:endParaRPr lang="en-US"/>
        </a:p>
      </dgm:t>
    </dgm:pt>
    <dgm:pt modelId="{27133BBB-98B0-44F8-A0DC-878EA99C22DB}" type="parTrans" cxnId="{755E68F4-F52E-40D8-A4E4-C7A175C671BC}">
      <dgm:prSet/>
      <dgm:spPr/>
      <dgm:t>
        <a:bodyPr/>
        <a:lstStyle/>
        <a:p>
          <a:endParaRPr lang="en-US"/>
        </a:p>
      </dgm:t>
    </dgm:pt>
    <dgm:pt modelId="{5B13646E-6B7A-4F12-BF7F-1DE7A58B01F9}" type="sibTrans" cxnId="{755E68F4-F52E-40D8-A4E4-C7A175C671BC}">
      <dgm:prSet/>
      <dgm:spPr/>
      <dgm:t>
        <a:bodyPr/>
        <a:lstStyle/>
        <a:p>
          <a:pPr>
            <a:lnSpc>
              <a:spcPct val="100000"/>
            </a:lnSpc>
          </a:pPr>
          <a:endParaRPr lang="en-US"/>
        </a:p>
      </dgm:t>
    </dgm:pt>
    <dgm:pt modelId="{625387D1-47B1-484B-B588-D366FE21FE92}">
      <dgm:prSet/>
      <dgm:spPr/>
      <dgm:t>
        <a:bodyPr/>
        <a:lstStyle/>
        <a:p>
          <a:pPr>
            <a:lnSpc>
              <a:spcPct val="100000"/>
            </a:lnSpc>
          </a:pPr>
          <a:r>
            <a:rPr lang="es-MX" b="1"/>
            <a:t>Tableau:</a:t>
          </a:r>
          <a:r>
            <a:rPr lang="es-MX"/>
            <a:t> Reconocida por sus capacidades avanzadas de visualización de datos y </a:t>
          </a:r>
          <a:r>
            <a:rPr lang="es-MX" i="1"/>
            <a:t>storytelling</a:t>
          </a:r>
          <a:r>
            <a:rPr lang="es-MX"/>
            <a:t>.</a:t>
          </a:r>
          <a:endParaRPr lang="en-US"/>
        </a:p>
      </dgm:t>
    </dgm:pt>
    <dgm:pt modelId="{BE72D208-054D-4658-B790-8849A3495280}" type="parTrans" cxnId="{4E00FAE2-CF7B-4049-9D20-59B388D18479}">
      <dgm:prSet/>
      <dgm:spPr/>
      <dgm:t>
        <a:bodyPr/>
        <a:lstStyle/>
        <a:p>
          <a:endParaRPr lang="en-US"/>
        </a:p>
      </dgm:t>
    </dgm:pt>
    <dgm:pt modelId="{FDE05126-9957-464F-B632-28D52669B0E7}" type="sibTrans" cxnId="{4E00FAE2-CF7B-4049-9D20-59B388D18479}">
      <dgm:prSet/>
      <dgm:spPr/>
      <dgm:t>
        <a:bodyPr/>
        <a:lstStyle/>
        <a:p>
          <a:pPr>
            <a:lnSpc>
              <a:spcPct val="100000"/>
            </a:lnSpc>
          </a:pPr>
          <a:endParaRPr lang="en-US"/>
        </a:p>
      </dgm:t>
    </dgm:pt>
    <dgm:pt modelId="{182BB05B-CA58-4C55-8E40-63DB609D2630}">
      <dgm:prSet/>
      <dgm:spPr/>
      <dgm:t>
        <a:bodyPr/>
        <a:lstStyle/>
        <a:p>
          <a:pPr>
            <a:lnSpc>
              <a:spcPct val="100000"/>
            </a:lnSpc>
          </a:pPr>
          <a:r>
            <a:rPr lang="es-MX" b="1"/>
            <a:t>Qlik Sense (QlikView):</a:t>
          </a:r>
          <a:r>
            <a:rPr lang="es-MX"/>
            <a:t> Destaca por su motor asociativo que permite explorar datos de forma flexible.</a:t>
          </a:r>
          <a:endParaRPr lang="en-US"/>
        </a:p>
      </dgm:t>
    </dgm:pt>
    <dgm:pt modelId="{C14EB363-4617-4B37-AAE5-11C78AFB6A88}" type="parTrans" cxnId="{EDFA90A5-FBB0-4745-B3E0-5849BEB4C90B}">
      <dgm:prSet/>
      <dgm:spPr/>
      <dgm:t>
        <a:bodyPr/>
        <a:lstStyle/>
        <a:p>
          <a:endParaRPr lang="en-US"/>
        </a:p>
      </dgm:t>
    </dgm:pt>
    <dgm:pt modelId="{570EFB24-B3B0-48D0-B9BF-723DADC498FB}" type="sibTrans" cxnId="{EDFA90A5-FBB0-4745-B3E0-5849BEB4C90B}">
      <dgm:prSet/>
      <dgm:spPr/>
      <dgm:t>
        <a:bodyPr/>
        <a:lstStyle/>
        <a:p>
          <a:pPr>
            <a:lnSpc>
              <a:spcPct val="100000"/>
            </a:lnSpc>
          </a:pPr>
          <a:endParaRPr lang="en-US"/>
        </a:p>
      </dgm:t>
    </dgm:pt>
    <dgm:pt modelId="{8521E6E8-51CB-44C3-A549-F24EC82221EF}">
      <dgm:prSet/>
      <dgm:spPr/>
      <dgm:t>
        <a:bodyPr/>
        <a:lstStyle/>
        <a:p>
          <a:pPr>
            <a:lnSpc>
              <a:spcPct val="100000"/>
            </a:lnSpc>
          </a:pPr>
          <a:r>
            <a:rPr lang="es-MX" b="1"/>
            <a:t>SAP BusinessObjects:</a:t>
          </a:r>
          <a:r>
            <a:rPr lang="es-MX"/>
            <a:t> Una suite robusta para inteligencia empresarial orientada a grandes empresas.</a:t>
          </a:r>
          <a:endParaRPr lang="en-US"/>
        </a:p>
      </dgm:t>
    </dgm:pt>
    <dgm:pt modelId="{458DE96B-E5EA-4696-92F9-C09A92931885}" type="parTrans" cxnId="{349A3ED0-21FC-4267-829E-2E0FE2F14EF0}">
      <dgm:prSet/>
      <dgm:spPr/>
      <dgm:t>
        <a:bodyPr/>
        <a:lstStyle/>
        <a:p>
          <a:endParaRPr lang="en-US"/>
        </a:p>
      </dgm:t>
    </dgm:pt>
    <dgm:pt modelId="{77D8ABF6-4099-4DFE-80A3-1A25E407D139}" type="sibTrans" cxnId="{349A3ED0-21FC-4267-829E-2E0FE2F14EF0}">
      <dgm:prSet/>
      <dgm:spPr/>
      <dgm:t>
        <a:bodyPr/>
        <a:lstStyle/>
        <a:p>
          <a:pPr>
            <a:lnSpc>
              <a:spcPct val="100000"/>
            </a:lnSpc>
          </a:pPr>
          <a:endParaRPr lang="en-US"/>
        </a:p>
      </dgm:t>
    </dgm:pt>
    <dgm:pt modelId="{31AEF598-998C-43A0-926F-3A29B80D94D8}">
      <dgm:prSet/>
      <dgm:spPr/>
      <dgm:t>
        <a:bodyPr/>
        <a:lstStyle/>
        <a:p>
          <a:pPr>
            <a:lnSpc>
              <a:spcPct val="100000"/>
            </a:lnSpc>
          </a:pPr>
          <a:r>
            <a:rPr lang="es-MX" b="1"/>
            <a:t>SAS Business Intelligence:</a:t>
          </a:r>
          <a:r>
            <a:rPr lang="es-MX"/>
            <a:t> Enfocada en analítica avanzada y gestión de datos.</a:t>
          </a:r>
          <a:endParaRPr lang="en-US"/>
        </a:p>
      </dgm:t>
    </dgm:pt>
    <dgm:pt modelId="{E005BAC3-D25D-40BC-A368-F05D8AAB9CA3}" type="parTrans" cxnId="{20ECB51E-E846-451F-AEFC-9BA894A9D9AA}">
      <dgm:prSet/>
      <dgm:spPr/>
      <dgm:t>
        <a:bodyPr/>
        <a:lstStyle/>
        <a:p>
          <a:endParaRPr lang="en-US"/>
        </a:p>
      </dgm:t>
    </dgm:pt>
    <dgm:pt modelId="{80575C05-276A-4B99-AD57-E53B013C2B16}" type="sibTrans" cxnId="{20ECB51E-E846-451F-AEFC-9BA894A9D9AA}">
      <dgm:prSet/>
      <dgm:spPr/>
      <dgm:t>
        <a:bodyPr/>
        <a:lstStyle/>
        <a:p>
          <a:pPr>
            <a:lnSpc>
              <a:spcPct val="100000"/>
            </a:lnSpc>
          </a:pPr>
          <a:endParaRPr lang="en-US"/>
        </a:p>
      </dgm:t>
    </dgm:pt>
    <dgm:pt modelId="{9D7B9325-C882-4895-AFBB-79E0A50151AB}">
      <dgm:prSet/>
      <dgm:spPr/>
      <dgm:t>
        <a:bodyPr/>
        <a:lstStyle/>
        <a:p>
          <a:pPr>
            <a:lnSpc>
              <a:spcPct val="100000"/>
            </a:lnSpc>
          </a:pPr>
          <a:r>
            <a:rPr lang="es-MX" b="1"/>
            <a:t>Looker Studio (antes Google Data Studio):</a:t>
          </a:r>
          <a:r>
            <a:rPr lang="es-MX"/>
            <a:t> Opción gratuita excelente para Dashboards interactivos y reportes web.</a:t>
          </a:r>
          <a:endParaRPr lang="en-US"/>
        </a:p>
      </dgm:t>
    </dgm:pt>
    <dgm:pt modelId="{091C2E5B-1E8C-4590-BB9A-D11EFB7C937E}" type="parTrans" cxnId="{1AEBDBDE-CEDE-4D29-B9D2-1B9F752C3AF6}">
      <dgm:prSet/>
      <dgm:spPr/>
      <dgm:t>
        <a:bodyPr/>
        <a:lstStyle/>
        <a:p>
          <a:endParaRPr lang="en-US"/>
        </a:p>
      </dgm:t>
    </dgm:pt>
    <dgm:pt modelId="{D79CF8AC-4392-4107-A0F8-1660436C2E67}" type="sibTrans" cxnId="{1AEBDBDE-CEDE-4D29-B9D2-1B9F752C3AF6}">
      <dgm:prSet/>
      <dgm:spPr/>
      <dgm:t>
        <a:bodyPr/>
        <a:lstStyle/>
        <a:p>
          <a:pPr>
            <a:lnSpc>
              <a:spcPct val="100000"/>
            </a:lnSpc>
          </a:pPr>
          <a:endParaRPr lang="en-US"/>
        </a:p>
      </dgm:t>
    </dgm:pt>
    <dgm:pt modelId="{882F1DD3-47E2-43CF-AA2C-57291CD8F0E4}">
      <dgm:prSet/>
      <dgm:spPr/>
      <dgm:t>
        <a:bodyPr/>
        <a:lstStyle/>
        <a:p>
          <a:pPr>
            <a:lnSpc>
              <a:spcPct val="100000"/>
            </a:lnSpc>
          </a:pPr>
          <a:r>
            <a:rPr lang="es-MX" b="1"/>
            <a:t>Datapine:</a:t>
          </a:r>
          <a:r>
            <a:rPr lang="es-MX"/>
            <a:t> Software intuitivo con funciones predictivas y de IA</a:t>
          </a:r>
          <a:endParaRPr lang="en-US"/>
        </a:p>
      </dgm:t>
    </dgm:pt>
    <dgm:pt modelId="{EF3976BF-046B-4F3F-B38D-EEDD1018ABAF}" type="parTrans" cxnId="{68685FBF-9336-40D0-B138-D6C4FEC35099}">
      <dgm:prSet/>
      <dgm:spPr/>
      <dgm:t>
        <a:bodyPr/>
        <a:lstStyle/>
        <a:p>
          <a:endParaRPr lang="en-US"/>
        </a:p>
      </dgm:t>
    </dgm:pt>
    <dgm:pt modelId="{BD7DEDE6-ABEC-4764-884F-A19DEEADDFC2}" type="sibTrans" cxnId="{68685FBF-9336-40D0-B138-D6C4FEC35099}">
      <dgm:prSet/>
      <dgm:spPr/>
      <dgm:t>
        <a:bodyPr/>
        <a:lstStyle/>
        <a:p>
          <a:endParaRPr lang="en-US"/>
        </a:p>
      </dgm:t>
    </dgm:pt>
    <dgm:pt modelId="{707AA3A8-18F3-44BC-A49D-F930EA5EA44D}" type="pres">
      <dgm:prSet presAssocID="{34F8A5BD-2D58-4B09-B7F4-B68EAA3B4B21}" presName="root" presStyleCnt="0">
        <dgm:presLayoutVars>
          <dgm:dir/>
          <dgm:resizeHandles val="exact"/>
        </dgm:presLayoutVars>
      </dgm:prSet>
      <dgm:spPr/>
    </dgm:pt>
    <dgm:pt modelId="{7CF2B31E-0F43-4F3B-9244-AE62C20D4DCB}" type="pres">
      <dgm:prSet presAssocID="{34F8A5BD-2D58-4B09-B7F4-B68EAA3B4B21}" presName="container" presStyleCnt="0">
        <dgm:presLayoutVars>
          <dgm:dir/>
          <dgm:resizeHandles val="exact"/>
        </dgm:presLayoutVars>
      </dgm:prSet>
      <dgm:spPr/>
    </dgm:pt>
    <dgm:pt modelId="{E9F3010A-4864-4FD3-9E27-4482DEDB3B5B}" type="pres">
      <dgm:prSet presAssocID="{88A57088-B99B-4185-BE3D-14DDDC6ED9FC}" presName="compNode" presStyleCnt="0"/>
      <dgm:spPr/>
    </dgm:pt>
    <dgm:pt modelId="{1901B5D4-F0B5-4649-BBB1-D59FE9C9EDF4}" type="pres">
      <dgm:prSet presAssocID="{88A57088-B99B-4185-BE3D-14DDDC6ED9FC}" presName="iconBgRect" presStyleLbl="bgShp" presStyleIdx="0" presStyleCnt="7"/>
      <dgm:spPr/>
    </dgm:pt>
    <dgm:pt modelId="{3B7AFED3-0E3D-4E6B-8FAF-E813AB795E7B}" type="pres">
      <dgm:prSet presAssocID="{88A57088-B99B-4185-BE3D-14DDDC6ED9FC}"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yncing Cloud"/>
        </a:ext>
      </dgm:extLst>
    </dgm:pt>
    <dgm:pt modelId="{06DE9987-BC55-4B81-9AE3-E6434698A093}" type="pres">
      <dgm:prSet presAssocID="{88A57088-B99B-4185-BE3D-14DDDC6ED9FC}" presName="spaceRect" presStyleCnt="0"/>
      <dgm:spPr/>
    </dgm:pt>
    <dgm:pt modelId="{5BE85943-E6DB-489D-AA6D-CBE8C9694F5A}" type="pres">
      <dgm:prSet presAssocID="{88A57088-B99B-4185-BE3D-14DDDC6ED9FC}" presName="textRect" presStyleLbl="revTx" presStyleIdx="0" presStyleCnt="7">
        <dgm:presLayoutVars>
          <dgm:chMax val="1"/>
          <dgm:chPref val="1"/>
        </dgm:presLayoutVars>
      </dgm:prSet>
      <dgm:spPr/>
    </dgm:pt>
    <dgm:pt modelId="{61889B88-F0E9-4030-AF3F-9F7F209CC6F2}" type="pres">
      <dgm:prSet presAssocID="{5B13646E-6B7A-4F12-BF7F-1DE7A58B01F9}" presName="sibTrans" presStyleLbl="sibTrans2D1" presStyleIdx="0" presStyleCnt="0"/>
      <dgm:spPr/>
    </dgm:pt>
    <dgm:pt modelId="{ED77CC89-9E16-4924-B75F-AC1D0A105282}" type="pres">
      <dgm:prSet presAssocID="{625387D1-47B1-484B-B588-D366FE21FE92}" presName="compNode" presStyleCnt="0"/>
      <dgm:spPr/>
    </dgm:pt>
    <dgm:pt modelId="{3927BEB0-BFE5-4AAB-8A09-112E3B6D776F}" type="pres">
      <dgm:prSet presAssocID="{625387D1-47B1-484B-B588-D366FE21FE92}" presName="iconBgRect" presStyleLbl="bgShp" presStyleIdx="1" presStyleCnt="7"/>
      <dgm:spPr/>
    </dgm:pt>
    <dgm:pt modelId="{885DEBAE-5CA7-48BF-8C68-593DEBC35FA7}" type="pres">
      <dgm:prSet presAssocID="{625387D1-47B1-484B-B588-D366FE21FE92}"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jo"/>
        </a:ext>
      </dgm:extLst>
    </dgm:pt>
    <dgm:pt modelId="{091A1057-3805-4983-B297-F0CC06AE254F}" type="pres">
      <dgm:prSet presAssocID="{625387D1-47B1-484B-B588-D366FE21FE92}" presName="spaceRect" presStyleCnt="0"/>
      <dgm:spPr/>
    </dgm:pt>
    <dgm:pt modelId="{24B3D58F-0086-4A97-870C-34C639247A7A}" type="pres">
      <dgm:prSet presAssocID="{625387D1-47B1-484B-B588-D366FE21FE92}" presName="textRect" presStyleLbl="revTx" presStyleIdx="1" presStyleCnt="7">
        <dgm:presLayoutVars>
          <dgm:chMax val="1"/>
          <dgm:chPref val="1"/>
        </dgm:presLayoutVars>
      </dgm:prSet>
      <dgm:spPr/>
    </dgm:pt>
    <dgm:pt modelId="{7CA3E080-ADBC-46D1-B08C-8E2A5985BE1B}" type="pres">
      <dgm:prSet presAssocID="{FDE05126-9957-464F-B632-28D52669B0E7}" presName="sibTrans" presStyleLbl="sibTrans2D1" presStyleIdx="0" presStyleCnt="0"/>
      <dgm:spPr/>
    </dgm:pt>
    <dgm:pt modelId="{F80F397B-C695-4EE8-BF58-1198A315E1A4}" type="pres">
      <dgm:prSet presAssocID="{182BB05B-CA58-4C55-8E40-63DB609D2630}" presName="compNode" presStyleCnt="0"/>
      <dgm:spPr/>
    </dgm:pt>
    <dgm:pt modelId="{83AFC7BD-9484-4DE9-AA80-98594190A151}" type="pres">
      <dgm:prSet presAssocID="{182BB05B-CA58-4C55-8E40-63DB609D2630}" presName="iconBgRect" presStyleLbl="bgShp" presStyleIdx="2" presStyleCnt="7"/>
      <dgm:spPr/>
    </dgm:pt>
    <dgm:pt modelId="{5F34D8EA-9BD2-453F-A877-DCD417C51E53}" type="pres">
      <dgm:prSet presAssocID="{182BB05B-CA58-4C55-8E40-63DB609D2630}"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inger Print"/>
        </a:ext>
      </dgm:extLst>
    </dgm:pt>
    <dgm:pt modelId="{99AA51B3-7B93-48E7-88F8-2F1ACAEA836D}" type="pres">
      <dgm:prSet presAssocID="{182BB05B-CA58-4C55-8E40-63DB609D2630}" presName="spaceRect" presStyleCnt="0"/>
      <dgm:spPr/>
    </dgm:pt>
    <dgm:pt modelId="{1BACEC6A-F288-4B4D-9C2B-4CFCB25570D4}" type="pres">
      <dgm:prSet presAssocID="{182BB05B-CA58-4C55-8E40-63DB609D2630}" presName="textRect" presStyleLbl="revTx" presStyleIdx="2" presStyleCnt="7">
        <dgm:presLayoutVars>
          <dgm:chMax val="1"/>
          <dgm:chPref val="1"/>
        </dgm:presLayoutVars>
      </dgm:prSet>
      <dgm:spPr/>
    </dgm:pt>
    <dgm:pt modelId="{C1C9E45A-6E35-4102-A8D4-1D3A8B0C3C42}" type="pres">
      <dgm:prSet presAssocID="{570EFB24-B3B0-48D0-B9BF-723DADC498FB}" presName="sibTrans" presStyleLbl="sibTrans2D1" presStyleIdx="0" presStyleCnt="0"/>
      <dgm:spPr/>
    </dgm:pt>
    <dgm:pt modelId="{96A97658-7E60-4C3E-870D-F125D6E3C50A}" type="pres">
      <dgm:prSet presAssocID="{8521E6E8-51CB-44C3-A549-F24EC82221EF}" presName="compNode" presStyleCnt="0"/>
      <dgm:spPr/>
    </dgm:pt>
    <dgm:pt modelId="{0B9C72C4-07CA-4B8C-8222-9034A8697745}" type="pres">
      <dgm:prSet presAssocID="{8521E6E8-51CB-44C3-A549-F24EC82221EF}" presName="iconBgRect" presStyleLbl="bgShp" presStyleIdx="3" presStyleCnt="7"/>
      <dgm:spPr/>
    </dgm:pt>
    <dgm:pt modelId="{F44B819D-B6E3-4B99-A7D1-74D215E70056}" type="pres">
      <dgm:prSet presAssocID="{8521E6E8-51CB-44C3-A549-F24EC82221EF}"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cesador"/>
        </a:ext>
      </dgm:extLst>
    </dgm:pt>
    <dgm:pt modelId="{F9BA474E-F084-4782-A942-D19E5D93642E}" type="pres">
      <dgm:prSet presAssocID="{8521E6E8-51CB-44C3-A549-F24EC82221EF}" presName="spaceRect" presStyleCnt="0"/>
      <dgm:spPr/>
    </dgm:pt>
    <dgm:pt modelId="{C6B817CB-A1C6-47F6-A632-4BCAE2224664}" type="pres">
      <dgm:prSet presAssocID="{8521E6E8-51CB-44C3-A549-F24EC82221EF}" presName="textRect" presStyleLbl="revTx" presStyleIdx="3" presStyleCnt="7">
        <dgm:presLayoutVars>
          <dgm:chMax val="1"/>
          <dgm:chPref val="1"/>
        </dgm:presLayoutVars>
      </dgm:prSet>
      <dgm:spPr/>
    </dgm:pt>
    <dgm:pt modelId="{E2C3D62D-99AF-4D22-8C0D-08CA87A86AF0}" type="pres">
      <dgm:prSet presAssocID="{77D8ABF6-4099-4DFE-80A3-1A25E407D139}" presName="sibTrans" presStyleLbl="sibTrans2D1" presStyleIdx="0" presStyleCnt="0"/>
      <dgm:spPr/>
    </dgm:pt>
    <dgm:pt modelId="{CB0FAF64-C2A1-45FE-A867-C088253F2CDE}" type="pres">
      <dgm:prSet presAssocID="{31AEF598-998C-43A0-926F-3A29B80D94D8}" presName="compNode" presStyleCnt="0"/>
      <dgm:spPr/>
    </dgm:pt>
    <dgm:pt modelId="{DF55A060-1D97-4266-A033-76673BC7930B}" type="pres">
      <dgm:prSet presAssocID="{31AEF598-998C-43A0-926F-3A29B80D94D8}" presName="iconBgRect" presStyleLbl="bgShp" presStyleIdx="4" presStyleCnt="7"/>
      <dgm:spPr/>
    </dgm:pt>
    <dgm:pt modelId="{955914EE-B51F-40F4-B563-0D3CDCB932D5}" type="pres">
      <dgm:prSet presAssocID="{31AEF598-998C-43A0-926F-3A29B80D94D8}"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Estadísticas"/>
        </a:ext>
      </dgm:extLst>
    </dgm:pt>
    <dgm:pt modelId="{0BF80AD7-3DE4-4BDA-AB60-B0509BD1B80E}" type="pres">
      <dgm:prSet presAssocID="{31AEF598-998C-43A0-926F-3A29B80D94D8}" presName="spaceRect" presStyleCnt="0"/>
      <dgm:spPr/>
    </dgm:pt>
    <dgm:pt modelId="{AFF43708-5B3B-4D57-9A72-CB8F289F9E54}" type="pres">
      <dgm:prSet presAssocID="{31AEF598-998C-43A0-926F-3A29B80D94D8}" presName="textRect" presStyleLbl="revTx" presStyleIdx="4" presStyleCnt="7">
        <dgm:presLayoutVars>
          <dgm:chMax val="1"/>
          <dgm:chPref val="1"/>
        </dgm:presLayoutVars>
      </dgm:prSet>
      <dgm:spPr/>
    </dgm:pt>
    <dgm:pt modelId="{271EE540-7EB2-4D1E-B059-8CEE1384A9D8}" type="pres">
      <dgm:prSet presAssocID="{80575C05-276A-4B99-AD57-E53B013C2B16}" presName="sibTrans" presStyleLbl="sibTrans2D1" presStyleIdx="0" presStyleCnt="0"/>
      <dgm:spPr/>
    </dgm:pt>
    <dgm:pt modelId="{2626FEB8-E4C8-46A5-A6A3-F87107FAA502}" type="pres">
      <dgm:prSet presAssocID="{9D7B9325-C882-4895-AFBB-79E0A50151AB}" presName="compNode" presStyleCnt="0"/>
      <dgm:spPr/>
    </dgm:pt>
    <dgm:pt modelId="{0085A0B7-05C7-464B-A5F9-C8ED1F610001}" type="pres">
      <dgm:prSet presAssocID="{9D7B9325-C882-4895-AFBB-79E0A50151AB}" presName="iconBgRect" presStyleLbl="bgShp" presStyleIdx="5" presStyleCnt="7"/>
      <dgm:spPr/>
    </dgm:pt>
    <dgm:pt modelId="{0590762D-19E0-4AB4-B2DA-5C7FAECE154D}" type="pres">
      <dgm:prSet presAssocID="{9D7B9325-C882-4895-AFBB-79E0A50151AB}"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Web Design"/>
        </a:ext>
      </dgm:extLst>
    </dgm:pt>
    <dgm:pt modelId="{CC0DFD2D-076B-42D0-BABC-8B4764734AF8}" type="pres">
      <dgm:prSet presAssocID="{9D7B9325-C882-4895-AFBB-79E0A50151AB}" presName="spaceRect" presStyleCnt="0"/>
      <dgm:spPr/>
    </dgm:pt>
    <dgm:pt modelId="{4EF20D40-0A63-4418-AD68-2B99983788A3}" type="pres">
      <dgm:prSet presAssocID="{9D7B9325-C882-4895-AFBB-79E0A50151AB}" presName="textRect" presStyleLbl="revTx" presStyleIdx="5" presStyleCnt="7">
        <dgm:presLayoutVars>
          <dgm:chMax val="1"/>
          <dgm:chPref val="1"/>
        </dgm:presLayoutVars>
      </dgm:prSet>
      <dgm:spPr/>
    </dgm:pt>
    <dgm:pt modelId="{5E4A8C45-72CD-4D1F-AF04-B410BEAF5A0C}" type="pres">
      <dgm:prSet presAssocID="{D79CF8AC-4392-4107-A0F8-1660436C2E67}" presName="sibTrans" presStyleLbl="sibTrans2D1" presStyleIdx="0" presStyleCnt="0"/>
      <dgm:spPr/>
    </dgm:pt>
    <dgm:pt modelId="{7952AA53-E713-4F4C-A9F0-FCCCE6D08785}" type="pres">
      <dgm:prSet presAssocID="{882F1DD3-47E2-43CF-AA2C-57291CD8F0E4}" presName="compNode" presStyleCnt="0"/>
      <dgm:spPr/>
    </dgm:pt>
    <dgm:pt modelId="{3659EC78-44AE-4EDC-9543-E96BA654C7BA}" type="pres">
      <dgm:prSet presAssocID="{882F1DD3-47E2-43CF-AA2C-57291CD8F0E4}" presName="iconBgRect" presStyleLbl="bgShp" presStyleIdx="6" presStyleCnt="7"/>
      <dgm:spPr/>
    </dgm:pt>
    <dgm:pt modelId="{0DDA14C1-5857-4E67-BE2F-29040A77DB64}" type="pres">
      <dgm:prSet presAssocID="{882F1DD3-47E2-43CF-AA2C-57291CD8F0E4}"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Agregar"/>
        </a:ext>
      </dgm:extLst>
    </dgm:pt>
    <dgm:pt modelId="{57932D1D-DE2B-4943-9A20-F7E258E4EDD0}" type="pres">
      <dgm:prSet presAssocID="{882F1DD3-47E2-43CF-AA2C-57291CD8F0E4}" presName="spaceRect" presStyleCnt="0"/>
      <dgm:spPr/>
    </dgm:pt>
    <dgm:pt modelId="{B0915118-9D4D-4F67-9D54-EE89372971E9}" type="pres">
      <dgm:prSet presAssocID="{882F1DD3-47E2-43CF-AA2C-57291CD8F0E4}" presName="textRect" presStyleLbl="revTx" presStyleIdx="6" presStyleCnt="7">
        <dgm:presLayoutVars>
          <dgm:chMax val="1"/>
          <dgm:chPref val="1"/>
        </dgm:presLayoutVars>
      </dgm:prSet>
      <dgm:spPr/>
    </dgm:pt>
  </dgm:ptLst>
  <dgm:cxnLst>
    <dgm:cxn modelId="{853E5903-36EF-4C61-AAFA-641E51A97483}" type="presOf" srcId="{5B13646E-6B7A-4F12-BF7F-1DE7A58B01F9}" destId="{61889B88-F0E9-4030-AF3F-9F7F209CC6F2}" srcOrd="0" destOrd="0" presId="urn:microsoft.com/office/officeart/2018/2/layout/IconCircleList"/>
    <dgm:cxn modelId="{20ECB51E-E846-451F-AEFC-9BA894A9D9AA}" srcId="{34F8A5BD-2D58-4B09-B7F4-B68EAA3B4B21}" destId="{31AEF598-998C-43A0-926F-3A29B80D94D8}" srcOrd="4" destOrd="0" parTransId="{E005BAC3-D25D-40BC-A368-F05D8AAB9CA3}" sibTransId="{80575C05-276A-4B99-AD57-E53B013C2B16}"/>
    <dgm:cxn modelId="{7669AA1F-933C-481B-ABDA-2E560432BE75}" type="presOf" srcId="{625387D1-47B1-484B-B588-D366FE21FE92}" destId="{24B3D58F-0086-4A97-870C-34C639247A7A}" srcOrd="0" destOrd="0" presId="urn:microsoft.com/office/officeart/2018/2/layout/IconCircleList"/>
    <dgm:cxn modelId="{D8C8E623-3154-42F6-986E-B20200F7B9FF}" type="presOf" srcId="{34F8A5BD-2D58-4B09-B7F4-B68EAA3B4B21}" destId="{707AA3A8-18F3-44BC-A49D-F930EA5EA44D}" srcOrd="0" destOrd="0" presId="urn:microsoft.com/office/officeart/2018/2/layout/IconCircleList"/>
    <dgm:cxn modelId="{7DA51F27-1049-4DFC-A539-5002C140E2D8}" type="presOf" srcId="{FDE05126-9957-464F-B632-28D52669B0E7}" destId="{7CA3E080-ADBC-46D1-B08C-8E2A5985BE1B}" srcOrd="0" destOrd="0" presId="urn:microsoft.com/office/officeart/2018/2/layout/IconCircleList"/>
    <dgm:cxn modelId="{246DEC27-49FE-46E4-9151-8B72D14F5EE0}" type="presOf" srcId="{31AEF598-998C-43A0-926F-3A29B80D94D8}" destId="{AFF43708-5B3B-4D57-9A72-CB8F289F9E54}" srcOrd="0" destOrd="0" presId="urn:microsoft.com/office/officeart/2018/2/layout/IconCircleList"/>
    <dgm:cxn modelId="{D7EC3B3C-EE16-4796-85F3-E81C00BC0524}" type="presOf" srcId="{182BB05B-CA58-4C55-8E40-63DB609D2630}" destId="{1BACEC6A-F288-4B4D-9C2B-4CFCB25570D4}" srcOrd="0" destOrd="0" presId="urn:microsoft.com/office/officeart/2018/2/layout/IconCircleList"/>
    <dgm:cxn modelId="{D0B57166-90CB-429B-8D82-58FCECFA2F09}" type="presOf" srcId="{8521E6E8-51CB-44C3-A549-F24EC82221EF}" destId="{C6B817CB-A1C6-47F6-A632-4BCAE2224664}" srcOrd="0" destOrd="0" presId="urn:microsoft.com/office/officeart/2018/2/layout/IconCircleList"/>
    <dgm:cxn modelId="{AAEF1947-6606-4BD7-9DB1-8466CF305084}" type="presOf" srcId="{80575C05-276A-4B99-AD57-E53B013C2B16}" destId="{271EE540-7EB2-4D1E-B059-8CEE1384A9D8}" srcOrd="0" destOrd="0" presId="urn:microsoft.com/office/officeart/2018/2/layout/IconCircleList"/>
    <dgm:cxn modelId="{C50A3773-DBFB-440F-BAA3-DDEB981D2B79}" type="presOf" srcId="{882F1DD3-47E2-43CF-AA2C-57291CD8F0E4}" destId="{B0915118-9D4D-4F67-9D54-EE89372971E9}" srcOrd="0" destOrd="0" presId="urn:microsoft.com/office/officeart/2018/2/layout/IconCircleList"/>
    <dgm:cxn modelId="{0A6E8486-72B7-4791-953F-385E67F4CF16}" type="presOf" srcId="{570EFB24-B3B0-48D0-B9BF-723DADC498FB}" destId="{C1C9E45A-6E35-4102-A8D4-1D3A8B0C3C42}" srcOrd="0" destOrd="0" presId="urn:microsoft.com/office/officeart/2018/2/layout/IconCircleList"/>
    <dgm:cxn modelId="{3060048F-B6DF-49D2-A768-9136DC015B29}" type="presOf" srcId="{88A57088-B99B-4185-BE3D-14DDDC6ED9FC}" destId="{5BE85943-E6DB-489D-AA6D-CBE8C9694F5A}" srcOrd="0" destOrd="0" presId="urn:microsoft.com/office/officeart/2018/2/layout/IconCircleList"/>
    <dgm:cxn modelId="{D7D0DF8F-3D1B-45F1-802C-87F9EE0C5857}" type="presOf" srcId="{D79CF8AC-4392-4107-A0F8-1660436C2E67}" destId="{5E4A8C45-72CD-4D1F-AF04-B410BEAF5A0C}" srcOrd="0" destOrd="0" presId="urn:microsoft.com/office/officeart/2018/2/layout/IconCircleList"/>
    <dgm:cxn modelId="{EDFA90A5-FBB0-4745-B3E0-5849BEB4C90B}" srcId="{34F8A5BD-2D58-4B09-B7F4-B68EAA3B4B21}" destId="{182BB05B-CA58-4C55-8E40-63DB609D2630}" srcOrd="2" destOrd="0" parTransId="{C14EB363-4617-4B37-AAE5-11C78AFB6A88}" sibTransId="{570EFB24-B3B0-48D0-B9BF-723DADC498FB}"/>
    <dgm:cxn modelId="{C90FD5AA-BED3-4000-BC06-EA7A10D849CA}" type="presOf" srcId="{77D8ABF6-4099-4DFE-80A3-1A25E407D139}" destId="{E2C3D62D-99AF-4D22-8C0D-08CA87A86AF0}" srcOrd="0" destOrd="0" presId="urn:microsoft.com/office/officeart/2018/2/layout/IconCircleList"/>
    <dgm:cxn modelId="{68685FBF-9336-40D0-B138-D6C4FEC35099}" srcId="{34F8A5BD-2D58-4B09-B7F4-B68EAA3B4B21}" destId="{882F1DD3-47E2-43CF-AA2C-57291CD8F0E4}" srcOrd="6" destOrd="0" parTransId="{EF3976BF-046B-4F3F-B38D-EEDD1018ABAF}" sibTransId="{BD7DEDE6-ABEC-4764-884F-A19DEEADDFC2}"/>
    <dgm:cxn modelId="{349A3ED0-21FC-4267-829E-2E0FE2F14EF0}" srcId="{34F8A5BD-2D58-4B09-B7F4-B68EAA3B4B21}" destId="{8521E6E8-51CB-44C3-A549-F24EC82221EF}" srcOrd="3" destOrd="0" parTransId="{458DE96B-E5EA-4696-92F9-C09A92931885}" sibTransId="{77D8ABF6-4099-4DFE-80A3-1A25E407D139}"/>
    <dgm:cxn modelId="{1AEBDBDE-CEDE-4D29-B9D2-1B9F752C3AF6}" srcId="{34F8A5BD-2D58-4B09-B7F4-B68EAA3B4B21}" destId="{9D7B9325-C882-4895-AFBB-79E0A50151AB}" srcOrd="5" destOrd="0" parTransId="{091C2E5B-1E8C-4590-BB9A-D11EFB7C937E}" sibTransId="{D79CF8AC-4392-4107-A0F8-1660436C2E67}"/>
    <dgm:cxn modelId="{292851E2-369C-41CA-85C8-A16BEAABD612}" type="presOf" srcId="{9D7B9325-C882-4895-AFBB-79E0A50151AB}" destId="{4EF20D40-0A63-4418-AD68-2B99983788A3}" srcOrd="0" destOrd="0" presId="urn:microsoft.com/office/officeart/2018/2/layout/IconCircleList"/>
    <dgm:cxn modelId="{4E00FAE2-CF7B-4049-9D20-59B388D18479}" srcId="{34F8A5BD-2D58-4B09-B7F4-B68EAA3B4B21}" destId="{625387D1-47B1-484B-B588-D366FE21FE92}" srcOrd="1" destOrd="0" parTransId="{BE72D208-054D-4658-B790-8849A3495280}" sibTransId="{FDE05126-9957-464F-B632-28D52669B0E7}"/>
    <dgm:cxn modelId="{755E68F4-F52E-40D8-A4E4-C7A175C671BC}" srcId="{34F8A5BD-2D58-4B09-B7F4-B68EAA3B4B21}" destId="{88A57088-B99B-4185-BE3D-14DDDC6ED9FC}" srcOrd="0" destOrd="0" parTransId="{27133BBB-98B0-44F8-A0DC-878EA99C22DB}" sibTransId="{5B13646E-6B7A-4F12-BF7F-1DE7A58B01F9}"/>
    <dgm:cxn modelId="{F09ACD23-554C-43DC-83F1-BEB27DDF5344}" type="presParOf" srcId="{707AA3A8-18F3-44BC-A49D-F930EA5EA44D}" destId="{7CF2B31E-0F43-4F3B-9244-AE62C20D4DCB}" srcOrd="0" destOrd="0" presId="urn:microsoft.com/office/officeart/2018/2/layout/IconCircleList"/>
    <dgm:cxn modelId="{D9140EFE-713F-4188-9650-C74E70806587}" type="presParOf" srcId="{7CF2B31E-0F43-4F3B-9244-AE62C20D4DCB}" destId="{E9F3010A-4864-4FD3-9E27-4482DEDB3B5B}" srcOrd="0" destOrd="0" presId="urn:microsoft.com/office/officeart/2018/2/layout/IconCircleList"/>
    <dgm:cxn modelId="{49C46BA4-A962-4EC4-ABBB-41F0B3FC5DE6}" type="presParOf" srcId="{E9F3010A-4864-4FD3-9E27-4482DEDB3B5B}" destId="{1901B5D4-F0B5-4649-BBB1-D59FE9C9EDF4}" srcOrd="0" destOrd="0" presId="urn:microsoft.com/office/officeart/2018/2/layout/IconCircleList"/>
    <dgm:cxn modelId="{7DF7973A-AD52-4CA9-8EC1-70334180F9BE}" type="presParOf" srcId="{E9F3010A-4864-4FD3-9E27-4482DEDB3B5B}" destId="{3B7AFED3-0E3D-4E6B-8FAF-E813AB795E7B}" srcOrd="1" destOrd="0" presId="urn:microsoft.com/office/officeart/2018/2/layout/IconCircleList"/>
    <dgm:cxn modelId="{4FEFFC91-3D1A-47CD-B043-DC212418CC4A}" type="presParOf" srcId="{E9F3010A-4864-4FD3-9E27-4482DEDB3B5B}" destId="{06DE9987-BC55-4B81-9AE3-E6434698A093}" srcOrd="2" destOrd="0" presId="urn:microsoft.com/office/officeart/2018/2/layout/IconCircleList"/>
    <dgm:cxn modelId="{A53ACB7F-AFDF-4721-8AD0-B205B11E2270}" type="presParOf" srcId="{E9F3010A-4864-4FD3-9E27-4482DEDB3B5B}" destId="{5BE85943-E6DB-489D-AA6D-CBE8C9694F5A}" srcOrd="3" destOrd="0" presId="urn:microsoft.com/office/officeart/2018/2/layout/IconCircleList"/>
    <dgm:cxn modelId="{3539FDDD-7DDB-470B-AB79-03D58A85407E}" type="presParOf" srcId="{7CF2B31E-0F43-4F3B-9244-AE62C20D4DCB}" destId="{61889B88-F0E9-4030-AF3F-9F7F209CC6F2}" srcOrd="1" destOrd="0" presId="urn:microsoft.com/office/officeart/2018/2/layout/IconCircleList"/>
    <dgm:cxn modelId="{99775D73-39C7-4D03-96BA-51F0D914D5C2}" type="presParOf" srcId="{7CF2B31E-0F43-4F3B-9244-AE62C20D4DCB}" destId="{ED77CC89-9E16-4924-B75F-AC1D0A105282}" srcOrd="2" destOrd="0" presId="urn:microsoft.com/office/officeart/2018/2/layout/IconCircleList"/>
    <dgm:cxn modelId="{0BC7B190-078C-4A4A-B61B-F31976F70EAF}" type="presParOf" srcId="{ED77CC89-9E16-4924-B75F-AC1D0A105282}" destId="{3927BEB0-BFE5-4AAB-8A09-112E3B6D776F}" srcOrd="0" destOrd="0" presId="urn:microsoft.com/office/officeart/2018/2/layout/IconCircleList"/>
    <dgm:cxn modelId="{71520BAA-091A-470C-B00E-DE2D55A6818D}" type="presParOf" srcId="{ED77CC89-9E16-4924-B75F-AC1D0A105282}" destId="{885DEBAE-5CA7-48BF-8C68-593DEBC35FA7}" srcOrd="1" destOrd="0" presId="urn:microsoft.com/office/officeart/2018/2/layout/IconCircleList"/>
    <dgm:cxn modelId="{4D40DC92-4D96-4B34-9D99-B35765F25155}" type="presParOf" srcId="{ED77CC89-9E16-4924-B75F-AC1D0A105282}" destId="{091A1057-3805-4983-B297-F0CC06AE254F}" srcOrd="2" destOrd="0" presId="urn:microsoft.com/office/officeart/2018/2/layout/IconCircleList"/>
    <dgm:cxn modelId="{78C94168-A940-442D-A18A-C8CEE3140A98}" type="presParOf" srcId="{ED77CC89-9E16-4924-B75F-AC1D0A105282}" destId="{24B3D58F-0086-4A97-870C-34C639247A7A}" srcOrd="3" destOrd="0" presId="urn:microsoft.com/office/officeart/2018/2/layout/IconCircleList"/>
    <dgm:cxn modelId="{6658C5A3-EBEE-4DC4-A4FE-94E60629074F}" type="presParOf" srcId="{7CF2B31E-0F43-4F3B-9244-AE62C20D4DCB}" destId="{7CA3E080-ADBC-46D1-B08C-8E2A5985BE1B}" srcOrd="3" destOrd="0" presId="urn:microsoft.com/office/officeart/2018/2/layout/IconCircleList"/>
    <dgm:cxn modelId="{359DFE89-A8E5-42EA-A00B-A67C5325009F}" type="presParOf" srcId="{7CF2B31E-0F43-4F3B-9244-AE62C20D4DCB}" destId="{F80F397B-C695-4EE8-BF58-1198A315E1A4}" srcOrd="4" destOrd="0" presId="urn:microsoft.com/office/officeart/2018/2/layout/IconCircleList"/>
    <dgm:cxn modelId="{8DF053BC-7AD5-47E9-BB0B-49D69B1BC5D6}" type="presParOf" srcId="{F80F397B-C695-4EE8-BF58-1198A315E1A4}" destId="{83AFC7BD-9484-4DE9-AA80-98594190A151}" srcOrd="0" destOrd="0" presId="urn:microsoft.com/office/officeart/2018/2/layout/IconCircleList"/>
    <dgm:cxn modelId="{B1E64326-9551-46FF-8D32-7484FE435762}" type="presParOf" srcId="{F80F397B-C695-4EE8-BF58-1198A315E1A4}" destId="{5F34D8EA-9BD2-453F-A877-DCD417C51E53}" srcOrd="1" destOrd="0" presId="urn:microsoft.com/office/officeart/2018/2/layout/IconCircleList"/>
    <dgm:cxn modelId="{E8A252EE-BD66-459F-9A44-C108A9BBBF40}" type="presParOf" srcId="{F80F397B-C695-4EE8-BF58-1198A315E1A4}" destId="{99AA51B3-7B93-48E7-88F8-2F1ACAEA836D}" srcOrd="2" destOrd="0" presId="urn:microsoft.com/office/officeart/2018/2/layout/IconCircleList"/>
    <dgm:cxn modelId="{A33BD480-326D-4B73-94AE-ACD258CAADFB}" type="presParOf" srcId="{F80F397B-C695-4EE8-BF58-1198A315E1A4}" destId="{1BACEC6A-F288-4B4D-9C2B-4CFCB25570D4}" srcOrd="3" destOrd="0" presId="urn:microsoft.com/office/officeart/2018/2/layout/IconCircleList"/>
    <dgm:cxn modelId="{F5A6C3D1-50B6-4B71-8455-AE4FCB767C9E}" type="presParOf" srcId="{7CF2B31E-0F43-4F3B-9244-AE62C20D4DCB}" destId="{C1C9E45A-6E35-4102-A8D4-1D3A8B0C3C42}" srcOrd="5" destOrd="0" presId="urn:microsoft.com/office/officeart/2018/2/layout/IconCircleList"/>
    <dgm:cxn modelId="{A0074AC9-8245-4166-943F-6FDC592CB0C8}" type="presParOf" srcId="{7CF2B31E-0F43-4F3B-9244-AE62C20D4DCB}" destId="{96A97658-7E60-4C3E-870D-F125D6E3C50A}" srcOrd="6" destOrd="0" presId="urn:microsoft.com/office/officeart/2018/2/layout/IconCircleList"/>
    <dgm:cxn modelId="{9FB9011F-0E58-41ED-8C65-DF5066BE7E7B}" type="presParOf" srcId="{96A97658-7E60-4C3E-870D-F125D6E3C50A}" destId="{0B9C72C4-07CA-4B8C-8222-9034A8697745}" srcOrd="0" destOrd="0" presId="urn:microsoft.com/office/officeart/2018/2/layout/IconCircleList"/>
    <dgm:cxn modelId="{E7E42D3D-6750-4ACA-82F4-601E940CF6D6}" type="presParOf" srcId="{96A97658-7E60-4C3E-870D-F125D6E3C50A}" destId="{F44B819D-B6E3-4B99-A7D1-74D215E70056}" srcOrd="1" destOrd="0" presId="urn:microsoft.com/office/officeart/2018/2/layout/IconCircleList"/>
    <dgm:cxn modelId="{A976ECEA-E02C-4D16-84F6-E3024E72E9E6}" type="presParOf" srcId="{96A97658-7E60-4C3E-870D-F125D6E3C50A}" destId="{F9BA474E-F084-4782-A942-D19E5D93642E}" srcOrd="2" destOrd="0" presId="urn:microsoft.com/office/officeart/2018/2/layout/IconCircleList"/>
    <dgm:cxn modelId="{6D647426-6078-4A50-A264-64C5E43F688A}" type="presParOf" srcId="{96A97658-7E60-4C3E-870D-F125D6E3C50A}" destId="{C6B817CB-A1C6-47F6-A632-4BCAE2224664}" srcOrd="3" destOrd="0" presId="urn:microsoft.com/office/officeart/2018/2/layout/IconCircleList"/>
    <dgm:cxn modelId="{049DEDF1-A3B2-4122-BCBE-1273D9CF725E}" type="presParOf" srcId="{7CF2B31E-0F43-4F3B-9244-AE62C20D4DCB}" destId="{E2C3D62D-99AF-4D22-8C0D-08CA87A86AF0}" srcOrd="7" destOrd="0" presId="urn:microsoft.com/office/officeart/2018/2/layout/IconCircleList"/>
    <dgm:cxn modelId="{87058EF7-94CB-4844-BFA0-3E86A075F2D5}" type="presParOf" srcId="{7CF2B31E-0F43-4F3B-9244-AE62C20D4DCB}" destId="{CB0FAF64-C2A1-45FE-A867-C088253F2CDE}" srcOrd="8" destOrd="0" presId="urn:microsoft.com/office/officeart/2018/2/layout/IconCircleList"/>
    <dgm:cxn modelId="{4F2C45DC-B283-49FD-A1E9-0463A9EB44CD}" type="presParOf" srcId="{CB0FAF64-C2A1-45FE-A867-C088253F2CDE}" destId="{DF55A060-1D97-4266-A033-76673BC7930B}" srcOrd="0" destOrd="0" presId="urn:microsoft.com/office/officeart/2018/2/layout/IconCircleList"/>
    <dgm:cxn modelId="{A2AF009D-FB16-4138-82C1-06C106E51083}" type="presParOf" srcId="{CB0FAF64-C2A1-45FE-A867-C088253F2CDE}" destId="{955914EE-B51F-40F4-B563-0D3CDCB932D5}" srcOrd="1" destOrd="0" presId="urn:microsoft.com/office/officeart/2018/2/layout/IconCircleList"/>
    <dgm:cxn modelId="{74740857-CC7E-4222-8CFF-B798E6414F1A}" type="presParOf" srcId="{CB0FAF64-C2A1-45FE-A867-C088253F2CDE}" destId="{0BF80AD7-3DE4-4BDA-AB60-B0509BD1B80E}" srcOrd="2" destOrd="0" presId="urn:microsoft.com/office/officeart/2018/2/layout/IconCircleList"/>
    <dgm:cxn modelId="{F3187097-CCAA-4E42-8E31-114A95124FB6}" type="presParOf" srcId="{CB0FAF64-C2A1-45FE-A867-C088253F2CDE}" destId="{AFF43708-5B3B-4D57-9A72-CB8F289F9E54}" srcOrd="3" destOrd="0" presId="urn:microsoft.com/office/officeart/2018/2/layout/IconCircleList"/>
    <dgm:cxn modelId="{F58D6EEC-5A4F-471F-8EBB-CD68D37852E1}" type="presParOf" srcId="{7CF2B31E-0F43-4F3B-9244-AE62C20D4DCB}" destId="{271EE540-7EB2-4D1E-B059-8CEE1384A9D8}" srcOrd="9" destOrd="0" presId="urn:microsoft.com/office/officeart/2018/2/layout/IconCircleList"/>
    <dgm:cxn modelId="{ED495376-2405-4657-AAF1-C9B7600C35B9}" type="presParOf" srcId="{7CF2B31E-0F43-4F3B-9244-AE62C20D4DCB}" destId="{2626FEB8-E4C8-46A5-A6A3-F87107FAA502}" srcOrd="10" destOrd="0" presId="urn:microsoft.com/office/officeart/2018/2/layout/IconCircleList"/>
    <dgm:cxn modelId="{F36F6F18-BE08-460F-A7B5-6568DDFD2548}" type="presParOf" srcId="{2626FEB8-E4C8-46A5-A6A3-F87107FAA502}" destId="{0085A0B7-05C7-464B-A5F9-C8ED1F610001}" srcOrd="0" destOrd="0" presId="urn:microsoft.com/office/officeart/2018/2/layout/IconCircleList"/>
    <dgm:cxn modelId="{CADEF3AB-9EAD-4ED1-9A9F-B1F95A390733}" type="presParOf" srcId="{2626FEB8-E4C8-46A5-A6A3-F87107FAA502}" destId="{0590762D-19E0-4AB4-B2DA-5C7FAECE154D}" srcOrd="1" destOrd="0" presId="urn:microsoft.com/office/officeart/2018/2/layout/IconCircleList"/>
    <dgm:cxn modelId="{9001EA37-E12C-453D-A67B-0B2CC7D30B91}" type="presParOf" srcId="{2626FEB8-E4C8-46A5-A6A3-F87107FAA502}" destId="{CC0DFD2D-076B-42D0-BABC-8B4764734AF8}" srcOrd="2" destOrd="0" presId="urn:microsoft.com/office/officeart/2018/2/layout/IconCircleList"/>
    <dgm:cxn modelId="{A83FD5E2-0024-49FB-8541-6CDC927DD178}" type="presParOf" srcId="{2626FEB8-E4C8-46A5-A6A3-F87107FAA502}" destId="{4EF20D40-0A63-4418-AD68-2B99983788A3}" srcOrd="3" destOrd="0" presId="urn:microsoft.com/office/officeart/2018/2/layout/IconCircleList"/>
    <dgm:cxn modelId="{9D2B6B2E-4BEC-4983-8345-4BAB6A56A5BC}" type="presParOf" srcId="{7CF2B31E-0F43-4F3B-9244-AE62C20D4DCB}" destId="{5E4A8C45-72CD-4D1F-AF04-B410BEAF5A0C}" srcOrd="11" destOrd="0" presId="urn:microsoft.com/office/officeart/2018/2/layout/IconCircleList"/>
    <dgm:cxn modelId="{8BF1FF76-5FB0-4212-B07F-7930BF8ADA0A}" type="presParOf" srcId="{7CF2B31E-0F43-4F3B-9244-AE62C20D4DCB}" destId="{7952AA53-E713-4F4C-A9F0-FCCCE6D08785}" srcOrd="12" destOrd="0" presId="urn:microsoft.com/office/officeart/2018/2/layout/IconCircleList"/>
    <dgm:cxn modelId="{4725967C-9DCE-42F6-B971-7830C090E9FE}" type="presParOf" srcId="{7952AA53-E713-4F4C-A9F0-FCCCE6D08785}" destId="{3659EC78-44AE-4EDC-9543-E96BA654C7BA}" srcOrd="0" destOrd="0" presId="urn:microsoft.com/office/officeart/2018/2/layout/IconCircleList"/>
    <dgm:cxn modelId="{40891A8B-D111-40E0-A4FD-E299B182E5B5}" type="presParOf" srcId="{7952AA53-E713-4F4C-A9F0-FCCCE6D08785}" destId="{0DDA14C1-5857-4E67-BE2F-29040A77DB64}" srcOrd="1" destOrd="0" presId="urn:microsoft.com/office/officeart/2018/2/layout/IconCircleList"/>
    <dgm:cxn modelId="{733AAA06-5DCE-4D27-9744-A949C66B4F1C}" type="presParOf" srcId="{7952AA53-E713-4F4C-A9F0-FCCCE6D08785}" destId="{57932D1D-DE2B-4943-9A20-F7E258E4EDD0}" srcOrd="2" destOrd="0" presId="urn:microsoft.com/office/officeart/2018/2/layout/IconCircleList"/>
    <dgm:cxn modelId="{B62734A6-3044-4C49-BE63-787B9AF59180}" type="presParOf" srcId="{7952AA53-E713-4F4C-A9F0-FCCCE6D08785}" destId="{B0915118-9D4D-4F67-9D54-EE89372971E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4F4B0C2-9455-4A60-8511-6FD76B073D40}" type="doc">
      <dgm:prSet loTypeId="urn:microsoft.com/office/officeart/2005/8/layout/vProcess5" loCatId="process" qsTypeId="urn:microsoft.com/office/officeart/2005/8/quickstyle/simple4" qsCatId="simple" csTypeId="urn:microsoft.com/office/officeart/2005/8/colors/colorful1" csCatId="colorful"/>
      <dgm:spPr/>
      <dgm:t>
        <a:bodyPr/>
        <a:lstStyle/>
        <a:p>
          <a:endParaRPr lang="en-US"/>
        </a:p>
      </dgm:t>
    </dgm:pt>
    <dgm:pt modelId="{10BCF9F8-38B9-4B9C-83B1-B4FECAE2AE30}">
      <dgm:prSet/>
      <dgm:spPr/>
      <dgm:t>
        <a:bodyPr/>
        <a:lstStyle/>
        <a:p>
          <a:r>
            <a:rPr lang="es-MX" b="0" i="0"/>
            <a:t>¿Qué pasaría si los datos están incompletos o mal analizados?</a:t>
          </a:r>
          <a:endParaRPr lang="en-US"/>
        </a:p>
      </dgm:t>
    </dgm:pt>
    <dgm:pt modelId="{645EC690-23C2-44CB-8C9F-A7ACEC98B2C7}" type="parTrans" cxnId="{CB11D613-E574-4F08-BD54-4AE684AD98E0}">
      <dgm:prSet/>
      <dgm:spPr/>
      <dgm:t>
        <a:bodyPr/>
        <a:lstStyle/>
        <a:p>
          <a:endParaRPr lang="en-US"/>
        </a:p>
      </dgm:t>
    </dgm:pt>
    <dgm:pt modelId="{0AA5BC68-7EE4-4D4F-AD3A-5696A8E15550}" type="sibTrans" cxnId="{CB11D613-E574-4F08-BD54-4AE684AD98E0}">
      <dgm:prSet/>
      <dgm:spPr/>
      <dgm:t>
        <a:bodyPr/>
        <a:lstStyle/>
        <a:p>
          <a:endParaRPr lang="en-US"/>
        </a:p>
      </dgm:t>
    </dgm:pt>
    <dgm:pt modelId="{DBE82C79-12AC-41BA-ACAE-B491A73CA005}">
      <dgm:prSet/>
      <dgm:spPr/>
      <dgm:t>
        <a:bodyPr/>
        <a:lstStyle/>
        <a:p>
          <a:r>
            <a:rPr lang="es-MX" b="0" i="0"/>
            <a:t>¿Puede una empresa depender demasiado de los datos?</a:t>
          </a:r>
          <a:endParaRPr lang="en-US"/>
        </a:p>
      </dgm:t>
    </dgm:pt>
    <dgm:pt modelId="{2B4D686A-E296-4EF8-A629-4FED1C1E74A3}" type="parTrans" cxnId="{56727889-BBD0-4C16-9F8A-B6568EC0A924}">
      <dgm:prSet/>
      <dgm:spPr/>
      <dgm:t>
        <a:bodyPr/>
        <a:lstStyle/>
        <a:p>
          <a:endParaRPr lang="en-US"/>
        </a:p>
      </dgm:t>
    </dgm:pt>
    <dgm:pt modelId="{9C21A780-487F-4D26-A50A-0B3A26F556E3}" type="sibTrans" cxnId="{56727889-BBD0-4C16-9F8A-B6568EC0A924}">
      <dgm:prSet/>
      <dgm:spPr/>
      <dgm:t>
        <a:bodyPr/>
        <a:lstStyle/>
        <a:p>
          <a:endParaRPr lang="en-US"/>
        </a:p>
      </dgm:t>
    </dgm:pt>
    <dgm:pt modelId="{EE6A9042-54D4-4B45-938A-789602EA6817}" type="pres">
      <dgm:prSet presAssocID="{B4F4B0C2-9455-4A60-8511-6FD76B073D40}" presName="outerComposite" presStyleCnt="0">
        <dgm:presLayoutVars>
          <dgm:chMax val="5"/>
          <dgm:dir/>
          <dgm:resizeHandles val="exact"/>
        </dgm:presLayoutVars>
      </dgm:prSet>
      <dgm:spPr/>
    </dgm:pt>
    <dgm:pt modelId="{8C55F246-E869-40F3-B572-4CA4B06031F8}" type="pres">
      <dgm:prSet presAssocID="{B4F4B0C2-9455-4A60-8511-6FD76B073D40}" presName="dummyMaxCanvas" presStyleCnt="0">
        <dgm:presLayoutVars/>
      </dgm:prSet>
      <dgm:spPr/>
    </dgm:pt>
    <dgm:pt modelId="{C05B7613-85FF-4F0D-888C-CB52B14C80E1}" type="pres">
      <dgm:prSet presAssocID="{B4F4B0C2-9455-4A60-8511-6FD76B073D40}" presName="TwoNodes_1" presStyleLbl="node1" presStyleIdx="0" presStyleCnt="2">
        <dgm:presLayoutVars>
          <dgm:bulletEnabled val="1"/>
        </dgm:presLayoutVars>
      </dgm:prSet>
      <dgm:spPr/>
    </dgm:pt>
    <dgm:pt modelId="{31BF8BC9-774E-4BEE-B50C-4044B5855B4C}" type="pres">
      <dgm:prSet presAssocID="{B4F4B0C2-9455-4A60-8511-6FD76B073D40}" presName="TwoNodes_2" presStyleLbl="node1" presStyleIdx="1" presStyleCnt="2">
        <dgm:presLayoutVars>
          <dgm:bulletEnabled val="1"/>
        </dgm:presLayoutVars>
      </dgm:prSet>
      <dgm:spPr/>
    </dgm:pt>
    <dgm:pt modelId="{74A3D093-7356-4502-B105-3A4B8AFF57F1}" type="pres">
      <dgm:prSet presAssocID="{B4F4B0C2-9455-4A60-8511-6FD76B073D40}" presName="TwoConn_1-2" presStyleLbl="fgAccFollowNode1" presStyleIdx="0" presStyleCnt="1">
        <dgm:presLayoutVars>
          <dgm:bulletEnabled val="1"/>
        </dgm:presLayoutVars>
      </dgm:prSet>
      <dgm:spPr/>
    </dgm:pt>
    <dgm:pt modelId="{90F27795-10D1-483B-96DB-B1B7F7E93ECB}" type="pres">
      <dgm:prSet presAssocID="{B4F4B0C2-9455-4A60-8511-6FD76B073D40}" presName="TwoNodes_1_text" presStyleLbl="node1" presStyleIdx="1" presStyleCnt="2">
        <dgm:presLayoutVars>
          <dgm:bulletEnabled val="1"/>
        </dgm:presLayoutVars>
      </dgm:prSet>
      <dgm:spPr/>
    </dgm:pt>
    <dgm:pt modelId="{FD122D9A-8DEE-4AB1-BA0B-DF53D3BA2EE6}" type="pres">
      <dgm:prSet presAssocID="{B4F4B0C2-9455-4A60-8511-6FD76B073D40}" presName="TwoNodes_2_text" presStyleLbl="node1" presStyleIdx="1" presStyleCnt="2">
        <dgm:presLayoutVars>
          <dgm:bulletEnabled val="1"/>
        </dgm:presLayoutVars>
      </dgm:prSet>
      <dgm:spPr/>
    </dgm:pt>
  </dgm:ptLst>
  <dgm:cxnLst>
    <dgm:cxn modelId="{CB11D613-E574-4F08-BD54-4AE684AD98E0}" srcId="{B4F4B0C2-9455-4A60-8511-6FD76B073D40}" destId="{10BCF9F8-38B9-4B9C-83B1-B4FECAE2AE30}" srcOrd="0" destOrd="0" parTransId="{645EC690-23C2-44CB-8C9F-A7ACEC98B2C7}" sibTransId="{0AA5BC68-7EE4-4D4F-AD3A-5696A8E15550}"/>
    <dgm:cxn modelId="{24F5E61A-7B69-4B88-BD55-578937665E69}" type="presOf" srcId="{10BCF9F8-38B9-4B9C-83B1-B4FECAE2AE30}" destId="{C05B7613-85FF-4F0D-888C-CB52B14C80E1}" srcOrd="0" destOrd="0" presId="urn:microsoft.com/office/officeart/2005/8/layout/vProcess5"/>
    <dgm:cxn modelId="{775C2A33-4340-47E4-B299-6E27D47C72D2}" type="presOf" srcId="{10BCF9F8-38B9-4B9C-83B1-B4FECAE2AE30}" destId="{90F27795-10D1-483B-96DB-B1B7F7E93ECB}" srcOrd="1" destOrd="0" presId="urn:microsoft.com/office/officeart/2005/8/layout/vProcess5"/>
    <dgm:cxn modelId="{89249D3E-2C21-4BD2-9E6F-83EEAB40EB68}" type="presOf" srcId="{0AA5BC68-7EE4-4D4F-AD3A-5696A8E15550}" destId="{74A3D093-7356-4502-B105-3A4B8AFF57F1}" srcOrd="0" destOrd="0" presId="urn:microsoft.com/office/officeart/2005/8/layout/vProcess5"/>
    <dgm:cxn modelId="{77EB7149-C62B-48E2-AE75-200744E14A4E}" type="presOf" srcId="{DBE82C79-12AC-41BA-ACAE-B491A73CA005}" destId="{31BF8BC9-774E-4BEE-B50C-4044B5855B4C}" srcOrd="0" destOrd="0" presId="urn:microsoft.com/office/officeart/2005/8/layout/vProcess5"/>
    <dgm:cxn modelId="{9068C975-3C78-4AFF-B741-F10BC7EC0C47}" type="presOf" srcId="{DBE82C79-12AC-41BA-ACAE-B491A73CA005}" destId="{FD122D9A-8DEE-4AB1-BA0B-DF53D3BA2EE6}" srcOrd="1" destOrd="0" presId="urn:microsoft.com/office/officeart/2005/8/layout/vProcess5"/>
    <dgm:cxn modelId="{56727889-BBD0-4C16-9F8A-B6568EC0A924}" srcId="{B4F4B0C2-9455-4A60-8511-6FD76B073D40}" destId="{DBE82C79-12AC-41BA-ACAE-B491A73CA005}" srcOrd="1" destOrd="0" parTransId="{2B4D686A-E296-4EF8-A629-4FED1C1E74A3}" sibTransId="{9C21A780-487F-4D26-A50A-0B3A26F556E3}"/>
    <dgm:cxn modelId="{7EA904D4-A09A-486A-B5FD-4FBC1A0E2FB1}" type="presOf" srcId="{B4F4B0C2-9455-4A60-8511-6FD76B073D40}" destId="{EE6A9042-54D4-4B45-938A-789602EA6817}" srcOrd="0" destOrd="0" presId="urn:microsoft.com/office/officeart/2005/8/layout/vProcess5"/>
    <dgm:cxn modelId="{2FE6D0E8-212F-486B-B726-F3BFFD796035}" type="presParOf" srcId="{EE6A9042-54D4-4B45-938A-789602EA6817}" destId="{8C55F246-E869-40F3-B572-4CA4B06031F8}" srcOrd="0" destOrd="0" presId="urn:microsoft.com/office/officeart/2005/8/layout/vProcess5"/>
    <dgm:cxn modelId="{003BB0E1-2DB4-465C-91AF-2CE4B0A7119E}" type="presParOf" srcId="{EE6A9042-54D4-4B45-938A-789602EA6817}" destId="{C05B7613-85FF-4F0D-888C-CB52B14C80E1}" srcOrd="1" destOrd="0" presId="urn:microsoft.com/office/officeart/2005/8/layout/vProcess5"/>
    <dgm:cxn modelId="{83F6E112-C255-45AE-9CA8-18D6821BB55C}" type="presParOf" srcId="{EE6A9042-54D4-4B45-938A-789602EA6817}" destId="{31BF8BC9-774E-4BEE-B50C-4044B5855B4C}" srcOrd="2" destOrd="0" presId="urn:microsoft.com/office/officeart/2005/8/layout/vProcess5"/>
    <dgm:cxn modelId="{D79BE59C-D621-4ACB-8DE1-0047E8F7043A}" type="presParOf" srcId="{EE6A9042-54D4-4B45-938A-789602EA6817}" destId="{74A3D093-7356-4502-B105-3A4B8AFF57F1}" srcOrd="3" destOrd="0" presId="urn:microsoft.com/office/officeart/2005/8/layout/vProcess5"/>
    <dgm:cxn modelId="{790B7E91-F4C1-45A4-93EF-E6F779A3F1DD}" type="presParOf" srcId="{EE6A9042-54D4-4B45-938A-789602EA6817}" destId="{90F27795-10D1-483B-96DB-B1B7F7E93ECB}" srcOrd="4" destOrd="0" presId="urn:microsoft.com/office/officeart/2005/8/layout/vProcess5"/>
    <dgm:cxn modelId="{ED7F07EA-A93D-4430-A41E-034A4EFD4209}" type="presParOf" srcId="{EE6A9042-54D4-4B45-938A-789602EA6817}" destId="{FD122D9A-8DEE-4AB1-BA0B-DF53D3BA2EE6}"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DBA8D99B-9407-44F9-AC1F-354B5D9883D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B96A7AA-713F-4DEB-81A9-888D4C33F550}">
      <dgm:prSet/>
      <dgm:spPr/>
      <dgm:t>
        <a:bodyPr/>
        <a:lstStyle/>
        <a:p>
          <a:pPr>
            <a:lnSpc>
              <a:spcPct val="100000"/>
            </a:lnSpc>
          </a:pPr>
          <a:r>
            <a:rPr lang="es-MX" b="1"/>
            <a:t>Identificación de Patrones y Tendencias:</a:t>
          </a:r>
          <a:r>
            <a:rPr lang="es-MX"/>
            <a:t> Descubrir comportamientos, asociaciones o secuencias ocultas en los datos que no son evidentes a simple vista.</a:t>
          </a:r>
          <a:endParaRPr lang="en-US"/>
        </a:p>
      </dgm:t>
    </dgm:pt>
    <dgm:pt modelId="{3F873CE1-F22C-417E-9892-EF774027B80B}" type="parTrans" cxnId="{27A51C98-B65D-484F-BCDB-8ED30DEC03A2}">
      <dgm:prSet/>
      <dgm:spPr/>
      <dgm:t>
        <a:bodyPr/>
        <a:lstStyle/>
        <a:p>
          <a:endParaRPr lang="en-US"/>
        </a:p>
      </dgm:t>
    </dgm:pt>
    <dgm:pt modelId="{A19BD1F9-C3A2-4EEC-BB98-96AB751483C1}" type="sibTrans" cxnId="{27A51C98-B65D-484F-BCDB-8ED30DEC03A2}">
      <dgm:prSet/>
      <dgm:spPr/>
      <dgm:t>
        <a:bodyPr/>
        <a:lstStyle/>
        <a:p>
          <a:endParaRPr lang="en-US"/>
        </a:p>
      </dgm:t>
    </dgm:pt>
    <dgm:pt modelId="{44E883F3-0BEB-435C-B6D4-FDAD7FB830EB}">
      <dgm:prSet/>
      <dgm:spPr/>
      <dgm:t>
        <a:bodyPr/>
        <a:lstStyle/>
        <a:p>
          <a:pPr>
            <a:lnSpc>
              <a:spcPct val="100000"/>
            </a:lnSpc>
          </a:pPr>
          <a:r>
            <a:rPr lang="es-MX" b="1"/>
            <a:t>Predicción de Comportamientos (Modelado Predictivo):</a:t>
          </a:r>
          <a:r>
            <a:rPr lang="es-MX"/>
            <a:t> Utilizar datos históricos para pronosticar tendencias futuras, como la demanda de productos, riesgos financieros o la probabilidad de fuga de clientes.</a:t>
          </a:r>
          <a:endParaRPr lang="en-US"/>
        </a:p>
      </dgm:t>
    </dgm:pt>
    <dgm:pt modelId="{F47082F6-1092-4B48-B7DD-718768801770}" type="parTrans" cxnId="{D999B3E5-A9F7-4015-A50B-DA449C51D7D7}">
      <dgm:prSet/>
      <dgm:spPr/>
      <dgm:t>
        <a:bodyPr/>
        <a:lstStyle/>
        <a:p>
          <a:endParaRPr lang="en-US"/>
        </a:p>
      </dgm:t>
    </dgm:pt>
    <dgm:pt modelId="{B5416022-4670-4A40-9BCD-96445449E7F5}" type="sibTrans" cxnId="{D999B3E5-A9F7-4015-A50B-DA449C51D7D7}">
      <dgm:prSet/>
      <dgm:spPr/>
      <dgm:t>
        <a:bodyPr/>
        <a:lstStyle/>
        <a:p>
          <a:endParaRPr lang="en-US"/>
        </a:p>
      </dgm:t>
    </dgm:pt>
    <dgm:pt modelId="{B713FEA3-9AA7-4270-B60F-ED2C25C3E0F9}">
      <dgm:prSet/>
      <dgm:spPr/>
      <dgm:t>
        <a:bodyPr/>
        <a:lstStyle/>
        <a:p>
          <a:pPr>
            <a:lnSpc>
              <a:spcPct val="100000"/>
            </a:lnSpc>
          </a:pPr>
          <a:r>
            <a:rPr lang="es-MX" b="1"/>
            <a:t>Segmentación de Clientes:</a:t>
          </a:r>
          <a:r>
            <a:rPr lang="es-MX"/>
            <a:t> Agrupar datos similares (clústeres) para personalizar campañas de marketing, mejorar el </a:t>
          </a:r>
          <a:r>
            <a:rPr lang="es-MX" i="1"/>
            <a:t>engagement</a:t>
          </a:r>
          <a:r>
            <a:rPr lang="es-MX"/>
            <a:t> y fidelizar usuarios.</a:t>
          </a:r>
          <a:endParaRPr lang="en-US"/>
        </a:p>
      </dgm:t>
    </dgm:pt>
    <dgm:pt modelId="{7F2FFD5C-51FC-4201-B72A-F671BF3BE7A9}" type="parTrans" cxnId="{BFA42C9F-9849-45FB-B1F5-A791F20AB50E}">
      <dgm:prSet/>
      <dgm:spPr/>
      <dgm:t>
        <a:bodyPr/>
        <a:lstStyle/>
        <a:p>
          <a:endParaRPr lang="en-US"/>
        </a:p>
      </dgm:t>
    </dgm:pt>
    <dgm:pt modelId="{D6F36DEB-1E58-4F50-B6CD-A6E6FF8279A4}" type="sibTrans" cxnId="{BFA42C9F-9849-45FB-B1F5-A791F20AB50E}">
      <dgm:prSet/>
      <dgm:spPr/>
      <dgm:t>
        <a:bodyPr/>
        <a:lstStyle/>
        <a:p>
          <a:endParaRPr lang="en-US"/>
        </a:p>
      </dgm:t>
    </dgm:pt>
    <dgm:pt modelId="{287847C9-AB46-4078-A859-32AF7654C951}">
      <dgm:prSet/>
      <dgm:spPr/>
      <dgm:t>
        <a:bodyPr/>
        <a:lstStyle/>
        <a:p>
          <a:pPr>
            <a:lnSpc>
              <a:spcPct val="100000"/>
            </a:lnSpc>
          </a:pPr>
          <a:r>
            <a:rPr lang="es-MX" b="1"/>
            <a:t>Detección de Anomalías/Fraude:</a:t>
          </a:r>
          <a:r>
            <a:rPr lang="es-MX"/>
            <a:t> Identificar comportamientos inusuales, como transacciones bancarias sospechosas o fallos en procesos de manufactura.</a:t>
          </a:r>
          <a:endParaRPr lang="en-US"/>
        </a:p>
      </dgm:t>
    </dgm:pt>
    <dgm:pt modelId="{FFDD7289-20C2-4675-AAE0-F01D92CAE646}" type="parTrans" cxnId="{FE08F314-D932-4FAF-864C-A8EEEAD2E868}">
      <dgm:prSet/>
      <dgm:spPr/>
      <dgm:t>
        <a:bodyPr/>
        <a:lstStyle/>
        <a:p>
          <a:endParaRPr lang="en-US"/>
        </a:p>
      </dgm:t>
    </dgm:pt>
    <dgm:pt modelId="{739EA5CA-91F2-4D42-B807-2CABD00E1580}" type="sibTrans" cxnId="{FE08F314-D932-4FAF-864C-A8EEEAD2E868}">
      <dgm:prSet/>
      <dgm:spPr/>
      <dgm:t>
        <a:bodyPr/>
        <a:lstStyle/>
        <a:p>
          <a:endParaRPr lang="en-US"/>
        </a:p>
      </dgm:t>
    </dgm:pt>
    <dgm:pt modelId="{0E1C8A74-A29E-4771-A440-FF44A95AE08C}">
      <dgm:prSet/>
      <dgm:spPr/>
      <dgm:t>
        <a:bodyPr/>
        <a:lstStyle/>
        <a:p>
          <a:pPr>
            <a:lnSpc>
              <a:spcPct val="100000"/>
            </a:lnSpc>
          </a:pPr>
          <a:r>
            <a:rPr lang="es-MX" b="1"/>
            <a:t>Apoyo a la Toma de Decisiones:</a:t>
          </a:r>
          <a:r>
            <a:rPr lang="es-MX"/>
            <a:t> Transformar grandes volúmenes de datos brutos (</a:t>
          </a:r>
          <a:r>
            <a:rPr lang="es-MX" i="1"/>
            <a:t>Big Data</a:t>
          </a:r>
          <a:r>
            <a:rPr lang="es-MX"/>
            <a:t>) en información accionable para una planificación estratégica eficiente</a:t>
          </a:r>
          <a:endParaRPr lang="en-US"/>
        </a:p>
      </dgm:t>
    </dgm:pt>
    <dgm:pt modelId="{67612CBB-AC89-4FF3-9ADA-4042626E5D0B}" type="parTrans" cxnId="{72E5C963-732B-4262-B7D7-CE536A970B84}">
      <dgm:prSet/>
      <dgm:spPr/>
      <dgm:t>
        <a:bodyPr/>
        <a:lstStyle/>
        <a:p>
          <a:endParaRPr lang="en-US"/>
        </a:p>
      </dgm:t>
    </dgm:pt>
    <dgm:pt modelId="{A2547C8C-E9E7-44CE-AC83-0437047A50FB}" type="sibTrans" cxnId="{72E5C963-732B-4262-B7D7-CE536A970B84}">
      <dgm:prSet/>
      <dgm:spPr/>
      <dgm:t>
        <a:bodyPr/>
        <a:lstStyle/>
        <a:p>
          <a:endParaRPr lang="en-US"/>
        </a:p>
      </dgm:t>
    </dgm:pt>
    <dgm:pt modelId="{936C3E81-422F-4173-A6DA-CF9AA1DCCF5D}" type="pres">
      <dgm:prSet presAssocID="{DBA8D99B-9407-44F9-AC1F-354B5D9883D9}" presName="root" presStyleCnt="0">
        <dgm:presLayoutVars>
          <dgm:dir/>
          <dgm:resizeHandles val="exact"/>
        </dgm:presLayoutVars>
      </dgm:prSet>
      <dgm:spPr/>
    </dgm:pt>
    <dgm:pt modelId="{7AF64796-C556-408D-ACC3-9E74B83925D2}" type="pres">
      <dgm:prSet presAssocID="{CB96A7AA-713F-4DEB-81A9-888D4C33F550}" presName="compNode" presStyleCnt="0"/>
      <dgm:spPr/>
    </dgm:pt>
    <dgm:pt modelId="{F54264A8-0BE7-4855-85F5-E4A26FE2D103}" type="pres">
      <dgm:prSet presAssocID="{CB96A7AA-713F-4DEB-81A9-888D4C33F550}" presName="bgRect" presStyleLbl="bgShp" presStyleIdx="0" presStyleCnt="5"/>
      <dgm:spPr/>
    </dgm:pt>
    <dgm:pt modelId="{7DAEB75D-3F17-49D0-8DE0-568ED2B3A11E}" type="pres">
      <dgm:prSet presAssocID="{CB96A7AA-713F-4DEB-81A9-888D4C33F55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gnifying glass"/>
        </a:ext>
      </dgm:extLst>
    </dgm:pt>
    <dgm:pt modelId="{18BE885C-7E0A-4B5D-B9AE-73AAF8DEE671}" type="pres">
      <dgm:prSet presAssocID="{CB96A7AA-713F-4DEB-81A9-888D4C33F550}" presName="spaceRect" presStyleCnt="0"/>
      <dgm:spPr/>
    </dgm:pt>
    <dgm:pt modelId="{E4069FAA-8535-42F5-B6B9-10946407B3F3}" type="pres">
      <dgm:prSet presAssocID="{CB96A7AA-713F-4DEB-81A9-888D4C33F550}" presName="parTx" presStyleLbl="revTx" presStyleIdx="0" presStyleCnt="5">
        <dgm:presLayoutVars>
          <dgm:chMax val="0"/>
          <dgm:chPref val="0"/>
        </dgm:presLayoutVars>
      </dgm:prSet>
      <dgm:spPr/>
    </dgm:pt>
    <dgm:pt modelId="{AC5679AA-787C-4186-8B3A-61E99F2F7024}" type="pres">
      <dgm:prSet presAssocID="{A19BD1F9-C3A2-4EEC-BB98-96AB751483C1}" presName="sibTrans" presStyleCnt="0"/>
      <dgm:spPr/>
    </dgm:pt>
    <dgm:pt modelId="{835C48FE-B3A4-48F8-B31C-B3CD8B48BB67}" type="pres">
      <dgm:prSet presAssocID="{44E883F3-0BEB-435C-B6D4-FDAD7FB830EB}" presName="compNode" presStyleCnt="0"/>
      <dgm:spPr/>
    </dgm:pt>
    <dgm:pt modelId="{681FC7B6-594E-477A-A2ED-4B216AD4FD6A}" type="pres">
      <dgm:prSet presAssocID="{44E883F3-0BEB-435C-B6D4-FDAD7FB830EB}" presName="bgRect" presStyleLbl="bgShp" presStyleIdx="1" presStyleCnt="5"/>
      <dgm:spPr/>
    </dgm:pt>
    <dgm:pt modelId="{B2C66BAA-62F4-4DD8-954F-0E82C0341495}" type="pres">
      <dgm:prSet presAssocID="{44E883F3-0BEB-435C-B6D4-FDAD7FB830E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stadísticas"/>
        </a:ext>
      </dgm:extLst>
    </dgm:pt>
    <dgm:pt modelId="{0D80A97D-A658-4AFE-B65F-B1588FACBED9}" type="pres">
      <dgm:prSet presAssocID="{44E883F3-0BEB-435C-B6D4-FDAD7FB830EB}" presName="spaceRect" presStyleCnt="0"/>
      <dgm:spPr/>
    </dgm:pt>
    <dgm:pt modelId="{34314069-5150-43EB-9680-99AEB9ECB731}" type="pres">
      <dgm:prSet presAssocID="{44E883F3-0BEB-435C-B6D4-FDAD7FB830EB}" presName="parTx" presStyleLbl="revTx" presStyleIdx="1" presStyleCnt="5">
        <dgm:presLayoutVars>
          <dgm:chMax val="0"/>
          <dgm:chPref val="0"/>
        </dgm:presLayoutVars>
      </dgm:prSet>
      <dgm:spPr/>
    </dgm:pt>
    <dgm:pt modelId="{FE117F25-6813-4C99-B68E-FDC8EB65B6BD}" type="pres">
      <dgm:prSet presAssocID="{B5416022-4670-4A40-9BCD-96445449E7F5}" presName="sibTrans" presStyleCnt="0"/>
      <dgm:spPr/>
    </dgm:pt>
    <dgm:pt modelId="{F0D018AA-A43B-4F79-84F9-77C8B5EEAC51}" type="pres">
      <dgm:prSet presAssocID="{B713FEA3-9AA7-4270-B60F-ED2C25C3E0F9}" presName="compNode" presStyleCnt="0"/>
      <dgm:spPr/>
    </dgm:pt>
    <dgm:pt modelId="{50AB0534-AD30-4737-A717-0E7E9B7309A9}" type="pres">
      <dgm:prSet presAssocID="{B713FEA3-9AA7-4270-B60F-ED2C25C3E0F9}" presName="bgRect" presStyleLbl="bgShp" presStyleIdx="2" presStyleCnt="5"/>
      <dgm:spPr/>
    </dgm:pt>
    <dgm:pt modelId="{9733CE38-9BF8-4B16-BF6F-257B74C86EE1}" type="pres">
      <dgm:prSet presAssocID="{B713FEA3-9AA7-4270-B60F-ED2C25C3E0F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iltro"/>
        </a:ext>
      </dgm:extLst>
    </dgm:pt>
    <dgm:pt modelId="{8F0EA283-D391-4484-AF92-336BC55FE3A6}" type="pres">
      <dgm:prSet presAssocID="{B713FEA3-9AA7-4270-B60F-ED2C25C3E0F9}" presName="spaceRect" presStyleCnt="0"/>
      <dgm:spPr/>
    </dgm:pt>
    <dgm:pt modelId="{2C875C85-EB3A-4C0B-9149-21E0C416A386}" type="pres">
      <dgm:prSet presAssocID="{B713FEA3-9AA7-4270-B60F-ED2C25C3E0F9}" presName="parTx" presStyleLbl="revTx" presStyleIdx="2" presStyleCnt="5">
        <dgm:presLayoutVars>
          <dgm:chMax val="0"/>
          <dgm:chPref val="0"/>
        </dgm:presLayoutVars>
      </dgm:prSet>
      <dgm:spPr/>
    </dgm:pt>
    <dgm:pt modelId="{B670EDDD-1B6B-4695-9966-D3DECC572B17}" type="pres">
      <dgm:prSet presAssocID="{D6F36DEB-1E58-4F50-B6CD-A6E6FF8279A4}" presName="sibTrans" presStyleCnt="0"/>
      <dgm:spPr/>
    </dgm:pt>
    <dgm:pt modelId="{7CDD6927-7291-401F-A571-0012CAFE4685}" type="pres">
      <dgm:prSet presAssocID="{287847C9-AB46-4078-A859-32AF7654C951}" presName="compNode" presStyleCnt="0"/>
      <dgm:spPr/>
    </dgm:pt>
    <dgm:pt modelId="{4A5A9EA5-996C-40C8-B57C-550A125E32D0}" type="pres">
      <dgm:prSet presAssocID="{287847C9-AB46-4078-A859-32AF7654C951}" presName="bgRect" presStyleLbl="bgShp" presStyleIdx="3" presStyleCnt="5"/>
      <dgm:spPr/>
    </dgm:pt>
    <dgm:pt modelId="{0225D987-915F-4422-AAE1-106EB02182B0}" type="pres">
      <dgm:prSet presAssocID="{287847C9-AB46-4078-A859-32AF7654C95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adrón"/>
        </a:ext>
      </dgm:extLst>
    </dgm:pt>
    <dgm:pt modelId="{82323343-47D8-4A31-8D94-D789EFB04E9C}" type="pres">
      <dgm:prSet presAssocID="{287847C9-AB46-4078-A859-32AF7654C951}" presName="spaceRect" presStyleCnt="0"/>
      <dgm:spPr/>
    </dgm:pt>
    <dgm:pt modelId="{9BE6021B-BC56-4E82-9D7D-6786B37AD74F}" type="pres">
      <dgm:prSet presAssocID="{287847C9-AB46-4078-A859-32AF7654C951}" presName="parTx" presStyleLbl="revTx" presStyleIdx="3" presStyleCnt="5">
        <dgm:presLayoutVars>
          <dgm:chMax val="0"/>
          <dgm:chPref val="0"/>
        </dgm:presLayoutVars>
      </dgm:prSet>
      <dgm:spPr/>
    </dgm:pt>
    <dgm:pt modelId="{CFB9817E-F20A-4CF8-B9E5-BC97D0F266A5}" type="pres">
      <dgm:prSet presAssocID="{739EA5CA-91F2-4D42-B807-2CABD00E1580}" presName="sibTrans" presStyleCnt="0"/>
      <dgm:spPr/>
    </dgm:pt>
    <dgm:pt modelId="{1644AF9B-4456-4E8F-883F-6C5B180DAB93}" type="pres">
      <dgm:prSet presAssocID="{0E1C8A74-A29E-4771-A440-FF44A95AE08C}" presName="compNode" presStyleCnt="0"/>
      <dgm:spPr/>
    </dgm:pt>
    <dgm:pt modelId="{ADFC19E3-27B5-4BC3-8DD0-257158FF74E1}" type="pres">
      <dgm:prSet presAssocID="{0E1C8A74-A29E-4771-A440-FF44A95AE08C}" presName="bgRect" presStyleLbl="bgShp" presStyleIdx="4" presStyleCnt="5"/>
      <dgm:spPr/>
    </dgm:pt>
    <dgm:pt modelId="{70AFEE33-686D-44CA-BAFA-059CC7E750B7}" type="pres">
      <dgm:prSet presAssocID="{0E1C8A74-A29E-4771-A440-FF44A95AE08C}"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Tabla"/>
        </a:ext>
      </dgm:extLst>
    </dgm:pt>
    <dgm:pt modelId="{22C9EEA1-1C4C-4D5E-96EB-74758FB751E7}" type="pres">
      <dgm:prSet presAssocID="{0E1C8A74-A29E-4771-A440-FF44A95AE08C}" presName="spaceRect" presStyleCnt="0"/>
      <dgm:spPr/>
    </dgm:pt>
    <dgm:pt modelId="{07EEE23E-B135-49BD-AC16-669A1DB5E014}" type="pres">
      <dgm:prSet presAssocID="{0E1C8A74-A29E-4771-A440-FF44A95AE08C}" presName="parTx" presStyleLbl="revTx" presStyleIdx="4" presStyleCnt="5">
        <dgm:presLayoutVars>
          <dgm:chMax val="0"/>
          <dgm:chPref val="0"/>
        </dgm:presLayoutVars>
      </dgm:prSet>
      <dgm:spPr/>
    </dgm:pt>
  </dgm:ptLst>
  <dgm:cxnLst>
    <dgm:cxn modelId="{FE08F314-D932-4FAF-864C-A8EEEAD2E868}" srcId="{DBA8D99B-9407-44F9-AC1F-354B5D9883D9}" destId="{287847C9-AB46-4078-A859-32AF7654C951}" srcOrd="3" destOrd="0" parTransId="{FFDD7289-20C2-4675-AAE0-F01D92CAE646}" sibTransId="{739EA5CA-91F2-4D42-B807-2CABD00E1580}"/>
    <dgm:cxn modelId="{5BFD3618-A99D-4714-AF9E-03AB1DF460E2}" type="presOf" srcId="{0E1C8A74-A29E-4771-A440-FF44A95AE08C}" destId="{07EEE23E-B135-49BD-AC16-669A1DB5E014}" srcOrd="0" destOrd="0" presId="urn:microsoft.com/office/officeart/2018/2/layout/IconVerticalSolidList"/>
    <dgm:cxn modelId="{72E5C963-732B-4262-B7D7-CE536A970B84}" srcId="{DBA8D99B-9407-44F9-AC1F-354B5D9883D9}" destId="{0E1C8A74-A29E-4771-A440-FF44A95AE08C}" srcOrd="4" destOrd="0" parTransId="{67612CBB-AC89-4FF3-9ADA-4042626E5D0B}" sibTransId="{A2547C8C-E9E7-44CE-AC83-0437047A50FB}"/>
    <dgm:cxn modelId="{2187AF76-0F88-4EB0-A0A8-47C06B50A0F3}" type="presOf" srcId="{44E883F3-0BEB-435C-B6D4-FDAD7FB830EB}" destId="{34314069-5150-43EB-9680-99AEB9ECB731}" srcOrd="0" destOrd="0" presId="urn:microsoft.com/office/officeart/2018/2/layout/IconVerticalSolidList"/>
    <dgm:cxn modelId="{CCE3DB8C-3775-437C-B147-0123101DCF9B}" type="presOf" srcId="{B713FEA3-9AA7-4270-B60F-ED2C25C3E0F9}" destId="{2C875C85-EB3A-4C0B-9149-21E0C416A386}" srcOrd="0" destOrd="0" presId="urn:microsoft.com/office/officeart/2018/2/layout/IconVerticalSolidList"/>
    <dgm:cxn modelId="{27A51C98-B65D-484F-BCDB-8ED30DEC03A2}" srcId="{DBA8D99B-9407-44F9-AC1F-354B5D9883D9}" destId="{CB96A7AA-713F-4DEB-81A9-888D4C33F550}" srcOrd="0" destOrd="0" parTransId="{3F873CE1-F22C-417E-9892-EF774027B80B}" sibTransId="{A19BD1F9-C3A2-4EEC-BB98-96AB751483C1}"/>
    <dgm:cxn modelId="{BFA42C9F-9849-45FB-B1F5-A791F20AB50E}" srcId="{DBA8D99B-9407-44F9-AC1F-354B5D9883D9}" destId="{B713FEA3-9AA7-4270-B60F-ED2C25C3E0F9}" srcOrd="2" destOrd="0" parTransId="{7F2FFD5C-51FC-4201-B72A-F671BF3BE7A9}" sibTransId="{D6F36DEB-1E58-4F50-B6CD-A6E6FF8279A4}"/>
    <dgm:cxn modelId="{72AB6FB3-E2FE-4FB6-9669-FC5692773A4B}" type="presOf" srcId="{CB96A7AA-713F-4DEB-81A9-888D4C33F550}" destId="{E4069FAA-8535-42F5-B6B9-10946407B3F3}" srcOrd="0" destOrd="0" presId="urn:microsoft.com/office/officeart/2018/2/layout/IconVerticalSolidList"/>
    <dgm:cxn modelId="{EB6109B8-30A1-4ADB-8549-94EB1B662C24}" type="presOf" srcId="{287847C9-AB46-4078-A859-32AF7654C951}" destId="{9BE6021B-BC56-4E82-9D7D-6786B37AD74F}" srcOrd="0" destOrd="0" presId="urn:microsoft.com/office/officeart/2018/2/layout/IconVerticalSolidList"/>
    <dgm:cxn modelId="{D999B3E5-A9F7-4015-A50B-DA449C51D7D7}" srcId="{DBA8D99B-9407-44F9-AC1F-354B5D9883D9}" destId="{44E883F3-0BEB-435C-B6D4-FDAD7FB830EB}" srcOrd="1" destOrd="0" parTransId="{F47082F6-1092-4B48-B7DD-718768801770}" sibTransId="{B5416022-4670-4A40-9BCD-96445449E7F5}"/>
    <dgm:cxn modelId="{7F1D6DEC-9746-4567-8F1B-8408CAF00EFC}" type="presOf" srcId="{DBA8D99B-9407-44F9-AC1F-354B5D9883D9}" destId="{936C3E81-422F-4173-A6DA-CF9AA1DCCF5D}" srcOrd="0" destOrd="0" presId="urn:microsoft.com/office/officeart/2018/2/layout/IconVerticalSolidList"/>
    <dgm:cxn modelId="{DA1CAE58-A885-4FE0-839D-8476D033924D}" type="presParOf" srcId="{936C3E81-422F-4173-A6DA-CF9AA1DCCF5D}" destId="{7AF64796-C556-408D-ACC3-9E74B83925D2}" srcOrd="0" destOrd="0" presId="urn:microsoft.com/office/officeart/2018/2/layout/IconVerticalSolidList"/>
    <dgm:cxn modelId="{E05303E1-9CB3-44F4-8A87-16B8D1C6A336}" type="presParOf" srcId="{7AF64796-C556-408D-ACC3-9E74B83925D2}" destId="{F54264A8-0BE7-4855-85F5-E4A26FE2D103}" srcOrd="0" destOrd="0" presId="urn:microsoft.com/office/officeart/2018/2/layout/IconVerticalSolidList"/>
    <dgm:cxn modelId="{22EFD7C5-C946-404F-8DB7-77B1DB4DE352}" type="presParOf" srcId="{7AF64796-C556-408D-ACC3-9E74B83925D2}" destId="{7DAEB75D-3F17-49D0-8DE0-568ED2B3A11E}" srcOrd="1" destOrd="0" presId="urn:microsoft.com/office/officeart/2018/2/layout/IconVerticalSolidList"/>
    <dgm:cxn modelId="{C618157E-7399-4070-91C3-871743EA48EA}" type="presParOf" srcId="{7AF64796-C556-408D-ACC3-9E74B83925D2}" destId="{18BE885C-7E0A-4B5D-B9AE-73AAF8DEE671}" srcOrd="2" destOrd="0" presId="urn:microsoft.com/office/officeart/2018/2/layout/IconVerticalSolidList"/>
    <dgm:cxn modelId="{4B95D3EB-37E2-49BA-B8BF-0E058D9D8A3D}" type="presParOf" srcId="{7AF64796-C556-408D-ACC3-9E74B83925D2}" destId="{E4069FAA-8535-42F5-B6B9-10946407B3F3}" srcOrd="3" destOrd="0" presId="urn:microsoft.com/office/officeart/2018/2/layout/IconVerticalSolidList"/>
    <dgm:cxn modelId="{E0A35C45-8E12-47A0-8A45-E37E66C423A2}" type="presParOf" srcId="{936C3E81-422F-4173-A6DA-CF9AA1DCCF5D}" destId="{AC5679AA-787C-4186-8B3A-61E99F2F7024}" srcOrd="1" destOrd="0" presId="urn:microsoft.com/office/officeart/2018/2/layout/IconVerticalSolidList"/>
    <dgm:cxn modelId="{A0DFF846-E202-4D05-858A-E3A8287254BB}" type="presParOf" srcId="{936C3E81-422F-4173-A6DA-CF9AA1DCCF5D}" destId="{835C48FE-B3A4-48F8-B31C-B3CD8B48BB67}" srcOrd="2" destOrd="0" presId="urn:microsoft.com/office/officeart/2018/2/layout/IconVerticalSolidList"/>
    <dgm:cxn modelId="{5FCEFE5F-9028-48A1-A69C-C2D935ECEE9E}" type="presParOf" srcId="{835C48FE-B3A4-48F8-B31C-B3CD8B48BB67}" destId="{681FC7B6-594E-477A-A2ED-4B216AD4FD6A}" srcOrd="0" destOrd="0" presId="urn:microsoft.com/office/officeart/2018/2/layout/IconVerticalSolidList"/>
    <dgm:cxn modelId="{94E691D0-AE37-4633-A0BF-B32BAFA72640}" type="presParOf" srcId="{835C48FE-B3A4-48F8-B31C-B3CD8B48BB67}" destId="{B2C66BAA-62F4-4DD8-954F-0E82C0341495}" srcOrd="1" destOrd="0" presId="urn:microsoft.com/office/officeart/2018/2/layout/IconVerticalSolidList"/>
    <dgm:cxn modelId="{CE7349F7-EB70-44E2-9899-16A56ABC1FB8}" type="presParOf" srcId="{835C48FE-B3A4-48F8-B31C-B3CD8B48BB67}" destId="{0D80A97D-A658-4AFE-B65F-B1588FACBED9}" srcOrd="2" destOrd="0" presId="urn:microsoft.com/office/officeart/2018/2/layout/IconVerticalSolidList"/>
    <dgm:cxn modelId="{C4F20C38-71E2-40D0-B5E6-99D521D5A963}" type="presParOf" srcId="{835C48FE-B3A4-48F8-B31C-B3CD8B48BB67}" destId="{34314069-5150-43EB-9680-99AEB9ECB731}" srcOrd="3" destOrd="0" presId="urn:microsoft.com/office/officeart/2018/2/layout/IconVerticalSolidList"/>
    <dgm:cxn modelId="{A0E07391-2989-429F-AA4B-791E9CF0F8FC}" type="presParOf" srcId="{936C3E81-422F-4173-A6DA-CF9AA1DCCF5D}" destId="{FE117F25-6813-4C99-B68E-FDC8EB65B6BD}" srcOrd="3" destOrd="0" presId="urn:microsoft.com/office/officeart/2018/2/layout/IconVerticalSolidList"/>
    <dgm:cxn modelId="{F465799C-4118-4C09-8C14-EC0316E05ECB}" type="presParOf" srcId="{936C3E81-422F-4173-A6DA-CF9AA1DCCF5D}" destId="{F0D018AA-A43B-4F79-84F9-77C8B5EEAC51}" srcOrd="4" destOrd="0" presId="urn:microsoft.com/office/officeart/2018/2/layout/IconVerticalSolidList"/>
    <dgm:cxn modelId="{D903A72F-553C-46C0-A7E6-E0238E4C248A}" type="presParOf" srcId="{F0D018AA-A43B-4F79-84F9-77C8B5EEAC51}" destId="{50AB0534-AD30-4737-A717-0E7E9B7309A9}" srcOrd="0" destOrd="0" presId="urn:microsoft.com/office/officeart/2018/2/layout/IconVerticalSolidList"/>
    <dgm:cxn modelId="{9F89CAF7-F242-41F5-AF9B-C98CCADF558A}" type="presParOf" srcId="{F0D018AA-A43B-4F79-84F9-77C8B5EEAC51}" destId="{9733CE38-9BF8-4B16-BF6F-257B74C86EE1}" srcOrd="1" destOrd="0" presId="urn:microsoft.com/office/officeart/2018/2/layout/IconVerticalSolidList"/>
    <dgm:cxn modelId="{C32575A4-98DF-4D15-A9D2-8E30747BFF04}" type="presParOf" srcId="{F0D018AA-A43B-4F79-84F9-77C8B5EEAC51}" destId="{8F0EA283-D391-4484-AF92-336BC55FE3A6}" srcOrd="2" destOrd="0" presId="urn:microsoft.com/office/officeart/2018/2/layout/IconVerticalSolidList"/>
    <dgm:cxn modelId="{3CAF3EB8-268A-4DF9-A38D-28247E48D40B}" type="presParOf" srcId="{F0D018AA-A43B-4F79-84F9-77C8B5EEAC51}" destId="{2C875C85-EB3A-4C0B-9149-21E0C416A386}" srcOrd="3" destOrd="0" presId="urn:microsoft.com/office/officeart/2018/2/layout/IconVerticalSolidList"/>
    <dgm:cxn modelId="{1981C297-E00F-4DB0-8207-EB4129CF8057}" type="presParOf" srcId="{936C3E81-422F-4173-A6DA-CF9AA1DCCF5D}" destId="{B670EDDD-1B6B-4695-9966-D3DECC572B17}" srcOrd="5" destOrd="0" presId="urn:microsoft.com/office/officeart/2018/2/layout/IconVerticalSolidList"/>
    <dgm:cxn modelId="{65EE6E9F-D18F-44F6-9C01-EC24366556C7}" type="presParOf" srcId="{936C3E81-422F-4173-A6DA-CF9AA1DCCF5D}" destId="{7CDD6927-7291-401F-A571-0012CAFE4685}" srcOrd="6" destOrd="0" presId="urn:microsoft.com/office/officeart/2018/2/layout/IconVerticalSolidList"/>
    <dgm:cxn modelId="{193673F5-4602-4916-99E5-4761E1CE8101}" type="presParOf" srcId="{7CDD6927-7291-401F-A571-0012CAFE4685}" destId="{4A5A9EA5-996C-40C8-B57C-550A125E32D0}" srcOrd="0" destOrd="0" presId="urn:microsoft.com/office/officeart/2018/2/layout/IconVerticalSolidList"/>
    <dgm:cxn modelId="{2163FC40-3EBA-446A-91E9-ECF6AAA27CFA}" type="presParOf" srcId="{7CDD6927-7291-401F-A571-0012CAFE4685}" destId="{0225D987-915F-4422-AAE1-106EB02182B0}" srcOrd="1" destOrd="0" presId="urn:microsoft.com/office/officeart/2018/2/layout/IconVerticalSolidList"/>
    <dgm:cxn modelId="{DA123E21-67D4-47A5-9AE5-A7833F652B67}" type="presParOf" srcId="{7CDD6927-7291-401F-A571-0012CAFE4685}" destId="{82323343-47D8-4A31-8D94-D789EFB04E9C}" srcOrd="2" destOrd="0" presId="urn:microsoft.com/office/officeart/2018/2/layout/IconVerticalSolidList"/>
    <dgm:cxn modelId="{71EC44C6-A608-473B-8E4E-97C2E1C0DAA1}" type="presParOf" srcId="{7CDD6927-7291-401F-A571-0012CAFE4685}" destId="{9BE6021B-BC56-4E82-9D7D-6786B37AD74F}" srcOrd="3" destOrd="0" presId="urn:microsoft.com/office/officeart/2018/2/layout/IconVerticalSolidList"/>
    <dgm:cxn modelId="{FE3E9690-8A43-4960-BF97-B3B65443434E}" type="presParOf" srcId="{936C3E81-422F-4173-A6DA-CF9AA1DCCF5D}" destId="{CFB9817E-F20A-4CF8-B9E5-BC97D0F266A5}" srcOrd="7" destOrd="0" presId="urn:microsoft.com/office/officeart/2018/2/layout/IconVerticalSolidList"/>
    <dgm:cxn modelId="{AD94E52D-75C6-403E-B3FF-4ECA9D5789AC}" type="presParOf" srcId="{936C3E81-422F-4173-A6DA-CF9AA1DCCF5D}" destId="{1644AF9B-4456-4E8F-883F-6C5B180DAB93}" srcOrd="8" destOrd="0" presId="urn:microsoft.com/office/officeart/2018/2/layout/IconVerticalSolidList"/>
    <dgm:cxn modelId="{872563AC-6B77-4237-8AE1-5881C729A9B5}" type="presParOf" srcId="{1644AF9B-4456-4E8F-883F-6C5B180DAB93}" destId="{ADFC19E3-27B5-4BC3-8DD0-257158FF74E1}" srcOrd="0" destOrd="0" presId="urn:microsoft.com/office/officeart/2018/2/layout/IconVerticalSolidList"/>
    <dgm:cxn modelId="{D46A6185-CE76-4070-868A-FB16B9FF0B8B}" type="presParOf" srcId="{1644AF9B-4456-4E8F-883F-6C5B180DAB93}" destId="{70AFEE33-686D-44CA-BAFA-059CC7E750B7}" srcOrd="1" destOrd="0" presId="urn:microsoft.com/office/officeart/2018/2/layout/IconVerticalSolidList"/>
    <dgm:cxn modelId="{E08C5451-10E7-4F49-B543-D5EE0CDFA660}" type="presParOf" srcId="{1644AF9B-4456-4E8F-883F-6C5B180DAB93}" destId="{22C9EEA1-1C4C-4D5E-96EB-74758FB751E7}" srcOrd="2" destOrd="0" presId="urn:microsoft.com/office/officeart/2018/2/layout/IconVerticalSolidList"/>
    <dgm:cxn modelId="{99810D91-C6C3-4A68-93AD-FDC6739A1F69}" type="presParOf" srcId="{1644AF9B-4456-4E8F-883F-6C5B180DAB93}" destId="{07EEE23E-B135-49BD-AC16-669A1DB5E01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5399922-6EC6-4FE3-A9FF-3AFF426C97A5}" type="doc">
      <dgm:prSet loTypeId="urn:microsoft.com/office/officeart/2018/2/layout/IconVerticalSolidList" loCatId="icon" qsTypeId="urn:microsoft.com/office/officeart/2005/8/quickstyle/simple1" qsCatId="simple" csTypeId="urn:microsoft.com/office/officeart/2018/5/colors/Iconchunking_neutralicontext_accent2_2" csCatId="accent2" phldr="1"/>
      <dgm:spPr/>
      <dgm:t>
        <a:bodyPr/>
        <a:lstStyle/>
        <a:p>
          <a:endParaRPr lang="en-US"/>
        </a:p>
      </dgm:t>
    </dgm:pt>
    <dgm:pt modelId="{FE8296DC-2238-40DC-9C04-5DDD150EC96F}">
      <dgm:prSet/>
      <dgm:spPr/>
      <dgm:t>
        <a:bodyPr/>
        <a:lstStyle/>
        <a:p>
          <a:pPr>
            <a:lnSpc>
              <a:spcPct val="100000"/>
            </a:lnSpc>
          </a:pPr>
          <a:r>
            <a:rPr lang="es-MX" b="1"/>
            <a:t>Predicción de comportamientos:</a:t>
          </a:r>
          <a:r>
            <a:rPr lang="es-MX"/>
            <a:t> Anticipar tendencias futuras y el comportamiento de los clientes, como el riesgo de abandono.</a:t>
          </a:r>
          <a:endParaRPr lang="en-US"/>
        </a:p>
      </dgm:t>
    </dgm:pt>
    <dgm:pt modelId="{C7D37AD2-4D67-4242-849E-DD7ADA4B1184}" type="parTrans" cxnId="{89905F3D-48F4-443B-89F8-78B91B3F7D39}">
      <dgm:prSet/>
      <dgm:spPr/>
      <dgm:t>
        <a:bodyPr/>
        <a:lstStyle/>
        <a:p>
          <a:endParaRPr lang="en-US"/>
        </a:p>
      </dgm:t>
    </dgm:pt>
    <dgm:pt modelId="{E1782FB7-CDEB-4DC9-BF48-DF3256225378}" type="sibTrans" cxnId="{89905F3D-48F4-443B-89F8-78B91B3F7D39}">
      <dgm:prSet/>
      <dgm:spPr/>
      <dgm:t>
        <a:bodyPr/>
        <a:lstStyle/>
        <a:p>
          <a:endParaRPr lang="en-US"/>
        </a:p>
      </dgm:t>
    </dgm:pt>
    <dgm:pt modelId="{EBFE9945-6215-4DA2-AA3D-C972AEA63696}">
      <dgm:prSet/>
      <dgm:spPr/>
      <dgm:t>
        <a:bodyPr/>
        <a:lstStyle/>
        <a:p>
          <a:pPr>
            <a:lnSpc>
              <a:spcPct val="100000"/>
            </a:lnSpc>
          </a:pPr>
          <a:r>
            <a:rPr lang="es-MX" b="1"/>
            <a:t>Segmentación de clientes:</a:t>
          </a:r>
          <a:r>
            <a:rPr lang="es-MX"/>
            <a:t> Clasificar a los usuarios para personalizar campañas de marketing y productos.</a:t>
          </a:r>
          <a:endParaRPr lang="en-US"/>
        </a:p>
      </dgm:t>
    </dgm:pt>
    <dgm:pt modelId="{FA0FD28B-F777-4E60-85EB-137BFD41C720}" type="parTrans" cxnId="{5C6EB825-5661-40E6-8C03-7AB1F0091B5D}">
      <dgm:prSet/>
      <dgm:spPr/>
      <dgm:t>
        <a:bodyPr/>
        <a:lstStyle/>
        <a:p>
          <a:endParaRPr lang="en-US"/>
        </a:p>
      </dgm:t>
    </dgm:pt>
    <dgm:pt modelId="{AC0F2416-41EE-48EE-BDA1-5F9D7C3A662B}" type="sibTrans" cxnId="{5C6EB825-5661-40E6-8C03-7AB1F0091B5D}">
      <dgm:prSet/>
      <dgm:spPr/>
      <dgm:t>
        <a:bodyPr/>
        <a:lstStyle/>
        <a:p>
          <a:endParaRPr lang="en-US"/>
        </a:p>
      </dgm:t>
    </dgm:pt>
    <dgm:pt modelId="{27E595D7-4676-459A-9770-7E7E077884C3}">
      <dgm:prSet/>
      <dgm:spPr/>
      <dgm:t>
        <a:bodyPr/>
        <a:lstStyle/>
        <a:p>
          <a:pPr>
            <a:lnSpc>
              <a:spcPct val="100000"/>
            </a:lnSpc>
          </a:pPr>
          <a:r>
            <a:rPr lang="es-MX" b="1"/>
            <a:t>Detección de fraudes:</a:t>
          </a:r>
          <a:r>
            <a:rPr lang="es-MX"/>
            <a:t> Identificar anomalías en tiempo real, como transacciones bancarias sospechosas.</a:t>
          </a:r>
          <a:endParaRPr lang="en-US"/>
        </a:p>
      </dgm:t>
    </dgm:pt>
    <dgm:pt modelId="{9F01DDFB-8145-4155-BEEE-C192EC291FF3}" type="parTrans" cxnId="{854FDCA3-3CAB-4C2A-B562-0E5D9E5F288E}">
      <dgm:prSet/>
      <dgm:spPr/>
      <dgm:t>
        <a:bodyPr/>
        <a:lstStyle/>
        <a:p>
          <a:endParaRPr lang="en-US"/>
        </a:p>
      </dgm:t>
    </dgm:pt>
    <dgm:pt modelId="{1ED5E551-4BE0-4FA6-967F-A707E490646A}" type="sibTrans" cxnId="{854FDCA3-3CAB-4C2A-B562-0E5D9E5F288E}">
      <dgm:prSet/>
      <dgm:spPr/>
      <dgm:t>
        <a:bodyPr/>
        <a:lstStyle/>
        <a:p>
          <a:endParaRPr lang="en-US"/>
        </a:p>
      </dgm:t>
    </dgm:pt>
    <dgm:pt modelId="{C74EE7CC-DEFA-46D8-A541-559E61363EB4}">
      <dgm:prSet/>
      <dgm:spPr/>
      <dgm:t>
        <a:bodyPr/>
        <a:lstStyle/>
        <a:p>
          <a:pPr>
            <a:lnSpc>
              <a:spcPct val="100000"/>
            </a:lnSpc>
          </a:pPr>
          <a:r>
            <a:rPr lang="es-MX" b="1"/>
            <a:t>Optimización de procesos:</a:t>
          </a:r>
          <a:r>
            <a:rPr lang="es-MX"/>
            <a:t> Mejorar la eficiencia operativa y reducir costos al identificar cuellos de botella.</a:t>
          </a:r>
          <a:endParaRPr lang="en-US"/>
        </a:p>
      </dgm:t>
    </dgm:pt>
    <dgm:pt modelId="{6B8B569D-9209-4310-8502-6B88B7626D39}" type="parTrans" cxnId="{56AA5DC3-4529-47D6-918B-CCFF65DA3428}">
      <dgm:prSet/>
      <dgm:spPr/>
      <dgm:t>
        <a:bodyPr/>
        <a:lstStyle/>
        <a:p>
          <a:endParaRPr lang="en-US"/>
        </a:p>
      </dgm:t>
    </dgm:pt>
    <dgm:pt modelId="{AFBA0CB2-3672-4887-9E14-2B7B5384B888}" type="sibTrans" cxnId="{56AA5DC3-4529-47D6-918B-CCFF65DA3428}">
      <dgm:prSet/>
      <dgm:spPr/>
      <dgm:t>
        <a:bodyPr/>
        <a:lstStyle/>
        <a:p>
          <a:endParaRPr lang="en-US"/>
        </a:p>
      </dgm:t>
    </dgm:pt>
    <dgm:pt modelId="{C40EC561-4C07-4F2D-8E3E-6FED4D56A294}">
      <dgm:prSet/>
      <dgm:spPr/>
      <dgm:t>
        <a:bodyPr/>
        <a:lstStyle/>
        <a:p>
          <a:pPr>
            <a:lnSpc>
              <a:spcPct val="100000"/>
            </a:lnSpc>
          </a:pPr>
          <a:r>
            <a:rPr lang="es-MX" b="1" dirty="0"/>
            <a:t>Análisis de mercado:</a:t>
          </a:r>
          <a:r>
            <a:rPr lang="es-MX" dirty="0"/>
            <a:t> Descubrir qué productos se venden mejor juntos (reglas de asociación) y optimizar el inventario.</a:t>
          </a:r>
          <a:endParaRPr lang="en-US" dirty="0"/>
        </a:p>
      </dgm:t>
    </dgm:pt>
    <dgm:pt modelId="{35E2E5EA-6D92-43F1-8192-3BD136252DFD}" type="parTrans" cxnId="{992E705C-6307-4673-8155-86D94B7522FB}">
      <dgm:prSet/>
      <dgm:spPr/>
      <dgm:t>
        <a:bodyPr/>
        <a:lstStyle/>
        <a:p>
          <a:endParaRPr lang="en-US"/>
        </a:p>
      </dgm:t>
    </dgm:pt>
    <dgm:pt modelId="{B3A144FF-BCF8-4BFF-B33E-4ED2202AE221}" type="sibTrans" cxnId="{992E705C-6307-4673-8155-86D94B7522FB}">
      <dgm:prSet/>
      <dgm:spPr/>
      <dgm:t>
        <a:bodyPr/>
        <a:lstStyle/>
        <a:p>
          <a:endParaRPr lang="en-US"/>
        </a:p>
      </dgm:t>
    </dgm:pt>
    <dgm:pt modelId="{6AE0CD93-6626-403C-8223-E5B4FFDDB0CF}" type="pres">
      <dgm:prSet presAssocID="{A5399922-6EC6-4FE3-A9FF-3AFF426C97A5}" presName="root" presStyleCnt="0">
        <dgm:presLayoutVars>
          <dgm:dir/>
          <dgm:resizeHandles val="exact"/>
        </dgm:presLayoutVars>
      </dgm:prSet>
      <dgm:spPr/>
    </dgm:pt>
    <dgm:pt modelId="{F7C2F00E-441F-46DE-90FF-A798FAFE6431}" type="pres">
      <dgm:prSet presAssocID="{FE8296DC-2238-40DC-9C04-5DDD150EC96F}" presName="compNode" presStyleCnt="0"/>
      <dgm:spPr/>
    </dgm:pt>
    <dgm:pt modelId="{B57637E0-DDD2-4257-B3BE-FDC97DD9CA92}" type="pres">
      <dgm:prSet presAssocID="{FE8296DC-2238-40DC-9C04-5DDD150EC96F}" presName="bgRect" presStyleLbl="bgShp" presStyleIdx="0" presStyleCnt="5"/>
      <dgm:spPr/>
    </dgm:pt>
    <dgm:pt modelId="{ACDE168C-D057-43A3-8B1D-415AABCE8DCA}" type="pres">
      <dgm:prSet presAssocID="{FE8296DC-2238-40DC-9C04-5DDD150EC96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32C4DD88-A4EE-418D-ACBC-46501C7B99EB}" type="pres">
      <dgm:prSet presAssocID="{FE8296DC-2238-40DC-9C04-5DDD150EC96F}" presName="spaceRect" presStyleCnt="0"/>
      <dgm:spPr/>
    </dgm:pt>
    <dgm:pt modelId="{21B3C539-F508-47AE-A4CF-355120F070B2}" type="pres">
      <dgm:prSet presAssocID="{FE8296DC-2238-40DC-9C04-5DDD150EC96F}" presName="parTx" presStyleLbl="revTx" presStyleIdx="0" presStyleCnt="5">
        <dgm:presLayoutVars>
          <dgm:chMax val="0"/>
          <dgm:chPref val="0"/>
        </dgm:presLayoutVars>
      </dgm:prSet>
      <dgm:spPr/>
    </dgm:pt>
    <dgm:pt modelId="{3EF0258B-4B90-4EF9-984E-B5101B936012}" type="pres">
      <dgm:prSet presAssocID="{E1782FB7-CDEB-4DC9-BF48-DF3256225378}" presName="sibTrans" presStyleCnt="0"/>
      <dgm:spPr/>
    </dgm:pt>
    <dgm:pt modelId="{85D957F3-E7A9-42FC-934F-4C00DF0D0241}" type="pres">
      <dgm:prSet presAssocID="{EBFE9945-6215-4DA2-AA3D-C972AEA63696}" presName="compNode" presStyleCnt="0"/>
      <dgm:spPr/>
    </dgm:pt>
    <dgm:pt modelId="{743D5E5E-BC73-42DA-90C7-4DBCD0B94B60}" type="pres">
      <dgm:prSet presAssocID="{EBFE9945-6215-4DA2-AA3D-C972AEA63696}" presName="bgRect" presStyleLbl="bgShp" presStyleIdx="1" presStyleCnt="5"/>
      <dgm:spPr/>
    </dgm:pt>
    <dgm:pt modelId="{FD9FCFA2-4A5F-4CB5-B0D0-63BAE8485547}" type="pres">
      <dgm:prSet presAssocID="{EBFE9945-6215-4DA2-AA3D-C972AEA6369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ltro"/>
        </a:ext>
      </dgm:extLst>
    </dgm:pt>
    <dgm:pt modelId="{D3DC69F0-F202-4804-8311-3A6D37A00A56}" type="pres">
      <dgm:prSet presAssocID="{EBFE9945-6215-4DA2-AA3D-C972AEA63696}" presName="spaceRect" presStyleCnt="0"/>
      <dgm:spPr/>
    </dgm:pt>
    <dgm:pt modelId="{3AE77F34-64EC-465D-A823-FDF9B5D3ADA5}" type="pres">
      <dgm:prSet presAssocID="{EBFE9945-6215-4DA2-AA3D-C972AEA63696}" presName="parTx" presStyleLbl="revTx" presStyleIdx="1" presStyleCnt="5">
        <dgm:presLayoutVars>
          <dgm:chMax val="0"/>
          <dgm:chPref val="0"/>
        </dgm:presLayoutVars>
      </dgm:prSet>
      <dgm:spPr/>
    </dgm:pt>
    <dgm:pt modelId="{F4CC0399-E57C-4E7D-8004-D33B547B1B94}" type="pres">
      <dgm:prSet presAssocID="{AC0F2416-41EE-48EE-BDA1-5F9D7C3A662B}" presName="sibTrans" presStyleCnt="0"/>
      <dgm:spPr/>
    </dgm:pt>
    <dgm:pt modelId="{8C06E2B1-9911-4C42-872E-F127920AD584}" type="pres">
      <dgm:prSet presAssocID="{27E595D7-4676-459A-9770-7E7E077884C3}" presName="compNode" presStyleCnt="0"/>
      <dgm:spPr/>
    </dgm:pt>
    <dgm:pt modelId="{88500931-2EBD-47EB-8928-C87EC11F8EE1}" type="pres">
      <dgm:prSet presAssocID="{27E595D7-4676-459A-9770-7E7E077884C3}" presName="bgRect" presStyleLbl="bgShp" presStyleIdx="2" presStyleCnt="5"/>
      <dgm:spPr/>
    </dgm:pt>
    <dgm:pt modelId="{FEEBA7BD-21E4-4B79-A282-22BAD654C914}" type="pres">
      <dgm:prSet presAssocID="{27E595D7-4676-459A-9770-7E7E077884C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E0E942CA-CC17-4CEE-BF26-6E6434154230}" type="pres">
      <dgm:prSet presAssocID="{27E595D7-4676-459A-9770-7E7E077884C3}" presName="spaceRect" presStyleCnt="0"/>
      <dgm:spPr/>
    </dgm:pt>
    <dgm:pt modelId="{AEF3F0CF-FD7B-490C-97DA-59663213165F}" type="pres">
      <dgm:prSet presAssocID="{27E595D7-4676-459A-9770-7E7E077884C3}" presName="parTx" presStyleLbl="revTx" presStyleIdx="2" presStyleCnt="5">
        <dgm:presLayoutVars>
          <dgm:chMax val="0"/>
          <dgm:chPref val="0"/>
        </dgm:presLayoutVars>
      </dgm:prSet>
      <dgm:spPr/>
    </dgm:pt>
    <dgm:pt modelId="{6A57F82C-CEF2-49DE-878B-910BF7CFF307}" type="pres">
      <dgm:prSet presAssocID="{1ED5E551-4BE0-4FA6-967F-A707E490646A}" presName="sibTrans" presStyleCnt="0"/>
      <dgm:spPr/>
    </dgm:pt>
    <dgm:pt modelId="{7CA5734A-F37B-4647-9218-22820456DC97}" type="pres">
      <dgm:prSet presAssocID="{C74EE7CC-DEFA-46D8-A541-559E61363EB4}" presName="compNode" presStyleCnt="0"/>
      <dgm:spPr/>
    </dgm:pt>
    <dgm:pt modelId="{30A0F1F0-372D-4010-B891-F1BD422E48E2}" type="pres">
      <dgm:prSet presAssocID="{C74EE7CC-DEFA-46D8-A541-559E61363EB4}" presName="bgRect" presStyleLbl="bgShp" presStyleIdx="3" presStyleCnt="5"/>
      <dgm:spPr/>
    </dgm:pt>
    <dgm:pt modelId="{F73F7CBC-74D5-43BD-960E-AB5ECF4FC25E}" type="pres">
      <dgm:prSet presAssocID="{C74EE7CC-DEFA-46D8-A541-559E61363EB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ngranajes"/>
        </a:ext>
      </dgm:extLst>
    </dgm:pt>
    <dgm:pt modelId="{E879E912-472A-459C-B01B-CB8A98BE0CEA}" type="pres">
      <dgm:prSet presAssocID="{C74EE7CC-DEFA-46D8-A541-559E61363EB4}" presName="spaceRect" presStyleCnt="0"/>
      <dgm:spPr/>
    </dgm:pt>
    <dgm:pt modelId="{E3147E95-AD41-4B4C-91CF-A9EE5AE5480A}" type="pres">
      <dgm:prSet presAssocID="{C74EE7CC-DEFA-46D8-A541-559E61363EB4}" presName="parTx" presStyleLbl="revTx" presStyleIdx="3" presStyleCnt="5">
        <dgm:presLayoutVars>
          <dgm:chMax val="0"/>
          <dgm:chPref val="0"/>
        </dgm:presLayoutVars>
      </dgm:prSet>
      <dgm:spPr/>
    </dgm:pt>
    <dgm:pt modelId="{031B493C-D532-42BA-8D88-BC782A3A81D0}" type="pres">
      <dgm:prSet presAssocID="{AFBA0CB2-3672-4887-9E14-2B7B5384B888}" presName="sibTrans" presStyleCnt="0"/>
      <dgm:spPr/>
    </dgm:pt>
    <dgm:pt modelId="{A3BDF555-DDD3-4CA3-A770-A1501C6BB450}" type="pres">
      <dgm:prSet presAssocID="{C40EC561-4C07-4F2D-8E3E-6FED4D56A294}" presName="compNode" presStyleCnt="0"/>
      <dgm:spPr/>
    </dgm:pt>
    <dgm:pt modelId="{A2FEEDFF-2ED3-4AFD-BE32-A8B942D6ED5F}" type="pres">
      <dgm:prSet presAssocID="{C40EC561-4C07-4F2D-8E3E-6FED4D56A294}" presName="bgRect" presStyleLbl="bgShp" presStyleIdx="4" presStyleCnt="5"/>
      <dgm:spPr/>
    </dgm:pt>
    <dgm:pt modelId="{3DBFCFD8-088F-4AC7-85D5-05B1246F2670}" type="pres">
      <dgm:prSet presAssocID="{C40EC561-4C07-4F2D-8E3E-6FED4D56A29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Estadísticas"/>
        </a:ext>
      </dgm:extLst>
    </dgm:pt>
    <dgm:pt modelId="{912E5D7F-8BAC-4E29-ADD6-FDC5C37171D0}" type="pres">
      <dgm:prSet presAssocID="{C40EC561-4C07-4F2D-8E3E-6FED4D56A294}" presName="spaceRect" presStyleCnt="0"/>
      <dgm:spPr/>
    </dgm:pt>
    <dgm:pt modelId="{20F9274B-849D-489E-8BB9-344C2A37BE0D}" type="pres">
      <dgm:prSet presAssocID="{C40EC561-4C07-4F2D-8E3E-6FED4D56A294}" presName="parTx" presStyleLbl="revTx" presStyleIdx="4" presStyleCnt="5">
        <dgm:presLayoutVars>
          <dgm:chMax val="0"/>
          <dgm:chPref val="0"/>
        </dgm:presLayoutVars>
      </dgm:prSet>
      <dgm:spPr/>
    </dgm:pt>
  </dgm:ptLst>
  <dgm:cxnLst>
    <dgm:cxn modelId="{5C6EB825-5661-40E6-8C03-7AB1F0091B5D}" srcId="{A5399922-6EC6-4FE3-A9FF-3AFF426C97A5}" destId="{EBFE9945-6215-4DA2-AA3D-C972AEA63696}" srcOrd="1" destOrd="0" parTransId="{FA0FD28B-F777-4E60-85EB-137BFD41C720}" sibTransId="{AC0F2416-41EE-48EE-BDA1-5F9D7C3A662B}"/>
    <dgm:cxn modelId="{89905F3D-48F4-443B-89F8-78B91B3F7D39}" srcId="{A5399922-6EC6-4FE3-A9FF-3AFF426C97A5}" destId="{FE8296DC-2238-40DC-9C04-5DDD150EC96F}" srcOrd="0" destOrd="0" parTransId="{C7D37AD2-4D67-4242-849E-DD7ADA4B1184}" sibTransId="{E1782FB7-CDEB-4DC9-BF48-DF3256225378}"/>
    <dgm:cxn modelId="{992E705C-6307-4673-8155-86D94B7522FB}" srcId="{A5399922-6EC6-4FE3-A9FF-3AFF426C97A5}" destId="{C40EC561-4C07-4F2D-8E3E-6FED4D56A294}" srcOrd="4" destOrd="0" parTransId="{35E2E5EA-6D92-43F1-8192-3BD136252DFD}" sibTransId="{B3A144FF-BCF8-4BFF-B33E-4ED2202AE221}"/>
    <dgm:cxn modelId="{854FDCA3-3CAB-4C2A-B562-0E5D9E5F288E}" srcId="{A5399922-6EC6-4FE3-A9FF-3AFF426C97A5}" destId="{27E595D7-4676-459A-9770-7E7E077884C3}" srcOrd="2" destOrd="0" parTransId="{9F01DDFB-8145-4155-BEEE-C192EC291FF3}" sibTransId="{1ED5E551-4BE0-4FA6-967F-A707E490646A}"/>
    <dgm:cxn modelId="{A0D447AD-0E27-40C8-B6A6-3D90009BAAAD}" type="presOf" srcId="{C74EE7CC-DEFA-46D8-A541-559E61363EB4}" destId="{E3147E95-AD41-4B4C-91CF-A9EE5AE5480A}" srcOrd="0" destOrd="0" presId="urn:microsoft.com/office/officeart/2018/2/layout/IconVerticalSolidList"/>
    <dgm:cxn modelId="{07E191AD-18B0-4C70-BD7E-64703D4E1220}" type="presOf" srcId="{C40EC561-4C07-4F2D-8E3E-6FED4D56A294}" destId="{20F9274B-849D-489E-8BB9-344C2A37BE0D}" srcOrd="0" destOrd="0" presId="urn:microsoft.com/office/officeart/2018/2/layout/IconVerticalSolidList"/>
    <dgm:cxn modelId="{6381A9B1-0FD7-425D-AFAA-93FC52EFFDE1}" type="presOf" srcId="{EBFE9945-6215-4DA2-AA3D-C972AEA63696}" destId="{3AE77F34-64EC-465D-A823-FDF9B5D3ADA5}" srcOrd="0" destOrd="0" presId="urn:microsoft.com/office/officeart/2018/2/layout/IconVerticalSolidList"/>
    <dgm:cxn modelId="{56AA5DC3-4529-47D6-918B-CCFF65DA3428}" srcId="{A5399922-6EC6-4FE3-A9FF-3AFF426C97A5}" destId="{C74EE7CC-DEFA-46D8-A541-559E61363EB4}" srcOrd="3" destOrd="0" parTransId="{6B8B569D-9209-4310-8502-6B88B7626D39}" sibTransId="{AFBA0CB2-3672-4887-9E14-2B7B5384B888}"/>
    <dgm:cxn modelId="{45325FC9-4787-4742-B7D2-B572C6DB00BD}" type="presOf" srcId="{27E595D7-4676-459A-9770-7E7E077884C3}" destId="{AEF3F0CF-FD7B-490C-97DA-59663213165F}" srcOrd="0" destOrd="0" presId="urn:microsoft.com/office/officeart/2018/2/layout/IconVerticalSolidList"/>
    <dgm:cxn modelId="{4E5EABD6-4508-49C2-89E5-D60A8C869574}" type="presOf" srcId="{A5399922-6EC6-4FE3-A9FF-3AFF426C97A5}" destId="{6AE0CD93-6626-403C-8223-E5B4FFDDB0CF}" srcOrd="0" destOrd="0" presId="urn:microsoft.com/office/officeart/2018/2/layout/IconVerticalSolidList"/>
    <dgm:cxn modelId="{C802C2E1-DCE7-486F-8D1C-8DF8327BEF78}" type="presOf" srcId="{FE8296DC-2238-40DC-9C04-5DDD150EC96F}" destId="{21B3C539-F508-47AE-A4CF-355120F070B2}" srcOrd="0" destOrd="0" presId="urn:microsoft.com/office/officeart/2018/2/layout/IconVerticalSolidList"/>
    <dgm:cxn modelId="{D24F9D7F-75B7-44F7-88A5-83E016217BC1}" type="presParOf" srcId="{6AE0CD93-6626-403C-8223-E5B4FFDDB0CF}" destId="{F7C2F00E-441F-46DE-90FF-A798FAFE6431}" srcOrd="0" destOrd="0" presId="urn:microsoft.com/office/officeart/2018/2/layout/IconVerticalSolidList"/>
    <dgm:cxn modelId="{F7288A59-32B1-48DB-83DE-84042359EE31}" type="presParOf" srcId="{F7C2F00E-441F-46DE-90FF-A798FAFE6431}" destId="{B57637E0-DDD2-4257-B3BE-FDC97DD9CA92}" srcOrd="0" destOrd="0" presId="urn:microsoft.com/office/officeart/2018/2/layout/IconVerticalSolidList"/>
    <dgm:cxn modelId="{062922C9-03C9-47F0-B9A4-7A0769C14747}" type="presParOf" srcId="{F7C2F00E-441F-46DE-90FF-A798FAFE6431}" destId="{ACDE168C-D057-43A3-8B1D-415AABCE8DCA}" srcOrd="1" destOrd="0" presId="urn:microsoft.com/office/officeart/2018/2/layout/IconVerticalSolidList"/>
    <dgm:cxn modelId="{6DFC3B31-4864-426C-9478-A3B701D78FAB}" type="presParOf" srcId="{F7C2F00E-441F-46DE-90FF-A798FAFE6431}" destId="{32C4DD88-A4EE-418D-ACBC-46501C7B99EB}" srcOrd="2" destOrd="0" presId="urn:microsoft.com/office/officeart/2018/2/layout/IconVerticalSolidList"/>
    <dgm:cxn modelId="{DFCE7010-72E2-4EA3-B0A6-BC4AD8B7FD58}" type="presParOf" srcId="{F7C2F00E-441F-46DE-90FF-A798FAFE6431}" destId="{21B3C539-F508-47AE-A4CF-355120F070B2}" srcOrd="3" destOrd="0" presId="urn:microsoft.com/office/officeart/2018/2/layout/IconVerticalSolidList"/>
    <dgm:cxn modelId="{2C64D07D-5AD9-4FF2-B633-CF0A34EBB02E}" type="presParOf" srcId="{6AE0CD93-6626-403C-8223-E5B4FFDDB0CF}" destId="{3EF0258B-4B90-4EF9-984E-B5101B936012}" srcOrd="1" destOrd="0" presId="urn:microsoft.com/office/officeart/2018/2/layout/IconVerticalSolidList"/>
    <dgm:cxn modelId="{6BEDC239-0754-42DF-BADC-ABC88DCA662B}" type="presParOf" srcId="{6AE0CD93-6626-403C-8223-E5B4FFDDB0CF}" destId="{85D957F3-E7A9-42FC-934F-4C00DF0D0241}" srcOrd="2" destOrd="0" presId="urn:microsoft.com/office/officeart/2018/2/layout/IconVerticalSolidList"/>
    <dgm:cxn modelId="{97EE3D5F-A45F-487A-B2EC-6E1BE7ACA366}" type="presParOf" srcId="{85D957F3-E7A9-42FC-934F-4C00DF0D0241}" destId="{743D5E5E-BC73-42DA-90C7-4DBCD0B94B60}" srcOrd="0" destOrd="0" presId="urn:microsoft.com/office/officeart/2018/2/layout/IconVerticalSolidList"/>
    <dgm:cxn modelId="{10465232-5DD2-4466-9F9B-EFD62B275099}" type="presParOf" srcId="{85D957F3-E7A9-42FC-934F-4C00DF0D0241}" destId="{FD9FCFA2-4A5F-4CB5-B0D0-63BAE8485547}" srcOrd="1" destOrd="0" presId="urn:microsoft.com/office/officeart/2018/2/layout/IconVerticalSolidList"/>
    <dgm:cxn modelId="{27E4EFD8-9BC1-47AB-8676-FB4829A6A593}" type="presParOf" srcId="{85D957F3-E7A9-42FC-934F-4C00DF0D0241}" destId="{D3DC69F0-F202-4804-8311-3A6D37A00A56}" srcOrd="2" destOrd="0" presId="urn:microsoft.com/office/officeart/2018/2/layout/IconVerticalSolidList"/>
    <dgm:cxn modelId="{3D39BF21-A390-4871-B821-267438AF774E}" type="presParOf" srcId="{85D957F3-E7A9-42FC-934F-4C00DF0D0241}" destId="{3AE77F34-64EC-465D-A823-FDF9B5D3ADA5}" srcOrd="3" destOrd="0" presId="urn:microsoft.com/office/officeart/2018/2/layout/IconVerticalSolidList"/>
    <dgm:cxn modelId="{7AFB0DE2-657C-43BC-BD9E-7CCAAA444DA8}" type="presParOf" srcId="{6AE0CD93-6626-403C-8223-E5B4FFDDB0CF}" destId="{F4CC0399-E57C-4E7D-8004-D33B547B1B94}" srcOrd="3" destOrd="0" presId="urn:microsoft.com/office/officeart/2018/2/layout/IconVerticalSolidList"/>
    <dgm:cxn modelId="{0EB18360-EE8D-4AE0-B23C-DD1F229DB162}" type="presParOf" srcId="{6AE0CD93-6626-403C-8223-E5B4FFDDB0CF}" destId="{8C06E2B1-9911-4C42-872E-F127920AD584}" srcOrd="4" destOrd="0" presId="urn:microsoft.com/office/officeart/2018/2/layout/IconVerticalSolidList"/>
    <dgm:cxn modelId="{7A7655D3-8208-4DD3-AD94-C3BFC1993851}" type="presParOf" srcId="{8C06E2B1-9911-4C42-872E-F127920AD584}" destId="{88500931-2EBD-47EB-8928-C87EC11F8EE1}" srcOrd="0" destOrd="0" presId="urn:microsoft.com/office/officeart/2018/2/layout/IconVerticalSolidList"/>
    <dgm:cxn modelId="{0445280E-EEBD-468F-B070-9BA7FB0AEB89}" type="presParOf" srcId="{8C06E2B1-9911-4C42-872E-F127920AD584}" destId="{FEEBA7BD-21E4-4B79-A282-22BAD654C914}" srcOrd="1" destOrd="0" presId="urn:microsoft.com/office/officeart/2018/2/layout/IconVerticalSolidList"/>
    <dgm:cxn modelId="{D5ABE585-C866-4C1B-A038-1DC28652FD13}" type="presParOf" srcId="{8C06E2B1-9911-4C42-872E-F127920AD584}" destId="{E0E942CA-CC17-4CEE-BF26-6E6434154230}" srcOrd="2" destOrd="0" presId="urn:microsoft.com/office/officeart/2018/2/layout/IconVerticalSolidList"/>
    <dgm:cxn modelId="{1EA4F3C9-AB3C-4771-A864-FED8AFA8C542}" type="presParOf" srcId="{8C06E2B1-9911-4C42-872E-F127920AD584}" destId="{AEF3F0CF-FD7B-490C-97DA-59663213165F}" srcOrd="3" destOrd="0" presId="urn:microsoft.com/office/officeart/2018/2/layout/IconVerticalSolidList"/>
    <dgm:cxn modelId="{5CD09C2B-990E-4775-9CF8-5D2209435090}" type="presParOf" srcId="{6AE0CD93-6626-403C-8223-E5B4FFDDB0CF}" destId="{6A57F82C-CEF2-49DE-878B-910BF7CFF307}" srcOrd="5" destOrd="0" presId="urn:microsoft.com/office/officeart/2018/2/layout/IconVerticalSolidList"/>
    <dgm:cxn modelId="{833ED37D-87BC-49D5-9221-6CF7B3953524}" type="presParOf" srcId="{6AE0CD93-6626-403C-8223-E5B4FFDDB0CF}" destId="{7CA5734A-F37B-4647-9218-22820456DC97}" srcOrd="6" destOrd="0" presId="urn:microsoft.com/office/officeart/2018/2/layout/IconVerticalSolidList"/>
    <dgm:cxn modelId="{8C8FEDBD-261A-4E06-A47D-28DA67E03418}" type="presParOf" srcId="{7CA5734A-F37B-4647-9218-22820456DC97}" destId="{30A0F1F0-372D-4010-B891-F1BD422E48E2}" srcOrd="0" destOrd="0" presId="urn:microsoft.com/office/officeart/2018/2/layout/IconVerticalSolidList"/>
    <dgm:cxn modelId="{89FE834E-63A1-4B31-925D-1C5920189511}" type="presParOf" srcId="{7CA5734A-F37B-4647-9218-22820456DC97}" destId="{F73F7CBC-74D5-43BD-960E-AB5ECF4FC25E}" srcOrd="1" destOrd="0" presId="urn:microsoft.com/office/officeart/2018/2/layout/IconVerticalSolidList"/>
    <dgm:cxn modelId="{A1E7E1A4-562D-4946-A9D8-832D61AA7209}" type="presParOf" srcId="{7CA5734A-F37B-4647-9218-22820456DC97}" destId="{E879E912-472A-459C-B01B-CB8A98BE0CEA}" srcOrd="2" destOrd="0" presId="urn:microsoft.com/office/officeart/2018/2/layout/IconVerticalSolidList"/>
    <dgm:cxn modelId="{41AAFD8C-33EE-4893-B57D-D5B92FD555FB}" type="presParOf" srcId="{7CA5734A-F37B-4647-9218-22820456DC97}" destId="{E3147E95-AD41-4B4C-91CF-A9EE5AE5480A}" srcOrd="3" destOrd="0" presId="urn:microsoft.com/office/officeart/2018/2/layout/IconVerticalSolidList"/>
    <dgm:cxn modelId="{A1396B72-074B-4718-AD86-EF9FA87E9D1A}" type="presParOf" srcId="{6AE0CD93-6626-403C-8223-E5B4FFDDB0CF}" destId="{031B493C-D532-42BA-8D88-BC782A3A81D0}" srcOrd="7" destOrd="0" presId="urn:microsoft.com/office/officeart/2018/2/layout/IconVerticalSolidList"/>
    <dgm:cxn modelId="{4F41661E-998E-4B67-93FC-F93090F63CE8}" type="presParOf" srcId="{6AE0CD93-6626-403C-8223-E5B4FFDDB0CF}" destId="{A3BDF555-DDD3-4CA3-A770-A1501C6BB450}" srcOrd="8" destOrd="0" presId="urn:microsoft.com/office/officeart/2018/2/layout/IconVerticalSolidList"/>
    <dgm:cxn modelId="{7203CCA8-1527-4E0C-A880-02EDA9EEC3BA}" type="presParOf" srcId="{A3BDF555-DDD3-4CA3-A770-A1501C6BB450}" destId="{A2FEEDFF-2ED3-4AFD-BE32-A8B942D6ED5F}" srcOrd="0" destOrd="0" presId="urn:microsoft.com/office/officeart/2018/2/layout/IconVerticalSolidList"/>
    <dgm:cxn modelId="{75537888-ED2A-4732-AED0-B8145B556434}" type="presParOf" srcId="{A3BDF555-DDD3-4CA3-A770-A1501C6BB450}" destId="{3DBFCFD8-088F-4AC7-85D5-05B1246F2670}" srcOrd="1" destOrd="0" presId="urn:microsoft.com/office/officeart/2018/2/layout/IconVerticalSolidList"/>
    <dgm:cxn modelId="{1AC90EC0-CBD7-4BC7-A591-7E08A7F2D259}" type="presParOf" srcId="{A3BDF555-DDD3-4CA3-A770-A1501C6BB450}" destId="{912E5D7F-8BAC-4E29-ADD6-FDC5C37171D0}" srcOrd="2" destOrd="0" presId="urn:microsoft.com/office/officeart/2018/2/layout/IconVerticalSolidList"/>
    <dgm:cxn modelId="{0B11DB0B-D6FE-48C0-BDCF-423A5A465019}" type="presParOf" srcId="{A3BDF555-DDD3-4CA3-A770-A1501C6BB450}" destId="{20F9274B-849D-489E-8BB9-344C2A37BE0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1F651F8-BFFB-4B20-B291-3F65B6B96539}"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4C8A925C-A2F4-40CF-A9BD-0ADC7DBE4FD6}">
      <dgm:prSet/>
      <dgm:spPr/>
      <dgm:t>
        <a:bodyPr/>
        <a:lstStyle/>
        <a:p>
          <a:r>
            <a:rPr lang="es-MX"/>
            <a:t>Identificación de patrones: Encuentra reglas y estructuras en bases de datos extensas.</a:t>
          </a:r>
          <a:endParaRPr lang="en-US"/>
        </a:p>
      </dgm:t>
    </dgm:pt>
    <dgm:pt modelId="{B30328D0-1420-4316-A6B5-28678EF3DD55}" type="parTrans" cxnId="{0EC3EB19-1BBA-4FAB-A101-9EA00091AFEE}">
      <dgm:prSet/>
      <dgm:spPr/>
      <dgm:t>
        <a:bodyPr/>
        <a:lstStyle/>
        <a:p>
          <a:endParaRPr lang="en-US"/>
        </a:p>
      </dgm:t>
    </dgm:pt>
    <dgm:pt modelId="{A8885B06-0AAB-40AB-BCDD-5CE8D10372D6}" type="sibTrans" cxnId="{0EC3EB19-1BBA-4FAB-A101-9EA00091AFEE}">
      <dgm:prSet/>
      <dgm:spPr/>
      <dgm:t>
        <a:bodyPr/>
        <a:lstStyle/>
        <a:p>
          <a:endParaRPr lang="en-US"/>
        </a:p>
      </dgm:t>
    </dgm:pt>
    <dgm:pt modelId="{0A66A791-D158-4BCE-8D60-E0D8FEF45ECD}">
      <dgm:prSet/>
      <dgm:spPr/>
      <dgm:t>
        <a:bodyPr/>
        <a:lstStyle/>
        <a:p>
          <a:r>
            <a:rPr lang="es-MX"/>
            <a:t>Predicción: Ayuda a anticipar comportamientos futuros de clientes o fallos en sistemas.</a:t>
          </a:r>
          <a:endParaRPr lang="en-US"/>
        </a:p>
      </dgm:t>
    </dgm:pt>
    <dgm:pt modelId="{E9883BF4-8CA0-4E47-B9AF-383B015B6D7B}" type="parTrans" cxnId="{EA546A3D-85EA-4B1B-A9BA-7C9DCA777ACE}">
      <dgm:prSet/>
      <dgm:spPr/>
      <dgm:t>
        <a:bodyPr/>
        <a:lstStyle/>
        <a:p>
          <a:endParaRPr lang="en-US"/>
        </a:p>
      </dgm:t>
    </dgm:pt>
    <dgm:pt modelId="{9D7C9DAA-B10F-45ED-80CE-02009B2C783A}" type="sibTrans" cxnId="{EA546A3D-85EA-4B1B-A9BA-7C9DCA777ACE}">
      <dgm:prSet/>
      <dgm:spPr/>
      <dgm:t>
        <a:bodyPr/>
        <a:lstStyle/>
        <a:p>
          <a:endParaRPr lang="en-US"/>
        </a:p>
      </dgm:t>
    </dgm:pt>
    <dgm:pt modelId="{A399CDF6-C997-4946-B442-F9F7FAB9F52D}">
      <dgm:prSet/>
      <dgm:spPr/>
      <dgm:t>
        <a:bodyPr/>
        <a:lstStyle/>
        <a:p>
          <a:r>
            <a:rPr lang="es-MX"/>
            <a:t>Aplicaciones: Marketing (análisis de la cesta de la compra), finanzas (detección de fraudes) y producción (mantenimiento preventivo)</a:t>
          </a:r>
          <a:endParaRPr lang="en-US"/>
        </a:p>
      </dgm:t>
    </dgm:pt>
    <dgm:pt modelId="{26F9E476-6736-47C1-9067-F4FD707557EF}" type="parTrans" cxnId="{8A7D3E13-2A31-4E25-B499-F4C1DAB2AE45}">
      <dgm:prSet/>
      <dgm:spPr/>
      <dgm:t>
        <a:bodyPr/>
        <a:lstStyle/>
        <a:p>
          <a:endParaRPr lang="en-US"/>
        </a:p>
      </dgm:t>
    </dgm:pt>
    <dgm:pt modelId="{AE2097A0-7278-4FAF-A6C8-F263D1BE47BC}" type="sibTrans" cxnId="{8A7D3E13-2A31-4E25-B499-F4C1DAB2AE45}">
      <dgm:prSet/>
      <dgm:spPr/>
      <dgm:t>
        <a:bodyPr/>
        <a:lstStyle/>
        <a:p>
          <a:endParaRPr lang="en-US"/>
        </a:p>
      </dgm:t>
    </dgm:pt>
    <dgm:pt modelId="{51ED42BC-9F7D-4811-AE19-55502E2BE4D9}" type="pres">
      <dgm:prSet presAssocID="{81F651F8-BFFB-4B20-B291-3F65B6B96539}" presName="outerComposite" presStyleCnt="0">
        <dgm:presLayoutVars>
          <dgm:chMax val="5"/>
          <dgm:dir/>
          <dgm:resizeHandles val="exact"/>
        </dgm:presLayoutVars>
      </dgm:prSet>
      <dgm:spPr/>
    </dgm:pt>
    <dgm:pt modelId="{E283FEF6-5B69-4FB0-B610-902893F5768E}" type="pres">
      <dgm:prSet presAssocID="{81F651F8-BFFB-4B20-B291-3F65B6B96539}" presName="dummyMaxCanvas" presStyleCnt="0">
        <dgm:presLayoutVars/>
      </dgm:prSet>
      <dgm:spPr/>
    </dgm:pt>
    <dgm:pt modelId="{FF463CFC-77A2-40BB-BBAE-D1744F4D8DA3}" type="pres">
      <dgm:prSet presAssocID="{81F651F8-BFFB-4B20-B291-3F65B6B96539}" presName="ThreeNodes_1" presStyleLbl="node1" presStyleIdx="0" presStyleCnt="3">
        <dgm:presLayoutVars>
          <dgm:bulletEnabled val="1"/>
        </dgm:presLayoutVars>
      </dgm:prSet>
      <dgm:spPr/>
    </dgm:pt>
    <dgm:pt modelId="{CC06E75B-1535-4E67-8A9C-6031802DC529}" type="pres">
      <dgm:prSet presAssocID="{81F651F8-BFFB-4B20-B291-3F65B6B96539}" presName="ThreeNodes_2" presStyleLbl="node1" presStyleIdx="1" presStyleCnt="3">
        <dgm:presLayoutVars>
          <dgm:bulletEnabled val="1"/>
        </dgm:presLayoutVars>
      </dgm:prSet>
      <dgm:spPr/>
    </dgm:pt>
    <dgm:pt modelId="{B72091A2-1994-4629-A665-32CC7017E5D3}" type="pres">
      <dgm:prSet presAssocID="{81F651F8-BFFB-4B20-B291-3F65B6B96539}" presName="ThreeNodes_3" presStyleLbl="node1" presStyleIdx="2" presStyleCnt="3">
        <dgm:presLayoutVars>
          <dgm:bulletEnabled val="1"/>
        </dgm:presLayoutVars>
      </dgm:prSet>
      <dgm:spPr/>
    </dgm:pt>
    <dgm:pt modelId="{9C50FF55-E5D5-4E62-B9B7-7196AE34F0CA}" type="pres">
      <dgm:prSet presAssocID="{81F651F8-BFFB-4B20-B291-3F65B6B96539}" presName="ThreeConn_1-2" presStyleLbl="fgAccFollowNode1" presStyleIdx="0" presStyleCnt="2">
        <dgm:presLayoutVars>
          <dgm:bulletEnabled val="1"/>
        </dgm:presLayoutVars>
      </dgm:prSet>
      <dgm:spPr/>
    </dgm:pt>
    <dgm:pt modelId="{93C8C3DB-B1D9-4495-A71D-9EA2373D7E2F}" type="pres">
      <dgm:prSet presAssocID="{81F651F8-BFFB-4B20-B291-3F65B6B96539}" presName="ThreeConn_2-3" presStyleLbl="fgAccFollowNode1" presStyleIdx="1" presStyleCnt="2">
        <dgm:presLayoutVars>
          <dgm:bulletEnabled val="1"/>
        </dgm:presLayoutVars>
      </dgm:prSet>
      <dgm:spPr/>
    </dgm:pt>
    <dgm:pt modelId="{A89559B2-F94D-43A2-AD07-5E845C4A7AA3}" type="pres">
      <dgm:prSet presAssocID="{81F651F8-BFFB-4B20-B291-3F65B6B96539}" presName="ThreeNodes_1_text" presStyleLbl="node1" presStyleIdx="2" presStyleCnt="3">
        <dgm:presLayoutVars>
          <dgm:bulletEnabled val="1"/>
        </dgm:presLayoutVars>
      </dgm:prSet>
      <dgm:spPr/>
    </dgm:pt>
    <dgm:pt modelId="{714A9113-7AF2-45E3-A4DB-F8AB688C4983}" type="pres">
      <dgm:prSet presAssocID="{81F651F8-BFFB-4B20-B291-3F65B6B96539}" presName="ThreeNodes_2_text" presStyleLbl="node1" presStyleIdx="2" presStyleCnt="3">
        <dgm:presLayoutVars>
          <dgm:bulletEnabled val="1"/>
        </dgm:presLayoutVars>
      </dgm:prSet>
      <dgm:spPr/>
    </dgm:pt>
    <dgm:pt modelId="{A0109302-FB61-42E5-A827-0BC39D8D2426}" type="pres">
      <dgm:prSet presAssocID="{81F651F8-BFFB-4B20-B291-3F65B6B96539}" presName="ThreeNodes_3_text" presStyleLbl="node1" presStyleIdx="2" presStyleCnt="3">
        <dgm:presLayoutVars>
          <dgm:bulletEnabled val="1"/>
        </dgm:presLayoutVars>
      </dgm:prSet>
      <dgm:spPr/>
    </dgm:pt>
  </dgm:ptLst>
  <dgm:cxnLst>
    <dgm:cxn modelId="{9C38E50B-0126-43D3-8CD3-512DE05F2483}" type="presOf" srcId="{A8885B06-0AAB-40AB-BCDD-5CE8D10372D6}" destId="{9C50FF55-E5D5-4E62-B9B7-7196AE34F0CA}" srcOrd="0" destOrd="0" presId="urn:microsoft.com/office/officeart/2005/8/layout/vProcess5"/>
    <dgm:cxn modelId="{8A7D3E13-2A31-4E25-B499-F4C1DAB2AE45}" srcId="{81F651F8-BFFB-4B20-B291-3F65B6B96539}" destId="{A399CDF6-C997-4946-B442-F9F7FAB9F52D}" srcOrd="2" destOrd="0" parTransId="{26F9E476-6736-47C1-9067-F4FD707557EF}" sibTransId="{AE2097A0-7278-4FAF-A6C8-F263D1BE47BC}"/>
    <dgm:cxn modelId="{0EC3EB19-1BBA-4FAB-A101-9EA00091AFEE}" srcId="{81F651F8-BFFB-4B20-B291-3F65B6B96539}" destId="{4C8A925C-A2F4-40CF-A9BD-0ADC7DBE4FD6}" srcOrd="0" destOrd="0" parTransId="{B30328D0-1420-4316-A6B5-28678EF3DD55}" sibTransId="{A8885B06-0AAB-40AB-BCDD-5CE8D10372D6}"/>
    <dgm:cxn modelId="{25F09128-C165-4FAC-9E8C-132FA667BE7F}" type="presOf" srcId="{4C8A925C-A2F4-40CF-A9BD-0ADC7DBE4FD6}" destId="{FF463CFC-77A2-40BB-BBAE-D1744F4D8DA3}" srcOrd="0" destOrd="0" presId="urn:microsoft.com/office/officeart/2005/8/layout/vProcess5"/>
    <dgm:cxn modelId="{EA546A3D-85EA-4B1B-A9BA-7C9DCA777ACE}" srcId="{81F651F8-BFFB-4B20-B291-3F65B6B96539}" destId="{0A66A791-D158-4BCE-8D60-E0D8FEF45ECD}" srcOrd="1" destOrd="0" parTransId="{E9883BF4-8CA0-4E47-B9AF-383B015B6D7B}" sibTransId="{9D7C9DAA-B10F-45ED-80CE-02009B2C783A}"/>
    <dgm:cxn modelId="{05BFFC6C-7E46-4135-86C8-3AE02B9CE70E}" type="presOf" srcId="{9D7C9DAA-B10F-45ED-80CE-02009B2C783A}" destId="{93C8C3DB-B1D9-4495-A71D-9EA2373D7E2F}" srcOrd="0" destOrd="0" presId="urn:microsoft.com/office/officeart/2005/8/layout/vProcess5"/>
    <dgm:cxn modelId="{46AB5B85-B149-4768-8388-0F81BD03100F}" type="presOf" srcId="{A399CDF6-C997-4946-B442-F9F7FAB9F52D}" destId="{A0109302-FB61-42E5-A827-0BC39D8D2426}" srcOrd="1" destOrd="0" presId="urn:microsoft.com/office/officeart/2005/8/layout/vProcess5"/>
    <dgm:cxn modelId="{57C92A8D-1B60-406E-8532-CB1626447480}" type="presOf" srcId="{0A66A791-D158-4BCE-8D60-E0D8FEF45ECD}" destId="{CC06E75B-1535-4E67-8A9C-6031802DC529}" srcOrd="0" destOrd="0" presId="urn:microsoft.com/office/officeart/2005/8/layout/vProcess5"/>
    <dgm:cxn modelId="{074914A1-2187-4936-B582-9059239D9D0A}" type="presOf" srcId="{4C8A925C-A2F4-40CF-A9BD-0ADC7DBE4FD6}" destId="{A89559B2-F94D-43A2-AD07-5E845C4A7AA3}" srcOrd="1" destOrd="0" presId="urn:microsoft.com/office/officeart/2005/8/layout/vProcess5"/>
    <dgm:cxn modelId="{A1674EAE-043F-44E1-9FE0-39E0DDE181CB}" type="presOf" srcId="{A399CDF6-C997-4946-B442-F9F7FAB9F52D}" destId="{B72091A2-1994-4629-A665-32CC7017E5D3}" srcOrd="0" destOrd="0" presId="urn:microsoft.com/office/officeart/2005/8/layout/vProcess5"/>
    <dgm:cxn modelId="{F9D95EBA-24AB-48F5-9EFA-1728724EE81B}" type="presOf" srcId="{81F651F8-BFFB-4B20-B291-3F65B6B96539}" destId="{51ED42BC-9F7D-4811-AE19-55502E2BE4D9}" srcOrd="0" destOrd="0" presId="urn:microsoft.com/office/officeart/2005/8/layout/vProcess5"/>
    <dgm:cxn modelId="{9EC340D1-DB46-44E2-8BF6-228A4DD6C9A1}" type="presOf" srcId="{0A66A791-D158-4BCE-8D60-E0D8FEF45ECD}" destId="{714A9113-7AF2-45E3-A4DB-F8AB688C4983}" srcOrd="1" destOrd="0" presId="urn:microsoft.com/office/officeart/2005/8/layout/vProcess5"/>
    <dgm:cxn modelId="{DEA40E88-7622-4AE8-BEBB-D0C3F1D13B2D}" type="presParOf" srcId="{51ED42BC-9F7D-4811-AE19-55502E2BE4D9}" destId="{E283FEF6-5B69-4FB0-B610-902893F5768E}" srcOrd="0" destOrd="0" presId="urn:microsoft.com/office/officeart/2005/8/layout/vProcess5"/>
    <dgm:cxn modelId="{FCA238FB-4246-46FF-B7A7-E84CECFC3E13}" type="presParOf" srcId="{51ED42BC-9F7D-4811-AE19-55502E2BE4D9}" destId="{FF463CFC-77A2-40BB-BBAE-D1744F4D8DA3}" srcOrd="1" destOrd="0" presId="urn:microsoft.com/office/officeart/2005/8/layout/vProcess5"/>
    <dgm:cxn modelId="{1439AC31-9B9A-4CB4-8F60-1E427693A5A7}" type="presParOf" srcId="{51ED42BC-9F7D-4811-AE19-55502E2BE4D9}" destId="{CC06E75B-1535-4E67-8A9C-6031802DC529}" srcOrd="2" destOrd="0" presId="urn:microsoft.com/office/officeart/2005/8/layout/vProcess5"/>
    <dgm:cxn modelId="{27A10544-A10B-44CC-9F0C-7258562CD117}" type="presParOf" srcId="{51ED42BC-9F7D-4811-AE19-55502E2BE4D9}" destId="{B72091A2-1994-4629-A665-32CC7017E5D3}" srcOrd="3" destOrd="0" presId="urn:microsoft.com/office/officeart/2005/8/layout/vProcess5"/>
    <dgm:cxn modelId="{2E888C4E-AB63-4F0F-9CB3-467408D70C81}" type="presParOf" srcId="{51ED42BC-9F7D-4811-AE19-55502E2BE4D9}" destId="{9C50FF55-E5D5-4E62-B9B7-7196AE34F0CA}" srcOrd="4" destOrd="0" presId="urn:microsoft.com/office/officeart/2005/8/layout/vProcess5"/>
    <dgm:cxn modelId="{F0E4D1AC-CCE7-4D07-AEB8-75EE1120E3D6}" type="presParOf" srcId="{51ED42BC-9F7D-4811-AE19-55502E2BE4D9}" destId="{93C8C3DB-B1D9-4495-A71D-9EA2373D7E2F}" srcOrd="5" destOrd="0" presId="urn:microsoft.com/office/officeart/2005/8/layout/vProcess5"/>
    <dgm:cxn modelId="{F96472C5-C133-40B7-BF7E-539C46587C70}" type="presParOf" srcId="{51ED42BC-9F7D-4811-AE19-55502E2BE4D9}" destId="{A89559B2-F94D-43A2-AD07-5E845C4A7AA3}" srcOrd="6" destOrd="0" presId="urn:microsoft.com/office/officeart/2005/8/layout/vProcess5"/>
    <dgm:cxn modelId="{B1B4234C-640B-4889-BA1A-D1DAF6AC6851}" type="presParOf" srcId="{51ED42BC-9F7D-4811-AE19-55502E2BE4D9}" destId="{714A9113-7AF2-45E3-A4DB-F8AB688C4983}" srcOrd="7" destOrd="0" presId="urn:microsoft.com/office/officeart/2005/8/layout/vProcess5"/>
    <dgm:cxn modelId="{ED923213-B375-486A-AA87-3519549D5737}" type="presParOf" srcId="{51ED42BC-9F7D-4811-AE19-55502E2BE4D9}" destId="{A0109302-FB61-42E5-A827-0BC39D8D2426}"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9C285528-63B5-4CDD-BE59-5F953503B3C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5467B4D-E375-45AB-AD75-8AA9245F523D}">
      <dgm:prSet/>
      <dgm:spPr/>
      <dgm:t>
        <a:bodyPr/>
        <a:lstStyle/>
        <a:p>
          <a:r>
            <a:rPr lang="es-MX" b="1"/>
            <a:t>Redes Neuronales Artificiales:</a:t>
          </a:r>
          <a:r>
            <a:rPr lang="es-MX"/>
            <a:t> Algoritmos complejos inspirados en el cerebro humano, ideales para modelar relaciones no lineales y realizar predicciones avanzadas.</a:t>
          </a:r>
          <a:endParaRPr lang="en-US"/>
        </a:p>
      </dgm:t>
    </dgm:pt>
    <dgm:pt modelId="{9BEC8AE5-2801-4993-A9F1-90CC079BC038}" type="parTrans" cxnId="{2D1D823F-390B-4D14-992B-A6391D8A4A21}">
      <dgm:prSet/>
      <dgm:spPr/>
      <dgm:t>
        <a:bodyPr/>
        <a:lstStyle/>
        <a:p>
          <a:endParaRPr lang="en-US"/>
        </a:p>
      </dgm:t>
    </dgm:pt>
    <dgm:pt modelId="{E3FF5656-E806-4472-9073-2EA22FA75436}" type="sibTrans" cxnId="{2D1D823F-390B-4D14-992B-A6391D8A4A21}">
      <dgm:prSet/>
      <dgm:spPr/>
      <dgm:t>
        <a:bodyPr/>
        <a:lstStyle/>
        <a:p>
          <a:endParaRPr lang="en-US"/>
        </a:p>
      </dgm:t>
    </dgm:pt>
    <dgm:pt modelId="{7EDA9344-A4E4-441F-AF2F-56F117B6AAEC}">
      <dgm:prSet/>
      <dgm:spPr/>
      <dgm:t>
        <a:bodyPr/>
        <a:lstStyle/>
        <a:p>
          <a:r>
            <a:rPr lang="es-MX" b="1"/>
            <a:t>Análisis de Regresión:</a:t>
          </a:r>
          <a:r>
            <a:rPr lang="es-MX"/>
            <a:t> Utilizado para predecir valores numéricos continuos, como estimar las ventas del próximo trimestre.</a:t>
          </a:r>
          <a:endParaRPr lang="en-US"/>
        </a:p>
      </dgm:t>
    </dgm:pt>
    <dgm:pt modelId="{C9C7386C-981D-413F-9C14-45283CC0B4ED}" type="parTrans" cxnId="{3979FC3A-F4BB-4476-BCE9-D945CE15DA2F}">
      <dgm:prSet/>
      <dgm:spPr/>
      <dgm:t>
        <a:bodyPr/>
        <a:lstStyle/>
        <a:p>
          <a:endParaRPr lang="en-US"/>
        </a:p>
      </dgm:t>
    </dgm:pt>
    <dgm:pt modelId="{9EE67937-EDBB-459D-9811-B349A5E5BB69}" type="sibTrans" cxnId="{3979FC3A-F4BB-4476-BCE9-D945CE15DA2F}">
      <dgm:prSet/>
      <dgm:spPr/>
      <dgm:t>
        <a:bodyPr/>
        <a:lstStyle/>
        <a:p>
          <a:endParaRPr lang="en-US"/>
        </a:p>
      </dgm:t>
    </dgm:pt>
    <dgm:pt modelId="{961BA915-52D2-4C32-9390-B4A26A10F980}">
      <dgm:prSet/>
      <dgm:spPr/>
      <dgm:t>
        <a:bodyPr/>
        <a:lstStyle/>
        <a:p>
          <a:r>
            <a:rPr lang="es-MX" b="1"/>
            <a:t>Detección de Anomalías:</a:t>
          </a:r>
          <a:r>
            <a:rPr lang="es-MX"/>
            <a:t> Identifica patrones atípicos o desviaciones que no siguen el comportamiento normal, fundamental para detectar fraudes financieros o errores.</a:t>
          </a:r>
          <a:endParaRPr lang="en-US"/>
        </a:p>
      </dgm:t>
    </dgm:pt>
    <dgm:pt modelId="{A5F7F477-8A28-4CA8-A027-3D3A86B9F748}" type="parTrans" cxnId="{D7A79A7A-DFE5-4D19-88CB-76A0B0B0C5BF}">
      <dgm:prSet/>
      <dgm:spPr/>
      <dgm:t>
        <a:bodyPr/>
        <a:lstStyle/>
        <a:p>
          <a:endParaRPr lang="en-US"/>
        </a:p>
      </dgm:t>
    </dgm:pt>
    <dgm:pt modelId="{713EACBF-F078-4C49-A1A9-12FEFD657349}" type="sibTrans" cxnId="{D7A79A7A-DFE5-4D19-88CB-76A0B0B0C5BF}">
      <dgm:prSet/>
      <dgm:spPr/>
      <dgm:t>
        <a:bodyPr/>
        <a:lstStyle/>
        <a:p>
          <a:endParaRPr lang="en-US"/>
        </a:p>
      </dgm:t>
    </dgm:pt>
    <dgm:pt modelId="{4CC6C906-87D3-41EC-AD05-E1D6FDC7AF4E}">
      <dgm:prSet/>
      <dgm:spPr/>
      <dgm:t>
        <a:bodyPr/>
        <a:lstStyle/>
        <a:p>
          <a:r>
            <a:rPr lang="es-MX" b="1"/>
            <a:t>Minería de Textos (Text Mining):</a:t>
          </a:r>
          <a:r>
            <a:rPr lang="es-MX"/>
            <a:t> Analiza datos no estructurados, como comentarios o correos electrónicos, para extraer información significativa y analizar sentimientos</a:t>
          </a:r>
          <a:endParaRPr lang="en-US"/>
        </a:p>
      </dgm:t>
    </dgm:pt>
    <dgm:pt modelId="{1787EDC0-0166-4FBC-A12C-F5A46512EF50}" type="parTrans" cxnId="{4796AA19-9E37-4513-AD5B-E30512B71AEC}">
      <dgm:prSet/>
      <dgm:spPr/>
      <dgm:t>
        <a:bodyPr/>
        <a:lstStyle/>
        <a:p>
          <a:endParaRPr lang="en-US"/>
        </a:p>
      </dgm:t>
    </dgm:pt>
    <dgm:pt modelId="{3441A705-7357-409A-8197-60C7FF4C1513}" type="sibTrans" cxnId="{4796AA19-9E37-4513-AD5B-E30512B71AEC}">
      <dgm:prSet/>
      <dgm:spPr/>
      <dgm:t>
        <a:bodyPr/>
        <a:lstStyle/>
        <a:p>
          <a:endParaRPr lang="en-US"/>
        </a:p>
      </dgm:t>
    </dgm:pt>
    <dgm:pt modelId="{B98572D2-E0BD-49F9-9F56-B3CA0572C209}" type="pres">
      <dgm:prSet presAssocID="{9C285528-63B5-4CDD-BE59-5F953503B3C2}" presName="root" presStyleCnt="0">
        <dgm:presLayoutVars>
          <dgm:dir/>
          <dgm:resizeHandles val="exact"/>
        </dgm:presLayoutVars>
      </dgm:prSet>
      <dgm:spPr/>
    </dgm:pt>
    <dgm:pt modelId="{E40EE003-A360-4409-8E0E-CC385A239E1E}" type="pres">
      <dgm:prSet presAssocID="{E5467B4D-E375-45AB-AD75-8AA9245F523D}" presName="compNode" presStyleCnt="0"/>
      <dgm:spPr/>
    </dgm:pt>
    <dgm:pt modelId="{E30B78BD-591F-49C2-AF7A-406256AAE9C2}" type="pres">
      <dgm:prSet presAssocID="{E5467B4D-E375-45AB-AD75-8AA9245F523D}" presName="bgRect" presStyleLbl="bgShp" presStyleIdx="0" presStyleCnt="4"/>
      <dgm:spPr/>
    </dgm:pt>
    <dgm:pt modelId="{391E545C-601E-4D52-87B3-2BDC3787ED15}" type="pres">
      <dgm:prSet presAssocID="{E5467B4D-E375-45AB-AD75-8AA9245F523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d"/>
        </a:ext>
      </dgm:extLst>
    </dgm:pt>
    <dgm:pt modelId="{431A445A-9FBB-4C9E-905B-2CF1BF8B7A22}" type="pres">
      <dgm:prSet presAssocID="{E5467B4D-E375-45AB-AD75-8AA9245F523D}" presName="spaceRect" presStyleCnt="0"/>
      <dgm:spPr/>
    </dgm:pt>
    <dgm:pt modelId="{DDBE4369-B548-4136-A72A-4102A2F0B89C}" type="pres">
      <dgm:prSet presAssocID="{E5467B4D-E375-45AB-AD75-8AA9245F523D}" presName="parTx" presStyleLbl="revTx" presStyleIdx="0" presStyleCnt="4">
        <dgm:presLayoutVars>
          <dgm:chMax val="0"/>
          <dgm:chPref val="0"/>
        </dgm:presLayoutVars>
      </dgm:prSet>
      <dgm:spPr/>
    </dgm:pt>
    <dgm:pt modelId="{EFC519A7-3E4E-4170-A416-C05696BC8BCA}" type="pres">
      <dgm:prSet presAssocID="{E3FF5656-E806-4472-9073-2EA22FA75436}" presName="sibTrans" presStyleCnt="0"/>
      <dgm:spPr/>
    </dgm:pt>
    <dgm:pt modelId="{47E91FAF-43E7-4C42-9E35-23DB2A48E4BE}" type="pres">
      <dgm:prSet presAssocID="{7EDA9344-A4E4-441F-AF2F-56F117B6AAEC}" presName="compNode" presStyleCnt="0"/>
      <dgm:spPr/>
    </dgm:pt>
    <dgm:pt modelId="{B5F80397-2F97-4A5B-AA7D-2CC3C72F1373}" type="pres">
      <dgm:prSet presAssocID="{7EDA9344-A4E4-441F-AF2F-56F117B6AAEC}" presName="bgRect" presStyleLbl="bgShp" presStyleIdx="1" presStyleCnt="4"/>
      <dgm:spPr/>
    </dgm:pt>
    <dgm:pt modelId="{843F401A-6BBB-4DA2-8713-728EC8028212}" type="pres">
      <dgm:prSet presAssocID="{7EDA9344-A4E4-441F-AF2F-56F117B6AAE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stadísticas"/>
        </a:ext>
      </dgm:extLst>
    </dgm:pt>
    <dgm:pt modelId="{2A8CD4C0-3C0A-4C96-9201-9E376DC05BD9}" type="pres">
      <dgm:prSet presAssocID="{7EDA9344-A4E4-441F-AF2F-56F117B6AAEC}" presName="spaceRect" presStyleCnt="0"/>
      <dgm:spPr/>
    </dgm:pt>
    <dgm:pt modelId="{2F716550-2219-4A97-8537-B856DCD62373}" type="pres">
      <dgm:prSet presAssocID="{7EDA9344-A4E4-441F-AF2F-56F117B6AAEC}" presName="parTx" presStyleLbl="revTx" presStyleIdx="1" presStyleCnt="4">
        <dgm:presLayoutVars>
          <dgm:chMax val="0"/>
          <dgm:chPref val="0"/>
        </dgm:presLayoutVars>
      </dgm:prSet>
      <dgm:spPr/>
    </dgm:pt>
    <dgm:pt modelId="{58A2B4EE-5B30-4833-B8BE-8A654AB2B9C9}" type="pres">
      <dgm:prSet presAssocID="{9EE67937-EDBB-459D-9811-B349A5E5BB69}" presName="sibTrans" presStyleCnt="0"/>
      <dgm:spPr/>
    </dgm:pt>
    <dgm:pt modelId="{3DF87FEE-9524-4A6B-8985-50E66EA360AA}" type="pres">
      <dgm:prSet presAssocID="{961BA915-52D2-4C32-9390-B4A26A10F980}" presName="compNode" presStyleCnt="0"/>
      <dgm:spPr/>
    </dgm:pt>
    <dgm:pt modelId="{EAC7DA3D-5744-4CF5-8342-3606960CE931}" type="pres">
      <dgm:prSet presAssocID="{961BA915-52D2-4C32-9390-B4A26A10F980}" presName="bgRect" presStyleLbl="bgShp" presStyleIdx="2" presStyleCnt="4"/>
      <dgm:spPr/>
    </dgm:pt>
    <dgm:pt modelId="{09FA9C71-06BA-41DC-9DD4-5C5D8E54ACDA}" type="pres">
      <dgm:prSet presAssocID="{961BA915-52D2-4C32-9390-B4A26A10F98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EDAA2F29-7360-4D1F-A41D-01C4AB0A5FF7}" type="pres">
      <dgm:prSet presAssocID="{961BA915-52D2-4C32-9390-B4A26A10F980}" presName="spaceRect" presStyleCnt="0"/>
      <dgm:spPr/>
    </dgm:pt>
    <dgm:pt modelId="{06DC8060-F9F0-4EBC-BC46-C7F1E09A7604}" type="pres">
      <dgm:prSet presAssocID="{961BA915-52D2-4C32-9390-B4A26A10F980}" presName="parTx" presStyleLbl="revTx" presStyleIdx="2" presStyleCnt="4">
        <dgm:presLayoutVars>
          <dgm:chMax val="0"/>
          <dgm:chPref val="0"/>
        </dgm:presLayoutVars>
      </dgm:prSet>
      <dgm:spPr/>
    </dgm:pt>
    <dgm:pt modelId="{9E3401D1-4475-4188-8415-82D7505F3F92}" type="pres">
      <dgm:prSet presAssocID="{713EACBF-F078-4C49-A1A9-12FEFD657349}" presName="sibTrans" presStyleCnt="0"/>
      <dgm:spPr/>
    </dgm:pt>
    <dgm:pt modelId="{086D8FB9-B628-4E74-AE8B-FB6C3123B8D0}" type="pres">
      <dgm:prSet presAssocID="{4CC6C906-87D3-41EC-AD05-E1D6FDC7AF4E}" presName="compNode" presStyleCnt="0"/>
      <dgm:spPr/>
    </dgm:pt>
    <dgm:pt modelId="{1A98439B-9568-460B-8340-922CE37691DA}" type="pres">
      <dgm:prSet presAssocID="{4CC6C906-87D3-41EC-AD05-E1D6FDC7AF4E}" presName="bgRect" presStyleLbl="bgShp" presStyleIdx="3" presStyleCnt="4"/>
      <dgm:spPr/>
    </dgm:pt>
    <dgm:pt modelId="{E432B9A8-DFCF-4088-AE3A-799577CC7673}" type="pres">
      <dgm:prSet presAssocID="{4CC6C906-87D3-41EC-AD05-E1D6FDC7AF4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ateo"/>
        </a:ext>
      </dgm:extLst>
    </dgm:pt>
    <dgm:pt modelId="{B799472B-412A-4B7A-AEDC-94988BAABF17}" type="pres">
      <dgm:prSet presAssocID="{4CC6C906-87D3-41EC-AD05-E1D6FDC7AF4E}" presName="spaceRect" presStyleCnt="0"/>
      <dgm:spPr/>
    </dgm:pt>
    <dgm:pt modelId="{1BB1669B-EB1E-4D3F-83E0-6DA8E4A831FC}" type="pres">
      <dgm:prSet presAssocID="{4CC6C906-87D3-41EC-AD05-E1D6FDC7AF4E}" presName="parTx" presStyleLbl="revTx" presStyleIdx="3" presStyleCnt="4">
        <dgm:presLayoutVars>
          <dgm:chMax val="0"/>
          <dgm:chPref val="0"/>
        </dgm:presLayoutVars>
      </dgm:prSet>
      <dgm:spPr/>
    </dgm:pt>
  </dgm:ptLst>
  <dgm:cxnLst>
    <dgm:cxn modelId="{C87D6B08-91C6-4B42-9015-2051F16C6E8E}" type="presOf" srcId="{9C285528-63B5-4CDD-BE59-5F953503B3C2}" destId="{B98572D2-E0BD-49F9-9F56-B3CA0572C209}" srcOrd="0" destOrd="0" presId="urn:microsoft.com/office/officeart/2018/2/layout/IconVerticalSolidList"/>
    <dgm:cxn modelId="{4796AA19-9E37-4513-AD5B-E30512B71AEC}" srcId="{9C285528-63B5-4CDD-BE59-5F953503B3C2}" destId="{4CC6C906-87D3-41EC-AD05-E1D6FDC7AF4E}" srcOrd="3" destOrd="0" parTransId="{1787EDC0-0166-4FBC-A12C-F5A46512EF50}" sibTransId="{3441A705-7357-409A-8197-60C7FF4C1513}"/>
    <dgm:cxn modelId="{5EFFC833-E5C9-42D6-ABDC-382947BBBB95}" type="presOf" srcId="{961BA915-52D2-4C32-9390-B4A26A10F980}" destId="{06DC8060-F9F0-4EBC-BC46-C7F1E09A7604}" srcOrd="0" destOrd="0" presId="urn:microsoft.com/office/officeart/2018/2/layout/IconVerticalSolidList"/>
    <dgm:cxn modelId="{3979FC3A-F4BB-4476-BCE9-D945CE15DA2F}" srcId="{9C285528-63B5-4CDD-BE59-5F953503B3C2}" destId="{7EDA9344-A4E4-441F-AF2F-56F117B6AAEC}" srcOrd="1" destOrd="0" parTransId="{C9C7386C-981D-413F-9C14-45283CC0B4ED}" sibTransId="{9EE67937-EDBB-459D-9811-B349A5E5BB69}"/>
    <dgm:cxn modelId="{2D1D823F-390B-4D14-992B-A6391D8A4A21}" srcId="{9C285528-63B5-4CDD-BE59-5F953503B3C2}" destId="{E5467B4D-E375-45AB-AD75-8AA9245F523D}" srcOrd="0" destOrd="0" parTransId="{9BEC8AE5-2801-4993-A9F1-90CC079BC038}" sibTransId="{E3FF5656-E806-4472-9073-2EA22FA75436}"/>
    <dgm:cxn modelId="{20BE2647-03E2-41F9-8516-A33D3B034836}" type="presOf" srcId="{4CC6C906-87D3-41EC-AD05-E1D6FDC7AF4E}" destId="{1BB1669B-EB1E-4D3F-83E0-6DA8E4A831FC}" srcOrd="0" destOrd="0" presId="urn:microsoft.com/office/officeart/2018/2/layout/IconVerticalSolidList"/>
    <dgm:cxn modelId="{EB31944A-A679-49AC-B4A0-458074A30771}" type="presOf" srcId="{E5467B4D-E375-45AB-AD75-8AA9245F523D}" destId="{DDBE4369-B548-4136-A72A-4102A2F0B89C}" srcOrd="0" destOrd="0" presId="urn:microsoft.com/office/officeart/2018/2/layout/IconVerticalSolidList"/>
    <dgm:cxn modelId="{D7A79A7A-DFE5-4D19-88CB-76A0B0B0C5BF}" srcId="{9C285528-63B5-4CDD-BE59-5F953503B3C2}" destId="{961BA915-52D2-4C32-9390-B4A26A10F980}" srcOrd="2" destOrd="0" parTransId="{A5F7F477-8A28-4CA8-A027-3D3A86B9F748}" sibTransId="{713EACBF-F078-4C49-A1A9-12FEFD657349}"/>
    <dgm:cxn modelId="{1E2B94E4-41E3-4CCF-A54F-D2AB8D9087FA}" type="presOf" srcId="{7EDA9344-A4E4-441F-AF2F-56F117B6AAEC}" destId="{2F716550-2219-4A97-8537-B856DCD62373}" srcOrd="0" destOrd="0" presId="urn:microsoft.com/office/officeart/2018/2/layout/IconVerticalSolidList"/>
    <dgm:cxn modelId="{697C3684-9A50-4834-A387-F92EA2B32615}" type="presParOf" srcId="{B98572D2-E0BD-49F9-9F56-B3CA0572C209}" destId="{E40EE003-A360-4409-8E0E-CC385A239E1E}" srcOrd="0" destOrd="0" presId="urn:microsoft.com/office/officeart/2018/2/layout/IconVerticalSolidList"/>
    <dgm:cxn modelId="{568DDDDB-46DD-42F3-8C7E-F5BAFDC3D9D5}" type="presParOf" srcId="{E40EE003-A360-4409-8E0E-CC385A239E1E}" destId="{E30B78BD-591F-49C2-AF7A-406256AAE9C2}" srcOrd="0" destOrd="0" presId="urn:microsoft.com/office/officeart/2018/2/layout/IconVerticalSolidList"/>
    <dgm:cxn modelId="{DFF180FF-62F6-4725-8836-86BD913F90C2}" type="presParOf" srcId="{E40EE003-A360-4409-8E0E-CC385A239E1E}" destId="{391E545C-601E-4D52-87B3-2BDC3787ED15}" srcOrd="1" destOrd="0" presId="urn:microsoft.com/office/officeart/2018/2/layout/IconVerticalSolidList"/>
    <dgm:cxn modelId="{D85E0D63-F58C-4CF4-83DC-84EABD0B510C}" type="presParOf" srcId="{E40EE003-A360-4409-8E0E-CC385A239E1E}" destId="{431A445A-9FBB-4C9E-905B-2CF1BF8B7A22}" srcOrd="2" destOrd="0" presId="urn:microsoft.com/office/officeart/2018/2/layout/IconVerticalSolidList"/>
    <dgm:cxn modelId="{7B0D8E79-A4B8-4FA1-9362-15CE2D7008A6}" type="presParOf" srcId="{E40EE003-A360-4409-8E0E-CC385A239E1E}" destId="{DDBE4369-B548-4136-A72A-4102A2F0B89C}" srcOrd="3" destOrd="0" presId="urn:microsoft.com/office/officeart/2018/2/layout/IconVerticalSolidList"/>
    <dgm:cxn modelId="{208D5DB2-AC9E-45B9-9417-571AB49B453C}" type="presParOf" srcId="{B98572D2-E0BD-49F9-9F56-B3CA0572C209}" destId="{EFC519A7-3E4E-4170-A416-C05696BC8BCA}" srcOrd="1" destOrd="0" presId="urn:microsoft.com/office/officeart/2018/2/layout/IconVerticalSolidList"/>
    <dgm:cxn modelId="{EF015F24-1D69-4284-96FC-77D7E093DB50}" type="presParOf" srcId="{B98572D2-E0BD-49F9-9F56-B3CA0572C209}" destId="{47E91FAF-43E7-4C42-9E35-23DB2A48E4BE}" srcOrd="2" destOrd="0" presId="urn:microsoft.com/office/officeart/2018/2/layout/IconVerticalSolidList"/>
    <dgm:cxn modelId="{F7EDE8D7-2D2F-4903-AF14-035562CF6608}" type="presParOf" srcId="{47E91FAF-43E7-4C42-9E35-23DB2A48E4BE}" destId="{B5F80397-2F97-4A5B-AA7D-2CC3C72F1373}" srcOrd="0" destOrd="0" presId="urn:microsoft.com/office/officeart/2018/2/layout/IconVerticalSolidList"/>
    <dgm:cxn modelId="{E2DA90D2-0DA5-486E-ABB0-AC3F72C9C326}" type="presParOf" srcId="{47E91FAF-43E7-4C42-9E35-23DB2A48E4BE}" destId="{843F401A-6BBB-4DA2-8713-728EC8028212}" srcOrd="1" destOrd="0" presId="urn:microsoft.com/office/officeart/2018/2/layout/IconVerticalSolidList"/>
    <dgm:cxn modelId="{3125A632-84D4-4138-9D0A-8A10108812FE}" type="presParOf" srcId="{47E91FAF-43E7-4C42-9E35-23DB2A48E4BE}" destId="{2A8CD4C0-3C0A-4C96-9201-9E376DC05BD9}" srcOrd="2" destOrd="0" presId="urn:microsoft.com/office/officeart/2018/2/layout/IconVerticalSolidList"/>
    <dgm:cxn modelId="{BBA5B93B-6DD0-4A98-A822-7B702AACF316}" type="presParOf" srcId="{47E91FAF-43E7-4C42-9E35-23DB2A48E4BE}" destId="{2F716550-2219-4A97-8537-B856DCD62373}" srcOrd="3" destOrd="0" presId="urn:microsoft.com/office/officeart/2018/2/layout/IconVerticalSolidList"/>
    <dgm:cxn modelId="{32D8C17B-312D-466E-8D85-2B7336922FCE}" type="presParOf" srcId="{B98572D2-E0BD-49F9-9F56-B3CA0572C209}" destId="{58A2B4EE-5B30-4833-B8BE-8A654AB2B9C9}" srcOrd="3" destOrd="0" presId="urn:microsoft.com/office/officeart/2018/2/layout/IconVerticalSolidList"/>
    <dgm:cxn modelId="{AB52AB9A-7217-43AA-8F24-C720C8C250F8}" type="presParOf" srcId="{B98572D2-E0BD-49F9-9F56-B3CA0572C209}" destId="{3DF87FEE-9524-4A6B-8985-50E66EA360AA}" srcOrd="4" destOrd="0" presId="urn:microsoft.com/office/officeart/2018/2/layout/IconVerticalSolidList"/>
    <dgm:cxn modelId="{E9365B20-D011-445D-8828-0E83AF7C64CF}" type="presParOf" srcId="{3DF87FEE-9524-4A6B-8985-50E66EA360AA}" destId="{EAC7DA3D-5744-4CF5-8342-3606960CE931}" srcOrd="0" destOrd="0" presId="urn:microsoft.com/office/officeart/2018/2/layout/IconVerticalSolidList"/>
    <dgm:cxn modelId="{77E274A7-6170-4BA6-AC49-2184AD38D291}" type="presParOf" srcId="{3DF87FEE-9524-4A6B-8985-50E66EA360AA}" destId="{09FA9C71-06BA-41DC-9DD4-5C5D8E54ACDA}" srcOrd="1" destOrd="0" presId="urn:microsoft.com/office/officeart/2018/2/layout/IconVerticalSolidList"/>
    <dgm:cxn modelId="{B42C4719-B4C0-4607-B480-8F541BB532DA}" type="presParOf" srcId="{3DF87FEE-9524-4A6B-8985-50E66EA360AA}" destId="{EDAA2F29-7360-4D1F-A41D-01C4AB0A5FF7}" srcOrd="2" destOrd="0" presId="urn:microsoft.com/office/officeart/2018/2/layout/IconVerticalSolidList"/>
    <dgm:cxn modelId="{F2829E77-3E4B-48C0-8135-0E8BCCF57651}" type="presParOf" srcId="{3DF87FEE-9524-4A6B-8985-50E66EA360AA}" destId="{06DC8060-F9F0-4EBC-BC46-C7F1E09A7604}" srcOrd="3" destOrd="0" presId="urn:microsoft.com/office/officeart/2018/2/layout/IconVerticalSolidList"/>
    <dgm:cxn modelId="{239DCBBA-1638-4DFC-89C3-6A2A7112E67F}" type="presParOf" srcId="{B98572D2-E0BD-49F9-9F56-B3CA0572C209}" destId="{9E3401D1-4475-4188-8415-82D7505F3F92}" srcOrd="5" destOrd="0" presId="urn:microsoft.com/office/officeart/2018/2/layout/IconVerticalSolidList"/>
    <dgm:cxn modelId="{0AAA2537-6C77-45BE-9B6B-E28B871607C4}" type="presParOf" srcId="{B98572D2-E0BD-49F9-9F56-B3CA0572C209}" destId="{086D8FB9-B628-4E74-AE8B-FB6C3123B8D0}" srcOrd="6" destOrd="0" presId="urn:microsoft.com/office/officeart/2018/2/layout/IconVerticalSolidList"/>
    <dgm:cxn modelId="{693EDCB5-351F-49F6-B59D-B96DADBE197F}" type="presParOf" srcId="{086D8FB9-B628-4E74-AE8B-FB6C3123B8D0}" destId="{1A98439B-9568-460B-8340-922CE37691DA}" srcOrd="0" destOrd="0" presId="urn:microsoft.com/office/officeart/2018/2/layout/IconVerticalSolidList"/>
    <dgm:cxn modelId="{188491BC-6D30-419A-AA58-B1D2F8257400}" type="presParOf" srcId="{086D8FB9-B628-4E74-AE8B-FB6C3123B8D0}" destId="{E432B9A8-DFCF-4088-AE3A-799577CC7673}" srcOrd="1" destOrd="0" presId="urn:microsoft.com/office/officeart/2018/2/layout/IconVerticalSolidList"/>
    <dgm:cxn modelId="{8E1D247F-6755-4B8B-961D-BDD68DFC17A9}" type="presParOf" srcId="{086D8FB9-B628-4E74-AE8B-FB6C3123B8D0}" destId="{B799472B-412A-4B7A-AEDC-94988BAABF17}" srcOrd="2" destOrd="0" presId="urn:microsoft.com/office/officeart/2018/2/layout/IconVerticalSolidList"/>
    <dgm:cxn modelId="{B4EACD26-9F9B-4DA4-ABE8-3727638C0020}" type="presParOf" srcId="{086D8FB9-B628-4E74-AE8B-FB6C3123B8D0}" destId="{1BB1669B-EB1E-4D3F-83E0-6DA8E4A831F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412799A-594F-45B3-9190-2928D60321C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C93B7DC-42B9-4480-B6B4-E2ACC4C27DF0}">
      <dgm:prSet/>
      <dgm:spPr/>
      <dgm:t>
        <a:bodyPr/>
        <a:lstStyle/>
        <a:p>
          <a:r>
            <a:rPr lang="es-MX"/>
            <a:t>KNIME</a:t>
          </a:r>
          <a:r>
            <a:rPr lang="es-MX" b="1"/>
            <a:t> (Konstanz Information Miner):</a:t>
          </a:r>
          <a:r>
            <a:rPr lang="es-MX"/>
            <a:t> Plataforma de código abierto basada en nodos, ideal para crear flujos de trabajo de ciencia de datos sin programar.</a:t>
          </a:r>
          <a:endParaRPr lang="en-US"/>
        </a:p>
      </dgm:t>
    </dgm:pt>
    <dgm:pt modelId="{00358F1D-7B66-4EE9-93FA-A0660ADC8CD3}" type="parTrans" cxnId="{1049956B-866F-43D9-BC94-8EEAC67919E6}">
      <dgm:prSet/>
      <dgm:spPr/>
      <dgm:t>
        <a:bodyPr/>
        <a:lstStyle/>
        <a:p>
          <a:endParaRPr lang="en-US"/>
        </a:p>
      </dgm:t>
    </dgm:pt>
    <dgm:pt modelId="{13A23163-FDE1-4B1E-A771-E97489A05176}" type="sibTrans" cxnId="{1049956B-866F-43D9-BC94-8EEAC67919E6}">
      <dgm:prSet/>
      <dgm:spPr/>
      <dgm:t>
        <a:bodyPr/>
        <a:lstStyle/>
        <a:p>
          <a:endParaRPr lang="en-US"/>
        </a:p>
      </dgm:t>
    </dgm:pt>
    <dgm:pt modelId="{775338B6-0081-4851-8912-3E54DDF69505}">
      <dgm:prSet/>
      <dgm:spPr/>
      <dgm:t>
        <a:bodyPr/>
        <a:lstStyle/>
        <a:p>
          <a:r>
            <a:rPr lang="es-MX" b="1"/>
            <a:t>RapidMiner:</a:t>
          </a:r>
          <a:r>
            <a:rPr lang="es-MX"/>
            <a:t> Entorno unificado para preparación de datos, aprendizaje automático y minería, con gran capacidad predictiva.</a:t>
          </a:r>
          <a:endParaRPr lang="en-US"/>
        </a:p>
      </dgm:t>
    </dgm:pt>
    <dgm:pt modelId="{3E971F1B-7814-4FE1-87AD-9A2BDA24F31C}" type="parTrans" cxnId="{811EE5EA-EC29-4404-87EB-2EB1C7C68607}">
      <dgm:prSet/>
      <dgm:spPr/>
      <dgm:t>
        <a:bodyPr/>
        <a:lstStyle/>
        <a:p>
          <a:endParaRPr lang="en-US"/>
        </a:p>
      </dgm:t>
    </dgm:pt>
    <dgm:pt modelId="{70346C4E-B068-4A49-B05E-649B0653A36F}" type="sibTrans" cxnId="{811EE5EA-EC29-4404-87EB-2EB1C7C68607}">
      <dgm:prSet/>
      <dgm:spPr/>
      <dgm:t>
        <a:bodyPr/>
        <a:lstStyle/>
        <a:p>
          <a:endParaRPr lang="en-US"/>
        </a:p>
      </dgm:t>
    </dgm:pt>
    <dgm:pt modelId="{04937D6D-DA52-4E0D-AAFC-BDB737C8BEAA}">
      <dgm:prSet/>
      <dgm:spPr/>
      <dgm:t>
        <a:bodyPr/>
        <a:lstStyle/>
        <a:p>
          <a:r>
            <a:rPr lang="es-MX" b="1"/>
            <a:t>Orange Data Mining:</a:t>
          </a:r>
          <a:r>
            <a:rPr lang="es-MX"/>
            <a:t> Herramienta visual ideal para principiantes y visualización de datos atractiva.</a:t>
          </a:r>
          <a:endParaRPr lang="en-US"/>
        </a:p>
      </dgm:t>
    </dgm:pt>
    <dgm:pt modelId="{7178524B-CD8B-4D30-A604-786879AC95AC}" type="parTrans" cxnId="{5896DE02-8F33-481C-B2CA-1F9AFF102F4B}">
      <dgm:prSet/>
      <dgm:spPr/>
      <dgm:t>
        <a:bodyPr/>
        <a:lstStyle/>
        <a:p>
          <a:endParaRPr lang="en-US"/>
        </a:p>
      </dgm:t>
    </dgm:pt>
    <dgm:pt modelId="{1D90BBDC-A909-4872-9A7E-DCC7D6304385}" type="sibTrans" cxnId="{5896DE02-8F33-481C-B2CA-1F9AFF102F4B}">
      <dgm:prSet/>
      <dgm:spPr/>
      <dgm:t>
        <a:bodyPr/>
        <a:lstStyle/>
        <a:p>
          <a:endParaRPr lang="en-US"/>
        </a:p>
      </dgm:t>
    </dgm:pt>
    <dgm:pt modelId="{8DD5C521-132E-4DD6-BC90-E0E8361547EB}">
      <dgm:prSet/>
      <dgm:spPr/>
      <dgm:t>
        <a:bodyPr/>
        <a:lstStyle/>
        <a:p>
          <a:r>
            <a:rPr lang="es-MX" b="1"/>
            <a:t>SAS Enterprise Miner:</a:t>
          </a:r>
          <a:r>
            <a:rPr lang="es-MX"/>
            <a:t> Solución robusta enfocada en empresas para modelado predictivo y minería de datos.</a:t>
          </a:r>
          <a:endParaRPr lang="en-US"/>
        </a:p>
      </dgm:t>
    </dgm:pt>
    <dgm:pt modelId="{CBD5AFA5-CEED-47D9-A32D-A1E462E00DBD}" type="parTrans" cxnId="{46C467F5-72C7-4D78-BB0E-C19AA35B3208}">
      <dgm:prSet/>
      <dgm:spPr/>
      <dgm:t>
        <a:bodyPr/>
        <a:lstStyle/>
        <a:p>
          <a:endParaRPr lang="en-US"/>
        </a:p>
      </dgm:t>
    </dgm:pt>
    <dgm:pt modelId="{3B9C7D36-C40C-4358-BAF1-CCC1E6F0C84C}" type="sibTrans" cxnId="{46C467F5-72C7-4D78-BB0E-C19AA35B3208}">
      <dgm:prSet/>
      <dgm:spPr/>
      <dgm:t>
        <a:bodyPr/>
        <a:lstStyle/>
        <a:p>
          <a:endParaRPr lang="en-US"/>
        </a:p>
      </dgm:t>
    </dgm:pt>
    <dgm:pt modelId="{5564B2E3-72F2-4AA4-9227-485E29EEFFFC}">
      <dgm:prSet/>
      <dgm:spPr/>
      <dgm:t>
        <a:bodyPr/>
        <a:lstStyle/>
        <a:p>
          <a:r>
            <a:rPr lang="es-MX"/>
            <a:t>WEKA (University of Waikato)</a:t>
          </a:r>
          <a:r>
            <a:rPr lang="es-MX" b="1"/>
            <a:t>:</a:t>
          </a:r>
          <a:r>
            <a:rPr lang="es-MX"/>
            <a:t> Suite de algoritmos de aprendizaje automático, muy utilizada en investigación y educación.</a:t>
          </a:r>
          <a:endParaRPr lang="en-US"/>
        </a:p>
      </dgm:t>
    </dgm:pt>
    <dgm:pt modelId="{0DC214B6-CEEC-4BA5-8DA5-A0595BDB8449}" type="parTrans" cxnId="{665C5E8A-6448-40ED-81E7-6C22EDE47E3B}">
      <dgm:prSet/>
      <dgm:spPr/>
      <dgm:t>
        <a:bodyPr/>
        <a:lstStyle/>
        <a:p>
          <a:endParaRPr lang="en-US"/>
        </a:p>
      </dgm:t>
    </dgm:pt>
    <dgm:pt modelId="{BFC748EF-4BCD-482C-B385-EAB3CDA51963}" type="sibTrans" cxnId="{665C5E8A-6448-40ED-81E7-6C22EDE47E3B}">
      <dgm:prSet/>
      <dgm:spPr/>
      <dgm:t>
        <a:bodyPr/>
        <a:lstStyle/>
        <a:p>
          <a:endParaRPr lang="en-US"/>
        </a:p>
      </dgm:t>
    </dgm:pt>
    <dgm:pt modelId="{C8E5C06B-ECCB-449E-9835-677D03BB7E3A}">
      <dgm:prSet/>
      <dgm:spPr/>
      <dgm:t>
        <a:bodyPr/>
        <a:lstStyle/>
        <a:p>
          <a:r>
            <a:rPr lang="es-MX" b="1"/>
            <a:t>IBM SPSS Modeler:</a:t>
          </a:r>
          <a:r>
            <a:rPr lang="es-MX"/>
            <a:t> Destaca por su interfaz intuitiva de arrastrar y soltar para análisis predictivo.</a:t>
          </a:r>
          <a:endParaRPr lang="en-US"/>
        </a:p>
      </dgm:t>
    </dgm:pt>
    <dgm:pt modelId="{C5F4CFB6-D6E8-43A8-A2DB-81250562809E}" type="parTrans" cxnId="{D789FB4E-C15F-4BA6-8A13-1E7B1E6C71E4}">
      <dgm:prSet/>
      <dgm:spPr/>
      <dgm:t>
        <a:bodyPr/>
        <a:lstStyle/>
        <a:p>
          <a:endParaRPr lang="en-US"/>
        </a:p>
      </dgm:t>
    </dgm:pt>
    <dgm:pt modelId="{C835A478-9544-4095-8F0C-CBD958A6704B}" type="sibTrans" cxnId="{D789FB4E-C15F-4BA6-8A13-1E7B1E6C71E4}">
      <dgm:prSet/>
      <dgm:spPr/>
      <dgm:t>
        <a:bodyPr/>
        <a:lstStyle/>
        <a:p>
          <a:endParaRPr lang="en-US"/>
        </a:p>
      </dgm:t>
    </dgm:pt>
    <dgm:pt modelId="{309F7111-0203-43CE-9D86-43F68FB48B45}" type="pres">
      <dgm:prSet presAssocID="{6412799A-594F-45B3-9190-2928D60321C1}" presName="root" presStyleCnt="0">
        <dgm:presLayoutVars>
          <dgm:dir/>
          <dgm:resizeHandles val="exact"/>
        </dgm:presLayoutVars>
      </dgm:prSet>
      <dgm:spPr/>
    </dgm:pt>
    <dgm:pt modelId="{F3AF209C-167A-4582-B7ED-91F2886F7066}" type="pres">
      <dgm:prSet presAssocID="{EC93B7DC-42B9-4480-B6B4-E2ACC4C27DF0}" presName="compNode" presStyleCnt="0"/>
      <dgm:spPr/>
    </dgm:pt>
    <dgm:pt modelId="{05ED56D7-F468-4C1C-8057-DC2DEF4E57B3}" type="pres">
      <dgm:prSet presAssocID="{EC93B7DC-42B9-4480-B6B4-E2ACC4C27DF0}" presName="bgRect" presStyleLbl="bgShp" presStyleIdx="0" presStyleCnt="6"/>
      <dgm:spPr/>
    </dgm:pt>
    <dgm:pt modelId="{04A7FD72-07E8-44D2-9B63-B62BE7C967B1}" type="pres">
      <dgm:prSet presAssocID="{EC93B7DC-42B9-4480-B6B4-E2ACC4C27DF0}"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Vaquero"/>
        </a:ext>
      </dgm:extLst>
    </dgm:pt>
    <dgm:pt modelId="{1A97EC39-1D39-4F00-BAFE-61590FCF816D}" type="pres">
      <dgm:prSet presAssocID="{EC93B7DC-42B9-4480-B6B4-E2ACC4C27DF0}" presName="spaceRect" presStyleCnt="0"/>
      <dgm:spPr/>
    </dgm:pt>
    <dgm:pt modelId="{5F86503E-7964-44CC-846D-FDA3C89A1781}" type="pres">
      <dgm:prSet presAssocID="{EC93B7DC-42B9-4480-B6B4-E2ACC4C27DF0}" presName="parTx" presStyleLbl="revTx" presStyleIdx="0" presStyleCnt="6">
        <dgm:presLayoutVars>
          <dgm:chMax val="0"/>
          <dgm:chPref val="0"/>
        </dgm:presLayoutVars>
      </dgm:prSet>
      <dgm:spPr/>
    </dgm:pt>
    <dgm:pt modelId="{DDD6B0A8-84F2-4A8A-A401-12240842576F}" type="pres">
      <dgm:prSet presAssocID="{13A23163-FDE1-4B1E-A771-E97489A05176}" presName="sibTrans" presStyleCnt="0"/>
      <dgm:spPr/>
    </dgm:pt>
    <dgm:pt modelId="{D7088E3D-17CF-45DC-A3C1-4AE315211F9C}" type="pres">
      <dgm:prSet presAssocID="{775338B6-0081-4851-8912-3E54DDF69505}" presName="compNode" presStyleCnt="0"/>
      <dgm:spPr/>
    </dgm:pt>
    <dgm:pt modelId="{BC18E97C-B4FB-4380-8DF6-677658AAE3D9}" type="pres">
      <dgm:prSet presAssocID="{775338B6-0081-4851-8912-3E54DDF69505}" presName="bgRect" presStyleLbl="bgShp" presStyleIdx="1" presStyleCnt="6"/>
      <dgm:spPr/>
    </dgm:pt>
    <dgm:pt modelId="{524C51ED-D408-4B9A-88C7-2C6A7C353025}" type="pres">
      <dgm:prSet presAssocID="{775338B6-0081-4851-8912-3E54DDF6950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in in head"/>
        </a:ext>
      </dgm:extLst>
    </dgm:pt>
    <dgm:pt modelId="{960BB929-9FD2-43C0-856F-A7A58421B11A}" type="pres">
      <dgm:prSet presAssocID="{775338B6-0081-4851-8912-3E54DDF69505}" presName="spaceRect" presStyleCnt="0"/>
      <dgm:spPr/>
    </dgm:pt>
    <dgm:pt modelId="{A803515E-6F44-4481-B971-313797591D8F}" type="pres">
      <dgm:prSet presAssocID="{775338B6-0081-4851-8912-3E54DDF69505}" presName="parTx" presStyleLbl="revTx" presStyleIdx="1" presStyleCnt="6">
        <dgm:presLayoutVars>
          <dgm:chMax val="0"/>
          <dgm:chPref val="0"/>
        </dgm:presLayoutVars>
      </dgm:prSet>
      <dgm:spPr/>
    </dgm:pt>
    <dgm:pt modelId="{88DAB48C-ACD6-442E-8996-F7F36DF62F8A}" type="pres">
      <dgm:prSet presAssocID="{70346C4E-B068-4A49-B05E-649B0653A36F}" presName="sibTrans" presStyleCnt="0"/>
      <dgm:spPr/>
    </dgm:pt>
    <dgm:pt modelId="{BC640A28-BB58-4186-86A2-2CD4F52F5719}" type="pres">
      <dgm:prSet presAssocID="{04937D6D-DA52-4E0D-AAFC-BDB737C8BEAA}" presName="compNode" presStyleCnt="0"/>
      <dgm:spPr/>
    </dgm:pt>
    <dgm:pt modelId="{AD50BB14-7F2D-4298-B58D-611C31CB8FBE}" type="pres">
      <dgm:prSet presAssocID="{04937D6D-DA52-4E0D-AAFC-BDB737C8BEAA}" presName="bgRect" presStyleLbl="bgShp" presStyleIdx="2" presStyleCnt="6"/>
      <dgm:spPr/>
    </dgm:pt>
    <dgm:pt modelId="{889E7C1C-10F5-44EF-BC49-D8102B2BAA50}" type="pres">
      <dgm:prSet presAssocID="{04937D6D-DA52-4E0D-AAFC-BDB737C8BEA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ining Tools"/>
        </a:ext>
      </dgm:extLst>
    </dgm:pt>
    <dgm:pt modelId="{0AA3C726-E7DF-4E39-90B4-141A603D4B62}" type="pres">
      <dgm:prSet presAssocID="{04937D6D-DA52-4E0D-AAFC-BDB737C8BEAA}" presName="spaceRect" presStyleCnt="0"/>
      <dgm:spPr/>
    </dgm:pt>
    <dgm:pt modelId="{A58F4D7A-A032-4566-8CDA-70AF2F5AA30C}" type="pres">
      <dgm:prSet presAssocID="{04937D6D-DA52-4E0D-AAFC-BDB737C8BEAA}" presName="parTx" presStyleLbl="revTx" presStyleIdx="2" presStyleCnt="6">
        <dgm:presLayoutVars>
          <dgm:chMax val="0"/>
          <dgm:chPref val="0"/>
        </dgm:presLayoutVars>
      </dgm:prSet>
      <dgm:spPr/>
    </dgm:pt>
    <dgm:pt modelId="{E540112A-20F8-4863-A9EA-1EFB6CD4DCA6}" type="pres">
      <dgm:prSet presAssocID="{1D90BBDC-A909-4872-9A7E-DCC7D6304385}" presName="sibTrans" presStyleCnt="0"/>
      <dgm:spPr/>
    </dgm:pt>
    <dgm:pt modelId="{832BEB0D-13E7-494A-BC39-AD89204686BD}" type="pres">
      <dgm:prSet presAssocID="{8DD5C521-132E-4DD6-BC90-E0E8361547EB}" presName="compNode" presStyleCnt="0"/>
      <dgm:spPr/>
    </dgm:pt>
    <dgm:pt modelId="{A7C91D65-E6DB-4A96-B0F1-9CE5B6A98BFD}" type="pres">
      <dgm:prSet presAssocID="{8DD5C521-132E-4DD6-BC90-E0E8361547EB}" presName="bgRect" presStyleLbl="bgShp" presStyleIdx="3" presStyleCnt="6"/>
      <dgm:spPr/>
    </dgm:pt>
    <dgm:pt modelId="{335787C0-94CC-4540-846D-4D43E7BE5AC0}" type="pres">
      <dgm:prSet presAssocID="{8DD5C521-132E-4DD6-BC90-E0E8361547EB}"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se de datos"/>
        </a:ext>
      </dgm:extLst>
    </dgm:pt>
    <dgm:pt modelId="{355772D6-1F5B-4D26-B650-D1A9F759397F}" type="pres">
      <dgm:prSet presAssocID="{8DD5C521-132E-4DD6-BC90-E0E8361547EB}" presName="spaceRect" presStyleCnt="0"/>
      <dgm:spPr/>
    </dgm:pt>
    <dgm:pt modelId="{263FE6E2-47FD-4E1A-BBA1-A84073066469}" type="pres">
      <dgm:prSet presAssocID="{8DD5C521-132E-4DD6-BC90-E0E8361547EB}" presName="parTx" presStyleLbl="revTx" presStyleIdx="3" presStyleCnt="6">
        <dgm:presLayoutVars>
          <dgm:chMax val="0"/>
          <dgm:chPref val="0"/>
        </dgm:presLayoutVars>
      </dgm:prSet>
      <dgm:spPr/>
    </dgm:pt>
    <dgm:pt modelId="{A6CB4590-5D96-4524-8805-0F5F62C3D36A}" type="pres">
      <dgm:prSet presAssocID="{3B9C7D36-C40C-4358-BAF1-CCC1E6F0C84C}" presName="sibTrans" presStyleCnt="0"/>
      <dgm:spPr/>
    </dgm:pt>
    <dgm:pt modelId="{8AF7BE2E-A6BD-46AF-8521-DB3D30E012E1}" type="pres">
      <dgm:prSet presAssocID="{5564B2E3-72F2-4AA4-9227-485E29EEFFFC}" presName="compNode" presStyleCnt="0"/>
      <dgm:spPr/>
    </dgm:pt>
    <dgm:pt modelId="{070E4ACA-8AA9-492E-AACA-6DA4F1634841}" type="pres">
      <dgm:prSet presAssocID="{5564B2E3-72F2-4AA4-9227-485E29EEFFFC}" presName="bgRect" presStyleLbl="bgShp" presStyleIdx="4" presStyleCnt="6"/>
      <dgm:spPr/>
    </dgm:pt>
    <dgm:pt modelId="{648EAC3D-8CE5-4CFE-8496-92A05D889E21}" type="pres">
      <dgm:prSet presAssocID="{5564B2E3-72F2-4AA4-9227-485E29EEFFFC}"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Robot"/>
        </a:ext>
      </dgm:extLst>
    </dgm:pt>
    <dgm:pt modelId="{B05B8575-F3B0-4390-A1DF-4A5F03732BDC}" type="pres">
      <dgm:prSet presAssocID="{5564B2E3-72F2-4AA4-9227-485E29EEFFFC}" presName="spaceRect" presStyleCnt="0"/>
      <dgm:spPr/>
    </dgm:pt>
    <dgm:pt modelId="{F04BF95C-BBAA-453B-A2E2-115967745D5C}" type="pres">
      <dgm:prSet presAssocID="{5564B2E3-72F2-4AA4-9227-485E29EEFFFC}" presName="parTx" presStyleLbl="revTx" presStyleIdx="4" presStyleCnt="6">
        <dgm:presLayoutVars>
          <dgm:chMax val="0"/>
          <dgm:chPref val="0"/>
        </dgm:presLayoutVars>
      </dgm:prSet>
      <dgm:spPr/>
    </dgm:pt>
    <dgm:pt modelId="{540684BD-AB55-4CF6-9C65-B2624FBCDA98}" type="pres">
      <dgm:prSet presAssocID="{BFC748EF-4BCD-482C-B385-EAB3CDA51963}" presName="sibTrans" presStyleCnt="0"/>
      <dgm:spPr/>
    </dgm:pt>
    <dgm:pt modelId="{9504D330-4598-427E-A1B1-9F0787D2C291}" type="pres">
      <dgm:prSet presAssocID="{C8E5C06B-ECCB-449E-9835-677D03BB7E3A}" presName="compNode" presStyleCnt="0"/>
      <dgm:spPr/>
    </dgm:pt>
    <dgm:pt modelId="{D302D4C2-8BCB-4CEE-8F58-F7B3435E3927}" type="pres">
      <dgm:prSet presAssocID="{C8E5C06B-ECCB-449E-9835-677D03BB7E3A}" presName="bgRect" presStyleLbl="bgShp" presStyleIdx="5" presStyleCnt="6"/>
      <dgm:spPr/>
    </dgm:pt>
    <dgm:pt modelId="{5ABCE70D-51E6-4D16-B1EF-ED25A62EBF55}" type="pres">
      <dgm:prSet presAssocID="{C8E5C06B-ECCB-449E-9835-677D03BB7E3A}"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ar chart"/>
        </a:ext>
      </dgm:extLst>
    </dgm:pt>
    <dgm:pt modelId="{B10EC7AC-9328-4F86-B8B4-3888928DF34A}" type="pres">
      <dgm:prSet presAssocID="{C8E5C06B-ECCB-449E-9835-677D03BB7E3A}" presName="spaceRect" presStyleCnt="0"/>
      <dgm:spPr/>
    </dgm:pt>
    <dgm:pt modelId="{D8B06077-6EC3-47B4-9E7F-148E1F191B62}" type="pres">
      <dgm:prSet presAssocID="{C8E5C06B-ECCB-449E-9835-677D03BB7E3A}" presName="parTx" presStyleLbl="revTx" presStyleIdx="5" presStyleCnt="6">
        <dgm:presLayoutVars>
          <dgm:chMax val="0"/>
          <dgm:chPref val="0"/>
        </dgm:presLayoutVars>
      </dgm:prSet>
      <dgm:spPr/>
    </dgm:pt>
  </dgm:ptLst>
  <dgm:cxnLst>
    <dgm:cxn modelId="{5896DE02-8F33-481C-B2CA-1F9AFF102F4B}" srcId="{6412799A-594F-45B3-9190-2928D60321C1}" destId="{04937D6D-DA52-4E0D-AAFC-BDB737C8BEAA}" srcOrd="2" destOrd="0" parTransId="{7178524B-CD8B-4D30-A604-786879AC95AC}" sibTransId="{1D90BBDC-A909-4872-9A7E-DCC7D6304385}"/>
    <dgm:cxn modelId="{27AAD40C-0F15-42A8-ADBF-D68F50C2D096}" type="presOf" srcId="{04937D6D-DA52-4E0D-AAFC-BDB737C8BEAA}" destId="{A58F4D7A-A032-4566-8CDA-70AF2F5AA30C}" srcOrd="0" destOrd="0" presId="urn:microsoft.com/office/officeart/2018/2/layout/IconVerticalSolidList"/>
    <dgm:cxn modelId="{51F53E39-B122-4F45-9A48-E69F1BB84592}" type="presOf" srcId="{8DD5C521-132E-4DD6-BC90-E0E8361547EB}" destId="{263FE6E2-47FD-4E1A-BBA1-A84073066469}" srcOrd="0" destOrd="0" presId="urn:microsoft.com/office/officeart/2018/2/layout/IconVerticalSolidList"/>
    <dgm:cxn modelId="{1049956B-866F-43D9-BC94-8EEAC67919E6}" srcId="{6412799A-594F-45B3-9190-2928D60321C1}" destId="{EC93B7DC-42B9-4480-B6B4-E2ACC4C27DF0}" srcOrd="0" destOrd="0" parTransId="{00358F1D-7B66-4EE9-93FA-A0660ADC8CD3}" sibTransId="{13A23163-FDE1-4B1E-A771-E97489A05176}"/>
    <dgm:cxn modelId="{D789FB4E-C15F-4BA6-8A13-1E7B1E6C71E4}" srcId="{6412799A-594F-45B3-9190-2928D60321C1}" destId="{C8E5C06B-ECCB-449E-9835-677D03BB7E3A}" srcOrd="5" destOrd="0" parTransId="{C5F4CFB6-D6E8-43A8-A2DB-81250562809E}" sibTransId="{C835A478-9544-4095-8F0C-CBD958A6704B}"/>
    <dgm:cxn modelId="{124B3753-FC9B-4C3A-994E-8F7DA4AF9C7C}" type="presOf" srcId="{5564B2E3-72F2-4AA4-9227-485E29EEFFFC}" destId="{F04BF95C-BBAA-453B-A2E2-115967745D5C}" srcOrd="0" destOrd="0" presId="urn:microsoft.com/office/officeart/2018/2/layout/IconVerticalSolidList"/>
    <dgm:cxn modelId="{665C5E8A-6448-40ED-81E7-6C22EDE47E3B}" srcId="{6412799A-594F-45B3-9190-2928D60321C1}" destId="{5564B2E3-72F2-4AA4-9227-485E29EEFFFC}" srcOrd="4" destOrd="0" parTransId="{0DC214B6-CEEC-4BA5-8DA5-A0595BDB8449}" sibTransId="{BFC748EF-4BCD-482C-B385-EAB3CDA51963}"/>
    <dgm:cxn modelId="{D5A5EC8E-2D29-4319-8CC0-8803CCA2B35B}" type="presOf" srcId="{775338B6-0081-4851-8912-3E54DDF69505}" destId="{A803515E-6F44-4481-B971-313797591D8F}" srcOrd="0" destOrd="0" presId="urn:microsoft.com/office/officeart/2018/2/layout/IconVerticalSolidList"/>
    <dgm:cxn modelId="{8947C6C9-AD58-40C6-9852-8BB76CDD5725}" type="presOf" srcId="{6412799A-594F-45B3-9190-2928D60321C1}" destId="{309F7111-0203-43CE-9D86-43F68FB48B45}" srcOrd="0" destOrd="0" presId="urn:microsoft.com/office/officeart/2018/2/layout/IconVerticalSolidList"/>
    <dgm:cxn modelId="{581832CD-4B73-4B72-A30D-2E4C517D0F56}" type="presOf" srcId="{C8E5C06B-ECCB-449E-9835-677D03BB7E3A}" destId="{D8B06077-6EC3-47B4-9E7F-148E1F191B62}" srcOrd="0" destOrd="0" presId="urn:microsoft.com/office/officeart/2018/2/layout/IconVerticalSolidList"/>
    <dgm:cxn modelId="{811EE5EA-EC29-4404-87EB-2EB1C7C68607}" srcId="{6412799A-594F-45B3-9190-2928D60321C1}" destId="{775338B6-0081-4851-8912-3E54DDF69505}" srcOrd="1" destOrd="0" parTransId="{3E971F1B-7814-4FE1-87AD-9A2BDA24F31C}" sibTransId="{70346C4E-B068-4A49-B05E-649B0653A36F}"/>
    <dgm:cxn modelId="{28E3F4F0-FC7C-4B55-864F-289AF3FB78CD}" type="presOf" srcId="{EC93B7DC-42B9-4480-B6B4-E2ACC4C27DF0}" destId="{5F86503E-7964-44CC-846D-FDA3C89A1781}" srcOrd="0" destOrd="0" presId="urn:microsoft.com/office/officeart/2018/2/layout/IconVerticalSolidList"/>
    <dgm:cxn modelId="{46C467F5-72C7-4D78-BB0E-C19AA35B3208}" srcId="{6412799A-594F-45B3-9190-2928D60321C1}" destId="{8DD5C521-132E-4DD6-BC90-E0E8361547EB}" srcOrd="3" destOrd="0" parTransId="{CBD5AFA5-CEED-47D9-A32D-A1E462E00DBD}" sibTransId="{3B9C7D36-C40C-4358-BAF1-CCC1E6F0C84C}"/>
    <dgm:cxn modelId="{CF91EF5D-E58D-40EB-AFC1-BC228293EA76}" type="presParOf" srcId="{309F7111-0203-43CE-9D86-43F68FB48B45}" destId="{F3AF209C-167A-4582-B7ED-91F2886F7066}" srcOrd="0" destOrd="0" presId="urn:microsoft.com/office/officeart/2018/2/layout/IconVerticalSolidList"/>
    <dgm:cxn modelId="{2A79B781-C917-4AEB-BD09-89C564E35236}" type="presParOf" srcId="{F3AF209C-167A-4582-B7ED-91F2886F7066}" destId="{05ED56D7-F468-4C1C-8057-DC2DEF4E57B3}" srcOrd="0" destOrd="0" presId="urn:microsoft.com/office/officeart/2018/2/layout/IconVerticalSolidList"/>
    <dgm:cxn modelId="{2A9F31ED-6EDB-421F-8CB7-2DA1C6BD3072}" type="presParOf" srcId="{F3AF209C-167A-4582-B7ED-91F2886F7066}" destId="{04A7FD72-07E8-44D2-9B63-B62BE7C967B1}" srcOrd="1" destOrd="0" presId="urn:microsoft.com/office/officeart/2018/2/layout/IconVerticalSolidList"/>
    <dgm:cxn modelId="{A2809A05-403B-4B3D-88C1-08A3D9B260E1}" type="presParOf" srcId="{F3AF209C-167A-4582-B7ED-91F2886F7066}" destId="{1A97EC39-1D39-4F00-BAFE-61590FCF816D}" srcOrd="2" destOrd="0" presId="urn:microsoft.com/office/officeart/2018/2/layout/IconVerticalSolidList"/>
    <dgm:cxn modelId="{3C729817-DE97-4C27-81C7-B1C9C80598CA}" type="presParOf" srcId="{F3AF209C-167A-4582-B7ED-91F2886F7066}" destId="{5F86503E-7964-44CC-846D-FDA3C89A1781}" srcOrd="3" destOrd="0" presId="urn:microsoft.com/office/officeart/2018/2/layout/IconVerticalSolidList"/>
    <dgm:cxn modelId="{F7EF97AA-2C80-4C6F-9722-223B6FDE6139}" type="presParOf" srcId="{309F7111-0203-43CE-9D86-43F68FB48B45}" destId="{DDD6B0A8-84F2-4A8A-A401-12240842576F}" srcOrd="1" destOrd="0" presId="urn:microsoft.com/office/officeart/2018/2/layout/IconVerticalSolidList"/>
    <dgm:cxn modelId="{9BCE5CE8-5A5F-4967-8B44-B0194482411C}" type="presParOf" srcId="{309F7111-0203-43CE-9D86-43F68FB48B45}" destId="{D7088E3D-17CF-45DC-A3C1-4AE315211F9C}" srcOrd="2" destOrd="0" presId="urn:microsoft.com/office/officeart/2018/2/layout/IconVerticalSolidList"/>
    <dgm:cxn modelId="{E7F9A484-801B-4923-8F98-4C3B3A320644}" type="presParOf" srcId="{D7088E3D-17CF-45DC-A3C1-4AE315211F9C}" destId="{BC18E97C-B4FB-4380-8DF6-677658AAE3D9}" srcOrd="0" destOrd="0" presId="urn:microsoft.com/office/officeart/2018/2/layout/IconVerticalSolidList"/>
    <dgm:cxn modelId="{B7D27179-935E-4026-86EA-D63476D6633E}" type="presParOf" srcId="{D7088E3D-17CF-45DC-A3C1-4AE315211F9C}" destId="{524C51ED-D408-4B9A-88C7-2C6A7C353025}" srcOrd="1" destOrd="0" presId="urn:microsoft.com/office/officeart/2018/2/layout/IconVerticalSolidList"/>
    <dgm:cxn modelId="{103CDA7B-158F-4533-BD2C-9C195DCFCCF2}" type="presParOf" srcId="{D7088E3D-17CF-45DC-A3C1-4AE315211F9C}" destId="{960BB929-9FD2-43C0-856F-A7A58421B11A}" srcOrd="2" destOrd="0" presId="urn:microsoft.com/office/officeart/2018/2/layout/IconVerticalSolidList"/>
    <dgm:cxn modelId="{0628AB89-90F5-4087-9171-166E846D580F}" type="presParOf" srcId="{D7088E3D-17CF-45DC-A3C1-4AE315211F9C}" destId="{A803515E-6F44-4481-B971-313797591D8F}" srcOrd="3" destOrd="0" presId="urn:microsoft.com/office/officeart/2018/2/layout/IconVerticalSolidList"/>
    <dgm:cxn modelId="{1A0763B2-5B84-46E1-9CE1-9DEE59AD7E03}" type="presParOf" srcId="{309F7111-0203-43CE-9D86-43F68FB48B45}" destId="{88DAB48C-ACD6-442E-8996-F7F36DF62F8A}" srcOrd="3" destOrd="0" presId="urn:microsoft.com/office/officeart/2018/2/layout/IconVerticalSolidList"/>
    <dgm:cxn modelId="{44D21B6E-BF87-47C5-B1C8-3C7C07D71AF6}" type="presParOf" srcId="{309F7111-0203-43CE-9D86-43F68FB48B45}" destId="{BC640A28-BB58-4186-86A2-2CD4F52F5719}" srcOrd="4" destOrd="0" presId="urn:microsoft.com/office/officeart/2018/2/layout/IconVerticalSolidList"/>
    <dgm:cxn modelId="{E9F09AEC-8FD1-4AD1-A41A-C047E91419CC}" type="presParOf" srcId="{BC640A28-BB58-4186-86A2-2CD4F52F5719}" destId="{AD50BB14-7F2D-4298-B58D-611C31CB8FBE}" srcOrd="0" destOrd="0" presId="urn:microsoft.com/office/officeart/2018/2/layout/IconVerticalSolidList"/>
    <dgm:cxn modelId="{FB35A27B-1D7F-49CD-B435-B814AA94FCBC}" type="presParOf" srcId="{BC640A28-BB58-4186-86A2-2CD4F52F5719}" destId="{889E7C1C-10F5-44EF-BC49-D8102B2BAA50}" srcOrd="1" destOrd="0" presId="urn:microsoft.com/office/officeart/2018/2/layout/IconVerticalSolidList"/>
    <dgm:cxn modelId="{BCA0917A-EE67-41C9-9E80-BD9F5D11184E}" type="presParOf" srcId="{BC640A28-BB58-4186-86A2-2CD4F52F5719}" destId="{0AA3C726-E7DF-4E39-90B4-141A603D4B62}" srcOrd="2" destOrd="0" presId="urn:microsoft.com/office/officeart/2018/2/layout/IconVerticalSolidList"/>
    <dgm:cxn modelId="{0508A5FC-CEDE-48F9-87AC-1D56C0306BBC}" type="presParOf" srcId="{BC640A28-BB58-4186-86A2-2CD4F52F5719}" destId="{A58F4D7A-A032-4566-8CDA-70AF2F5AA30C}" srcOrd="3" destOrd="0" presId="urn:microsoft.com/office/officeart/2018/2/layout/IconVerticalSolidList"/>
    <dgm:cxn modelId="{B8F9051E-17F0-4C9E-943C-E3EA470713DB}" type="presParOf" srcId="{309F7111-0203-43CE-9D86-43F68FB48B45}" destId="{E540112A-20F8-4863-A9EA-1EFB6CD4DCA6}" srcOrd="5" destOrd="0" presId="urn:microsoft.com/office/officeart/2018/2/layout/IconVerticalSolidList"/>
    <dgm:cxn modelId="{1FF85E6F-5F83-4142-9511-D54C63E7BC19}" type="presParOf" srcId="{309F7111-0203-43CE-9D86-43F68FB48B45}" destId="{832BEB0D-13E7-494A-BC39-AD89204686BD}" srcOrd="6" destOrd="0" presId="urn:microsoft.com/office/officeart/2018/2/layout/IconVerticalSolidList"/>
    <dgm:cxn modelId="{C68BD37B-76E1-4A4E-BCFA-9DF7675F53EE}" type="presParOf" srcId="{832BEB0D-13E7-494A-BC39-AD89204686BD}" destId="{A7C91D65-E6DB-4A96-B0F1-9CE5B6A98BFD}" srcOrd="0" destOrd="0" presId="urn:microsoft.com/office/officeart/2018/2/layout/IconVerticalSolidList"/>
    <dgm:cxn modelId="{542719EE-36D3-4C0C-8847-F21764CA66BB}" type="presParOf" srcId="{832BEB0D-13E7-494A-BC39-AD89204686BD}" destId="{335787C0-94CC-4540-846D-4D43E7BE5AC0}" srcOrd="1" destOrd="0" presId="urn:microsoft.com/office/officeart/2018/2/layout/IconVerticalSolidList"/>
    <dgm:cxn modelId="{BD717C9D-E672-4DA0-8DD8-CD96F6C0AF1E}" type="presParOf" srcId="{832BEB0D-13E7-494A-BC39-AD89204686BD}" destId="{355772D6-1F5B-4D26-B650-D1A9F759397F}" srcOrd="2" destOrd="0" presId="urn:microsoft.com/office/officeart/2018/2/layout/IconVerticalSolidList"/>
    <dgm:cxn modelId="{7C92CF04-7BD6-4CF7-9EC9-718C192F9364}" type="presParOf" srcId="{832BEB0D-13E7-494A-BC39-AD89204686BD}" destId="{263FE6E2-47FD-4E1A-BBA1-A84073066469}" srcOrd="3" destOrd="0" presId="urn:microsoft.com/office/officeart/2018/2/layout/IconVerticalSolidList"/>
    <dgm:cxn modelId="{D38297B5-1910-4532-9F0E-41AFE53A7D84}" type="presParOf" srcId="{309F7111-0203-43CE-9D86-43F68FB48B45}" destId="{A6CB4590-5D96-4524-8805-0F5F62C3D36A}" srcOrd="7" destOrd="0" presId="urn:microsoft.com/office/officeart/2018/2/layout/IconVerticalSolidList"/>
    <dgm:cxn modelId="{9B4C4340-78EF-40F1-86BE-D72FB26350C1}" type="presParOf" srcId="{309F7111-0203-43CE-9D86-43F68FB48B45}" destId="{8AF7BE2E-A6BD-46AF-8521-DB3D30E012E1}" srcOrd="8" destOrd="0" presId="urn:microsoft.com/office/officeart/2018/2/layout/IconVerticalSolidList"/>
    <dgm:cxn modelId="{B94F0D20-6179-4EDF-9339-AA0E79A567ED}" type="presParOf" srcId="{8AF7BE2E-A6BD-46AF-8521-DB3D30E012E1}" destId="{070E4ACA-8AA9-492E-AACA-6DA4F1634841}" srcOrd="0" destOrd="0" presId="urn:microsoft.com/office/officeart/2018/2/layout/IconVerticalSolidList"/>
    <dgm:cxn modelId="{DA342703-4B29-4718-9128-61EECEAD34C0}" type="presParOf" srcId="{8AF7BE2E-A6BD-46AF-8521-DB3D30E012E1}" destId="{648EAC3D-8CE5-4CFE-8496-92A05D889E21}" srcOrd="1" destOrd="0" presId="urn:microsoft.com/office/officeart/2018/2/layout/IconVerticalSolidList"/>
    <dgm:cxn modelId="{9024AFDA-0D72-43D1-8E43-61867438972C}" type="presParOf" srcId="{8AF7BE2E-A6BD-46AF-8521-DB3D30E012E1}" destId="{B05B8575-F3B0-4390-A1DF-4A5F03732BDC}" srcOrd="2" destOrd="0" presId="urn:microsoft.com/office/officeart/2018/2/layout/IconVerticalSolidList"/>
    <dgm:cxn modelId="{45CE9863-9E40-4A53-B81B-4AE2330E9F8E}" type="presParOf" srcId="{8AF7BE2E-A6BD-46AF-8521-DB3D30E012E1}" destId="{F04BF95C-BBAA-453B-A2E2-115967745D5C}" srcOrd="3" destOrd="0" presId="urn:microsoft.com/office/officeart/2018/2/layout/IconVerticalSolidList"/>
    <dgm:cxn modelId="{D2FE6B87-5734-4663-81F8-9AF57E45C6ED}" type="presParOf" srcId="{309F7111-0203-43CE-9D86-43F68FB48B45}" destId="{540684BD-AB55-4CF6-9C65-B2624FBCDA98}" srcOrd="9" destOrd="0" presId="urn:microsoft.com/office/officeart/2018/2/layout/IconVerticalSolidList"/>
    <dgm:cxn modelId="{FDDD9A2C-FDBD-4DE4-A69B-DEB7244F9E92}" type="presParOf" srcId="{309F7111-0203-43CE-9D86-43F68FB48B45}" destId="{9504D330-4598-427E-A1B1-9F0787D2C291}" srcOrd="10" destOrd="0" presId="urn:microsoft.com/office/officeart/2018/2/layout/IconVerticalSolidList"/>
    <dgm:cxn modelId="{12B6964A-C93B-481D-B12F-65340ED2E154}" type="presParOf" srcId="{9504D330-4598-427E-A1B1-9F0787D2C291}" destId="{D302D4C2-8BCB-4CEE-8F58-F7B3435E3927}" srcOrd="0" destOrd="0" presId="urn:microsoft.com/office/officeart/2018/2/layout/IconVerticalSolidList"/>
    <dgm:cxn modelId="{A4A19798-CF58-4C56-92B8-6BF2AA042932}" type="presParOf" srcId="{9504D330-4598-427E-A1B1-9F0787D2C291}" destId="{5ABCE70D-51E6-4D16-B1EF-ED25A62EBF55}" srcOrd="1" destOrd="0" presId="urn:microsoft.com/office/officeart/2018/2/layout/IconVerticalSolidList"/>
    <dgm:cxn modelId="{99E56A7C-53B2-476E-83D3-E0FC8D1E9817}" type="presParOf" srcId="{9504D330-4598-427E-A1B1-9F0787D2C291}" destId="{B10EC7AC-9328-4F86-B8B4-3888928DF34A}" srcOrd="2" destOrd="0" presId="urn:microsoft.com/office/officeart/2018/2/layout/IconVerticalSolidList"/>
    <dgm:cxn modelId="{137A4DA1-9665-4B5D-80FF-85A41CB31A3B}" type="presParOf" srcId="{9504D330-4598-427E-A1B1-9F0787D2C291}" destId="{D8B06077-6EC3-47B4-9E7F-148E1F191B6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33A58DF-3533-46A5-B74B-73914E28C4D7}"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8385EC80-26C5-4479-8605-8D5E5D51496E}">
      <dgm:prSet/>
      <dgm:spPr>
        <a:blipFill rotWithShape="0">
          <a:blip xmlns:r="http://schemas.openxmlformats.org/officeDocument/2006/relationships" r:embed="rId1"/>
          <a:tile tx="0" ty="0" sx="100000" sy="100000" flip="none" algn="tl"/>
        </a:blipFill>
      </dgm:spPr>
      <dgm:t>
        <a:bodyPr/>
        <a:lstStyle/>
        <a:p>
          <a:r>
            <a:rPr lang="es-MX" b="1"/>
            <a:t>Personalización:</a:t>
          </a:r>
          <a:r>
            <a:rPr lang="es-MX"/>
            <a:t> Recomendaciones en servicios de streaming como Netflix o compras en Amazon.</a:t>
          </a:r>
          <a:endParaRPr lang="en-US"/>
        </a:p>
      </dgm:t>
    </dgm:pt>
    <dgm:pt modelId="{2C975DDE-E1B8-42C4-AC10-0D6C0C5873A2}" type="parTrans" cxnId="{01F592F9-1B97-46E3-A5D5-2808B0364604}">
      <dgm:prSet/>
      <dgm:spPr/>
      <dgm:t>
        <a:bodyPr/>
        <a:lstStyle/>
        <a:p>
          <a:endParaRPr lang="en-US"/>
        </a:p>
      </dgm:t>
    </dgm:pt>
    <dgm:pt modelId="{2FBDEF21-97D6-43AD-B201-DD341BC87B52}" type="sibTrans" cxnId="{01F592F9-1B97-46E3-A5D5-2808B0364604}">
      <dgm:prSe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endParaRPr lang="en-US"/>
        </a:p>
      </dgm:t>
    </dgm:pt>
    <dgm:pt modelId="{13900900-69DA-48A9-A524-8DDC20E3F803}">
      <dgm:prSet/>
      <dgm:spPr>
        <a:blipFill rotWithShape="0">
          <a:blip xmlns:r="http://schemas.openxmlformats.org/officeDocument/2006/relationships" r:embed="rId2"/>
          <a:tile tx="0" ty="0" sx="100000" sy="100000" flip="none" algn="tl"/>
        </a:blipFill>
      </dgm:spPr>
      <dgm:t>
        <a:bodyPr/>
        <a:lstStyle/>
        <a:p>
          <a:r>
            <a:rPr lang="es-MX" b="1"/>
            <a:t>Salud:</a:t>
          </a:r>
          <a:r>
            <a:rPr lang="es-MX"/>
            <a:t> Predicción de enfermedades mediante datos de wearables.</a:t>
          </a:r>
          <a:endParaRPr lang="en-US"/>
        </a:p>
      </dgm:t>
    </dgm:pt>
    <dgm:pt modelId="{9CB00B3D-A239-4C7D-8A97-2872BC0CF16E}" type="parTrans" cxnId="{D6B35420-185C-4B79-AC03-A8D1A634B41B}">
      <dgm:prSet/>
      <dgm:spPr/>
      <dgm:t>
        <a:bodyPr/>
        <a:lstStyle/>
        <a:p>
          <a:endParaRPr lang="en-US"/>
        </a:p>
      </dgm:t>
    </dgm:pt>
    <dgm:pt modelId="{7FD6FE62-86CA-4C76-A828-233DB8E31F46}" type="sibTrans" cxnId="{D6B35420-185C-4B79-AC03-A8D1A634B41B}">
      <dgm:prSet/>
      <dgm:spPr>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dgm:spPr>
      <dgm:t>
        <a:bodyPr/>
        <a:lstStyle/>
        <a:p>
          <a:endParaRPr lang="en-US"/>
        </a:p>
      </dgm:t>
    </dgm:pt>
    <dgm:pt modelId="{574594B8-5914-45F0-9BBA-EEA1FDD51D9B}">
      <dgm:prSet/>
      <dgm:spPr>
        <a:blipFill rotWithShape="0">
          <a:blip xmlns:r="http://schemas.openxmlformats.org/officeDocument/2006/relationships" r:embed="rId3"/>
          <a:tile tx="0" ty="0" sx="100000" sy="100000" flip="none" algn="tl"/>
        </a:blipFill>
      </dgm:spPr>
      <dgm:t>
        <a:bodyPr/>
        <a:lstStyle/>
        <a:p>
          <a:r>
            <a:rPr lang="es-MX" b="1"/>
            <a:t>Ciudades Inteligentes:</a:t>
          </a:r>
          <a:r>
            <a:rPr lang="es-MX"/>
            <a:t> Gestión del tráfico en tiempo real.</a:t>
          </a:r>
          <a:endParaRPr lang="en-US"/>
        </a:p>
      </dgm:t>
    </dgm:pt>
    <dgm:pt modelId="{1B4CBBA2-6E03-4821-A248-BCFB3A93EAE1}" type="parTrans" cxnId="{AA9FADF9-A0CA-4906-8F92-A6DA2FFDD03F}">
      <dgm:prSet/>
      <dgm:spPr/>
      <dgm:t>
        <a:bodyPr/>
        <a:lstStyle/>
        <a:p>
          <a:endParaRPr lang="en-US"/>
        </a:p>
      </dgm:t>
    </dgm:pt>
    <dgm:pt modelId="{607A8AB8-C2B2-4D0B-B7E9-A598EEE783CB}" type="sibTrans" cxnId="{AA9FADF9-A0CA-4906-8F92-A6DA2FFDD03F}">
      <dgm:prSet/>
      <dgm:sp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dgm:spPr>
      <dgm:t>
        <a:bodyPr/>
        <a:lstStyle/>
        <a:p>
          <a:endParaRPr lang="en-US"/>
        </a:p>
      </dgm:t>
    </dgm:pt>
    <dgm:pt modelId="{F651CAE8-4E22-43DB-A4C3-86F1BB52573D}">
      <dgm:prSet/>
      <dgm:spPr>
        <a:blipFill rotWithShape="0">
          <a:blip xmlns:r="http://schemas.openxmlformats.org/officeDocument/2006/relationships" r:embed="rId4"/>
          <a:tile tx="0" ty="0" sx="100000" sy="100000" flip="none" algn="tl"/>
        </a:blipFill>
      </dgm:spPr>
      <dgm:t>
        <a:bodyPr/>
        <a:lstStyle/>
        <a:p>
          <a:r>
            <a:rPr lang="es-MX" b="1" dirty="0"/>
            <a:t>Empresas:</a:t>
          </a:r>
          <a:r>
            <a:rPr lang="es-MX" dirty="0"/>
            <a:t> Reducción de costes y optimización de la producción</a:t>
          </a:r>
          <a:endParaRPr lang="en-US" dirty="0"/>
        </a:p>
      </dgm:t>
    </dgm:pt>
    <dgm:pt modelId="{4D2AA0B7-BED5-448A-AFD7-B0B6A94182F0}" type="parTrans" cxnId="{7AC8D57F-4AD5-4886-B338-A058AA2AD77B}">
      <dgm:prSet/>
      <dgm:spPr/>
      <dgm:t>
        <a:bodyPr/>
        <a:lstStyle/>
        <a:p>
          <a:endParaRPr lang="en-US"/>
        </a:p>
      </dgm:t>
    </dgm:pt>
    <dgm:pt modelId="{CA891094-F587-4F84-A620-501CA7631F4B}" type="sibTrans" cxnId="{7AC8D57F-4AD5-4886-B338-A058AA2AD77B}">
      <dgm:prSet/>
      <dgm:spPr/>
      <dgm:t>
        <a:bodyPr/>
        <a:lstStyle/>
        <a:p>
          <a:endParaRPr lang="en-US"/>
        </a:p>
      </dgm:t>
    </dgm:pt>
    <dgm:pt modelId="{F1AA6259-AFAF-441E-8B0F-3081ED418C26}" type="pres">
      <dgm:prSet presAssocID="{233A58DF-3533-46A5-B74B-73914E28C4D7}" presName="outerComposite" presStyleCnt="0">
        <dgm:presLayoutVars>
          <dgm:chMax val="5"/>
          <dgm:dir/>
          <dgm:resizeHandles val="exact"/>
        </dgm:presLayoutVars>
      </dgm:prSet>
      <dgm:spPr/>
    </dgm:pt>
    <dgm:pt modelId="{556D2B4B-ABCE-4CDE-AFF3-BB4B855534C5}" type="pres">
      <dgm:prSet presAssocID="{233A58DF-3533-46A5-B74B-73914E28C4D7}" presName="dummyMaxCanvas" presStyleCnt="0">
        <dgm:presLayoutVars/>
      </dgm:prSet>
      <dgm:spPr/>
    </dgm:pt>
    <dgm:pt modelId="{0556707C-5600-4680-93CC-15DFB7EBB38A}" type="pres">
      <dgm:prSet presAssocID="{233A58DF-3533-46A5-B74B-73914E28C4D7}" presName="FourNodes_1" presStyleLbl="node1" presStyleIdx="0" presStyleCnt="4">
        <dgm:presLayoutVars>
          <dgm:bulletEnabled val="1"/>
        </dgm:presLayoutVars>
      </dgm:prSet>
      <dgm:spPr/>
    </dgm:pt>
    <dgm:pt modelId="{2B1DAAFB-F6C8-4563-845E-42594BCC17CB}" type="pres">
      <dgm:prSet presAssocID="{233A58DF-3533-46A5-B74B-73914E28C4D7}" presName="FourNodes_2" presStyleLbl="node1" presStyleIdx="1" presStyleCnt="4">
        <dgm:presLayoutVars>
          <dgm:bulletEnabled val="1"/>
        </dgm:presLayoutVars>
      </dgm:prSet>
      <dgm:spPr/>
    </dgm:pt>
    <dgm:pt modelId="{4633FA1E-C0B7-45E8-A84C-1F7973FCD448}" type="pres">
      <dgm:prSet presAssocID="{233A58DF-3533-46A5-B74B-73914E28C4D7}" presName="FourNodes_3" presStyleLbl="node1" presStyleIdx="2" presStyleCnt="4">
        <dgm:presLayoutVars>
          <dgm:bulletEnabled val="1"/>
        </dgm:presLayoutVars>
      </dgm:prSet>
      <dgm:spPr/>
    </dgm:pt>
    <dgm:pt modelId="{C81FC94A-A93D-44B7-B6B0-BC4EAB6FA25B}" type="pres">
      <dgm:prSet presAssocID="{233A58DF-3533-46A5-B74B-73914E28C4D7}" presName="FourNodes_4" presStyleLbl="node1" presStyleIdx="3" presStyleCnt="4">
        <dgm:presLayoutVars>
          <dgm:bulletEnabled val="1"/>
        </dgm:presLayoutVars>
      </dgm:prSet>
      <dgm:spPr/>
    </dgm:pt>
    <dgm:pt modelId="{E9656574-05D0-47E5-A509-512CBE651CC5}" type="pres">
      <dgm:prSet presAssocID="{233A58DF-3533-46A5-B74B-73914E28C4D7}" presName="FourConn_1-2" presStyleLbl="fgAccFollowNode1" presStyleIdx="0" presStyleCnt="3">
        <dgm:presLayoutVars>
          <dgm:bulletEnabled val="1"/>
        </dgm:presLayoutVars>
      </dgm:prSet>
      <dgm:spPr/>
    </dgm:pt>
    <dgm:pt modelId="{B273F3AE-C436-4C6D-859C-726A77063732}" type="pres">
      <dgm:prSet presAssocID="{233A58DF-3533-46A5-B74B-73914E28C4D7}" presName="FourConn_2-3" presStyleLbl="fgAccFollowNode1" presStyleIdx="1" presStyleCnt="3">
        <dgm:presLayoutVars>
          <dgm:bulletEnabled val="1"/>
        </dgm:presLayoutVars>
      </dgm:prSet>
      <dgm:spPr/>
    </dgm:pt>
    <dgm:pt modelId="{F1ABF15B-2268-4AA4-822C-78EFEF6F91C7}" type="pres">
      <dgm:prSet presAssocID="{233A58DF-3533-46A5-B74B-73914E28C4D7}" presName="FourConn_3-4" presStyleLbl="fgAccFollowNode1" presStyleIdx="2" presStyleCnt="3">
        <dgm:presLayoutVars>
          <dgm:bulletEnabled val="1"/>
        </dgm:presLayoutVars>
      </dgm:prSet>
      <dgm:spPr/>
    </dgm:pt>
    <dgm:pt modelId="{7C34FFE5-2E8B-4F8F-BAF3-B97C6ED14C2F}" type="pres">
      <dgm:prSet presAssocID="{233A58DF-3533-46A5-B74B-73914E28C4D7}" presName="FourNodes_1_text" presStyleLbl="node1" presStyleIdx="3" presStyleCnt="4">
        <dgm:presLayoutVars>
          <dgm:bulletEnabled val="1"/>
        </dgm:presLayoutVars>
      </dgm:prSet>
      <dgm:spPr/>
    </dgm:pt>
    <dgm:pt modelId="{4389AA78-D843-4712-9D68-4919F8432F2A}" type="pres">
      <dgm:prSet presAssocID="{233A58DF-3533-46A5-B74B-73914E28C4D7}" presName="FourNodes_2_text" presStyleLbl="node1" presStyleIdx="3" presStyleCnt="4">
        <dgm:presLayoutVars>
          <dgm:bulletEnabled val="1"/>
        </dgm:presLayoutVars>
      </dgm:prSet>
      <dgm:spPr/>
    </dgm:pt>
    <dgm:pt modelId="{9291552A-CDB0-4F55-A3E0-DA28894051B6}" type="pres">
      <dgm:prSet presAssocID="{233A58DF-3533-46A5-B74B-73914E28C4D7}" presName="FourNodes_3_text" presStyleLbl="node1" presStyleIdx="3" presStyleCnt="4">
        <dgm:presLayoutVars>
          <dgm:bulletEnabled val="1"/>
        </dgm:presLayoutVars>
      </dgm:prSet>
      <dgm:spPr/>
    </dgm:pt>
    <dgm:pt modelId="{6A0AFB74-D626-4947-A4BD-68394A4C922B}" type="pres">
      <dgm:prSet presAssocID="{233A58DF-3533-46A5-B74B-73914E28C4D7}" presName="FourNodes_4_text" presStyleLbl="node1" presStyleIdx="3" presStyleCnt="4">
        <dgm:presLayoutVars>
          <dgm:bulletEnabled val="1"/>
        </dgm:presLayoutVars>
      </dgm:prSet>
      <dgm:spPr/>
    </dgm:pt>
  </dgm:ptLst>
  <dgm:cxnLst>
    <dgm:cxn modelId="{420C1A14-9AB7-4B89-96E4-B9498B24387A}" type="presOf" srcId="{574594B8-5914-45F0-9BBA-EEA1FDD51D9B}" destId="{4633FA1E-C0B7-45E8-A84C-1F7973FCD448}" srcOrd="0" destOrd="0" presId="urn:microsoft.com/office/officeart/2005/8/layout/vProcess5"/>
    <dgm:cxn modelId="{6B02D41D-7EAA-43C6-AEAC-08A15A5FBEC9}" type="presOf" srcId="{233A58DF-3533-46A5-B74B-73914E28C4D7}" destId="{F1AA6259-AFAF-441E-8B0F-3081ED418C26}" srcOrd="0" destOrd="0" presId="urn:microsoft.com/office/officeart/2005/8/layout/vProcess5"/>
    <dgm:cxn modelId="{D6B35420-185C-4B79-AC03-A8D1A634B41B}" srcId="{233A58DF-3533-46A5-B74B-73914E28C4D7}" destId="{13900900-69DA-48A9-A524-8DDC20E3F803}" srcOrd="1" destOrd="0" parTransId="{9CB00B3D-A239-4C7D-8A97-2872BC0CF16E}" sibTransId="{7FD6FE62-86CA-4C76-A828-233DB8E31F46}"/>
    <dgm:cxn modelId="{CEF73D3E-91D8-4CF7-A70E-555A3F85F608}" type="presOf" srcId="{7FD6FE62-86CA-4C76-A828-233DB8E31F46}" destId="{B273F3AE-C436-4C6D-859C-726A77063732}" srcOrd="0" destOrd="0" presId="urn:microsoft.com/office/officeart/2005/8/layout/vProcess5"/>
    <dgm:cxn modelId="{BA819369-156B-4498-BC89-931BA3582282}" type="presOf" srcId="{8385EC80-26C5-4479-8605-8D5E5D51496E}" destId="{0556707C-5600-4680-93CC-15DFB7EBB38A}" srcOrd="0" destOrd="0" presId="urn:microsoft.com/office/officeart/2005/8/layout/vProcess5"/>
    <dgm:cxn modelId="{EE311B56-87ED-44E4-A257-C29DBCD17632}" type="presOf" srcId="{607A8AB8-C2B2-4D0B-B7E9-A598EEE783CB}" destId="{F1ABF15B-2268-4AA4-822C-78EFEF6F91C7}" srcOrd="0" destOrd="0" presId="urn:microsoft.com/office/officeart/2005/8/layout/vProcess5"/>
    <dgm:cxn modelId="{7AC8D57F-4AD5-4886-B338-A058AA2AD77B}" srcId="{233A58DF-3533-46A5-B74B-73914E28C4D7}" destId="{F651CAE8-4E22-43DB-A4C3-86F1BB52573D}" srcOrd="3" destOrd="0" parTransId="{4D2AA0B7-BED5-448A-AFD7-B0B6A94182F0}" sibTransId="{CA891094-F587-4F84-A620-501CA7631F4B}"/>
    <dgm:cxn modelId="{11F7D6A3-A9FB-4131-A8AC-816A9C8FA328}" type="presOf" srcId="{F651CAE8-4E22-43DB-A4C3-86F1BB52573D}" destId="{C81FC94A-A93D-44B7-B6B0-BC4EAB6FA25B}" srcOrd="0" destOrd="0" presId="urn:microsoft.com/office/officeart/2005/8/layout/vProcess5"/>
    <dgm:cxn modelId="{946F38A4-9CC1-4C38-9881-1AFF2B9B76DD}" type="presOf" srcId="{574594B8-5914-45F0-9BBA-EEA1FDD51D9B}" destId="{9291552A-CDB0-4F55-A3E0-DA28894051B6}" srcOrd="1" destOrd="0" presId="urn:microsoft.com/office/officeart/2005/8/layout/vProcess5"/>
    <dgm:cxn modelId="{117447B3-3F1F-4A39-9953-E520FA7D0D85}" type="presOf" srcId="{13900900-69DA-48A9-A524-8DDC20E3F803}" destId="{2B1DAAFB-F6C8-4563-845E-42594BCC17CB}" srcOrd="0" destOrd="0" presId="urn:microsoft.com/office/officeart/2005/8/layout/vProcess5"/>
    <dgm:cxn modelId="{94E3FBB7-4D16-4A66-B5C7-F101C9732028}" type="presOf" srcId="{2FBDEF21-97D6-43AD-B201-DD341BC87B52}" destId="{E9656574-05D0-47E5-A509-512CBE651CC5}" srcOrd="0" destOrd="0" presId="urn:microsoft.com/office/officeart/2005/8/layout/vProcess5"/>
    <dgm:cxn modelId="{8DDF04C5-78CE-43A0-992F-317E5B296F2B}" type="presOf" srcId="{13900900-69DA-48A9-A524-8DDC20E3F803}" destId="{4389AA78-D843-4712-9D68-4919F8432F2A}" srcOrd="1" destOrd="0" presId="urn:microsoft.com/office/officeart/2005/8/layout/vProcess5"/>
    <dgm:cxn modelId="{BB2F45E7-931D-4203-8ABF-C00E6274D96F}" type="presOf" srcId="{8385EC80-26C5-4479-8605-8D5E5D51496E}" destId="{7C34FFE5-2E8B-4F8F-BAF3-B97C6ED14C2F}" srcOrd="1" destOrd="0" presId="urn:microsoft.com/office/officeart/2005/8/layout/vProcess5"/>
    <dgm:cxn modelId="{01F592F9-1B97-46E3-A5D5-2808B0364604}" srcId="{233A58DF-3533-46A5-B74B-73914E28C4D7}" destId="{8385EC80-26C5-4479-8605-8D5E5D51496E}" srcOrd="0" destOrd="0" parTransId="{2C975DDE-E1B8-42C4-AC10-0D6C0C5873A2}" sibTransId="{2FBDEF21-97D6-43AD-B201-DD341BC87B52}"/>
    <dgm:cxn modelId="{AA9FADF9-A0CA-4906-8F92-A6DA2FFDD03F}" srcId="{233A58DF-3533-46A5-B74B-73914E28C4D7}" destId="{574594B8-5914-45F0-9BBA-EEA1FDD51D9B}" srcOrd="2" destOrd="0" parTransId="{1B4CBBA2-6E03-4821-A248-BCFB3A93EAE1}" sibTransId="{607A8AB8-C2B2-4D0B-B7E9-A598EEE783CB}"/>
    <dgm:cxn modelId="{3BDC69FB-C6A0-4D18-803C-BDC1DD51A7FD}" type="presOf" srcId="{F651CAE8-4E22-43DB-A4C3-86F1BB52573D}" destId="{6A0AFB74-D626-4947-A4BD-68394A4C922B}" srcOrd="1" destOrd="0" presId="urn:microsoft.com/office/officeart/2005/8/layout/vProcess5"/>
    <dgm:cxn modelId="{4F9B8C78-54C8-4813-9433-DA0B2ABD6BC8}" type="presParOf" srcId="{F1AA6259-AFAF-441E-8B0F-3081ED418C26}" destId="{556D2B4B-ABCE-4CDE-AFF3-BB4B855534C5}" srcOrd="0" destOrd="0" presId="urn:microsoft.com/office/officeart/2005/8/layout/vProcess5"/>
    <dgm:cxn modelId="{BB774951-58C8-4395-8E2E-261DCC354470}" type="presParOf" srcId="{F1AA6259-AFAF-441E-8B0F-3081ED418C26}" destId="{0556707C-5600-4680-93CC-15DFB7EBB38A}" srcOrd="1" destOrd="0" presId="urn:microsoft.com/office/officeart/2005/8/layout/vProcess5"/>
    <dgm:cxn modelId="{3EFF9685-81B8-4E41-B35A-8431E74DAC05}" type="presParOf" srcId="{F1AA6259-AFAF-441E-8B0F-3081ED418C26}" destId="{2B1DAAFB-F6C8-4563-845E-42594BCC17CB}" srcOrd="2" destOrd="0" presId="urn:microsoft.com/office/officeart/2005/8/layout/vProcess5"/>
    <dgm:cxn modelId="{A37C1142-BFB4-4F1A-AF4E-F0605C89FB54}" type="presParOf" srcId="{F1AA6259-AFAF-441E-8B0F-3081ED418C26}" destId="{4633FA1E-C0B7-45E8-A84C-1F7973FCD448}" srcOrd="3" destOrd="0" presId="urn:microsoft.com/office/officeart/2005/8/layout/vProcess5"/>
    <dgm:cxn modelId="{9E1D180F-7903-4DAA-88D5-70A2F22E48A9}" type="presParOf" srcId="{F1AA6259-AFAF-441E-8B0F-3081ED418C26}" destId="{C81FC94A-A93D-44B7-B6B0-BC4EAB6FA25B}" srcOrd="4" destOrd="0" presId="urn:microsoft.com/office/officeart/2005/8/layout/vProcess5"/>
    <dgm:cxn modelId="{9B76ED15-3C8B-405F-B489-CB858DF009A2}" type="presParOf" srcId="{F1AA6259-AFAF-441E-8B0F-3081ED418C26}" destId="{E9656574-05D0-47E5-A509-512CBE651CC5}" srcOrd="5" destOrd="0" presId="urn:microsoft.com/office/officeart/2005/8/layout/vProcess5"/>
    <dgm:cxn modelId="{738C089C-2AA6-42E0-904D-55354FFAF893}" type="presParOf" srcId="{F1AA6259-AFAF-441E-8B0F-3081ED418C26}" destId="{B273F3AE-C436-4C6D-859C-726A77063732}" srcOrd="6" destOrd="0" presId="urn:microsoft.com/office/officeart/2005/8/layout/vProcess5"/>
    <dgm:cxn modelId="{BF74ED7A-C3FA-420D-9067-DC7AD6F083DE}" type="presParOf" srcId="{F1AA6259-AFAF-441E-8B0F-3081ED418C26}" destId="{F1ABF15B-2268-4AA4-822C-78EFEF6F91C7}" srcOrd="7" destOrd="0" presId="urn:microsoft.com/office/officeart/2005/8/layout/vProcess5"/>
    <dgm:cxn modelId="{96711078-551A-41D6-A185-7D35351DB311}" type="presParOf" srcId="{F1AA6259-AFAF-441E-8B0F-3081ED418C26}" destId="{7C34FFE5-2E8B-4F8F-BAF3-B97C6ED14C2F}" srcOrd="8" destOrd="0" presId="urn:microsoft.com/office/officeart/2005/8/layout/vProcess5"/>
    <dgm:cxn modelId="{A3F76076-8744-4BB5-BDFE-BF944775ED02}" type="presParOf" srcId="{F1AA6259-AFAF-441E-8B0F-3081ED418C26}" destId="{4389AA78-D843-4712-9D68-4919F8432F2A}" srcOrd="9" destOrd="0" presId="urn:microsoft.com/office/officeart/2005/8/layout/vProcess5"/>
    <dgm:cxn modelId="{4B7C133D-947A-4C58-84B1-B7FD3638EBB7}" type="presParOf" srcId="{F1AA6259-AFAF-441E-8B0F-3081ED418C26}" destId="{9291552A-CDB0-4F55-A3E0-DA28894051B6}" srcOrd="10" destOrd="0" presId="urn:microsoft.com/office/officeart/2005/8/layout/vProcess5"/>
    <dgm:cxn modelId="{569B8D08-D5BB-4D23-BE23-7FD860FF57C7}" type="presParOf" srcId="{F1AA6259-AFAF-441E-8B0F-3081ED418C26}" destId="{6A0AFB74-D626-4947-A4BD-68394A4C922B}"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B516F9E1-38C8-43F3-9A54-2E3B1CEC9521}"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0B52F87C-0C60-4F24-BCF4-E400E667528C}">
      <dgm:prSet/>
      <dgm:spPr/>
      <dgm:t>
        <a:bodyPr/>
        <a:lstStyle/>
        <a:p>
          <a:r>
            <a:rPr lang="es-MX" b="1"/>
            <a:t>Mejorar la Toma de Decisiones:</a:t>
          </a:r>
          <a:r>
            <a:rPr lang="es-MX"/>
            <a:t> Analizar datos para tomar decisiones estratégicas basadas en hechos, no en suposiciones, reduciendo riesgos.</a:t>
          </a:r>
          <a:endParaRPr lang="en-US"/>
        </a:p>
      </dgm:t>
    </dgm:pt>
    <dgm:pt modelId="{41E469E2-9CE5-4D22-BCB6-79743D04A420}" type="parTrans" cxnId="{4ADA2CB8-DDE1-4185-A210-8815BDFAF0CE}">
      <dgm:prSet/>
      <dgm:spPr/>
      <dgm:t>
        <a:bodyPr/>
        <a:lstStyle/>
        <a:p>
          <a:endParaRPr lang="en-US"/>
        </a:p>
      </dgm:t>
    </dgm:pt>
    <dgm:pt modelId="{B629B12F-76B4-4111-8EAC-F4F7FBF16D7E}" type="sibTrans" cxnId="{4ADA2CB8-DDE1-4185-A210-8815BDFAF0CE}">
      <dgm:prSet/>
      <dgm:spPr/>
      <dgm:t>
        <a:bodyPr/>
        <a:lstStyle/>
        <a:p>
          <a:endParaRPr lang="en-US"/>
        </a:p>
      </dgm:t>
    </dgm:pt>
    <dgm:pt modelId="{B393CF9F-DEA8-4755-9CC9-3A5E5E0A91A0}">
      <dgm:prSet/>
      <dgm:spPr/>
      <dgm:t>
        <a:bodyPr/>
        <a:lstStyle/>
        <a:p>
          <a:r>
            <a:rPr lang="es-MX" b="1"/>
            <a:t>Optimización de Procesos:</a:t>
          </a:r>
          <a:r>
            <a:rPr lang="es-MX"/>
            <a:t> Aumentar la eficiencia operativa, reducir costos y predecir fallos en maquinaria o cuellos de botella.</a:t>
          </a:r>
          <a:endParaRPr lang="en-US"/>
        </a:p>
      </dgm:t>
    </dgm:pt>
    <dgm:pt modelId="{7BA652B3-3464-4C02-BC5F-5EB8721D8524}" type="parTrans" cxnId="{939920A1-A0B1-47E7-91F9-E8A6B58FB1CD}">
      <dgm:prSet/>
      <dgm:spPr/>
      <dgm:t>
        <a:bodyPr/>
        <a:lstStyle/>
        <a:p>
          <a:endParaRPr lang="en-US"/>
        </a:p>
      </dgm:t>
    </dgm:pt>
    <dgm:pt modelId="{7DD4D5F6-70D7-4B29-8554-5EEAC0FD11CF}" type="sibTrans" cxnId="{939920A1-A0B1-47E7-91F9-E8A6B58FB1CD}">
      <dgm:prSet/>
      <dgm:spPr/>
      <dgm:t>
        <a:bodyPr/>
        <a:lstStyle/>
        <a:p>
          <a:endParaRPr lang="en-US"/>
        </a:p>
      </dgm:t>
    </dgm:pt>
    <dgm:pt modelId="{EDB82FBB-50E8-4EC7-9BA1-239D1A56DA2A}">
      <dgm:prSet/>
      <dgm:spPr/>
      <dgm:t>
        <a:bodyPr/>
        <a:lstStyle/>
        <a:p>
          <a:r>
            <a:rPr lang="es-MX" b="1"/>
            <a:t>Personalización de la Experiencia del Cliente:</a:t>
          </a:r>
          <a:r>
            <a:rPr lang="es-MX"/>
            <a:t> Comprender hábitos de consumo para adaptar productos, servicios y recomendaciones, mejorando la satisfacción.</a:t>
          </a:r>
          <a:endParaRPr lang="en-US"/>
        </a:p>
      </dgm:t>
    </dgm:pt>
    <dgm:pt modelId="{753E48A1-9A9E-4A1A-B3D1-0444323E1B8F}" type="parTrans" cxnId="{55B79C56-81CD-403A-9B1B-D78A2A098EFA}">
      <dgm:prSet/>
      <dgm:spPr/>
      <dgm:t>
        <a:bodyPr/>
        <a:lstStyle/>
        <a:p>
          <a:endParaRPr lang="en-US"/>
        </a:p>
      </dgm:t>
    </dgm:pt>
    <dgm:pt modelId="{B5DD2700-5F6E-4516-BE31-D2152B533CF7}" type="sibTrans" cxnId="{55B79C56-81CD-403A-9B1B-D78A2A098EFA}">
      <dgm:prSet/>
      <dgm:spPr/>
      <dgm:t>
        <a:bodyPr/>
        <a:lstStyle/>
        <a:p>
          <a:endParaRPr lang="en-US"/>
        </a:p>
      </dgm:t>
    </dgm:pt>
    <dgm:pt modelId="{B6980655-79C8-4248-9A47-5DE26C1FF9C5}">
      <dgm:prSet/>
      <dgm:spPr/>
      <dgm:t>
        <a:bodyPr/>
        <a:lstStyle/>
        <a:p>
          <a:r>
            <a:rPr lang="es-MX" b="1"/>
            <a:t>Predicción y Anticipación:</a:t>
          </a:r>
          <a:r>
            <a:rPr lang="es-MX"/>
            <a:t> Prever tendencias futuras y demanda, permitiendo acciones proactivas, como la gestión de stock.</a:t>
          </a:r>
          <a:endParaRPr lang="en-US"/>
        </a:p>
      </dgm:t>
    </dgm:pt>
    <dgm:pt modelId="{6DE089DE-1869-404C-B04F-5C61D4B02401}" type="parTrans" cxnId="{8B14122D-FA20-488B-8738-6AFBE61EB451}">
      <dgm:prSet/>
      <dgm:spPr/>
      <dgm:t>
        <a:bodyPr/>
        <a:lstStyle/>
        <a:p>
          <a:endParaRPr lang="en-US"/>
        </a:p>
      </dgm:t>
    </dgm:pt>
    <dgm:pt modelId="{32A82403-8E81-4AD2-813B-A6F4B41E2435}" type="sibTrans" cxnId="{8B14122D-FA20-488B-8738-6AFBE61EB451}">
      <dgm:prSet/>
      <dgm:spPr/>
      <dgm:t>
        <a:bodyPr/>
        <a:lstStyle/>
        <a:p>
          <a:endParaRPr lang="en-US"/>
        </a:p>
      </dgm:t>
    </dgm:pt>
    <dgm:pt modelId="{BF42AD7E-A965-46D0-981C-95E004B8528F}">
      <dgm:prSet/>
      <dgm:spPr/>
      <dgm:t>
        <a:bodyPr/>
        <a:lstStyle/>
        <a:p>
          <a:r>
            <a:rPr lang="es-MX" b="1"/>
            <a:t>Innovación y Desarrollo:</a:t>
          </a:r>
          <a:r>
            <a:rPr lang="es-MX"/>
            <a:t> Descubrir patrones ocultos y nuevas conexiones para crear nuevos modelos de negocio, productos o servicios.</a:t>
          </a:r>
          <a:endParaRPr lang="en-US"/>
        </a:p>
      </dgm:t>
    </dgm:pt>
    <dgm:pt modelId="{BC8B5A17-D55A-48C8-A53B-B785FEDAB5A3}" type="parTrans" cxnId="{DFFFFE3D-4218-46F5-A083-46339587F64E}">
      <dgm:prSet/>
      <dgm:spPr/>
      <dgm:t>
        <a:bodyPr/>
        <a:lstStyle/>
        <a:p>
          <a:endParaRPr lang="en-US"/>
        </a:p>
      </dgm:t>
    </dgm:pt>
    <dgm:pt modelId="{0CE46501-357E-496D-A9DD-B5A935F2AD67}" type="sibTrans" cxnId="{DFFFFE3D-4218-46F5-A083-46339587F64E}">
      <dgm:prSet/>
      <dgm:spPr/>
      <dgm:t>
        <a:bodyPr/>
        <a:lstStyle/>
        <a:p>
          <a:endParaRPr lang="en-US"/>
        </a:p>
      </dgm:t>
    </dgm:pt>
    <dgm:pt modelId="{BF59A96C-587C-40DB-96CE-E599A72218D5}">
      <dgm:prSet/>
      <dgm:spPr/>
      <dgm:t>
        <a:bodyPr/>
        <a:lstStyle/>
        <a:p>
          <a:r>
            <a:rPr lang="es-MX" b="1"/>
            <a:t>Detección de Riesgos y Fraude:</a:t>
          </a:r>
          <a:r>
            <a:rPr lang="es-MX"/>
            <a:t> Identificar comportamientos inusuales en tiempo real para mejorar la ciberseguridad y la seguridad financiera</a:t>
          </a:r>
          <a:endParaRPr lang="en-US"/>
        </a:p>
      </dgm:t>
    </dgm:pt>
    <dgm:pt modelId="{72F5BBBB-29CB-4FA7-9E70-7C0A6E2BF94D}" type="parTrans" cxnId="{E2F545DD-07FE-45DA-94A0-7A9EDDED3D23}">
      <dgm:prSet/>
      <dgm:spPr/>
      <dgm:t>
        <a:bodyPr/>
        <a:lstStyle/>
        <a:p>
          <a:endParaRPr lang="en-US"/>
        </a:p>
      </dgm:t>
    </dgm:pt>
    <dgm:pt modelId="{98AB4F1E-FD8F-4D8F-96FC-3F4C333D3D7A}" type="sibTrans" cxnId="{E2F545DD-07FE-45DA-94A0-7A9EDDED3D23}">
      <dgm:prSet/>
      <dgm:spPr/>
      <dgm:t>
        <a:bodyPr/>
        <a:lstStyle/>
        <a:p>
          <a:endParaRPr lang="en-US"/>
        </a:p>
      </dgm:t>
    </dgm:pt>
    <dgm:pt modelId="{AECDF579-1065-4E93-8358-4C233BF30DE2}" type="pres">
      <dgm:prSet presAssocID="{B516F9E1-38C8-43F3-9A54-2E3B1CEC9521}" presName="vert0" presStyleCnt="0">
        <dgm:presLayoutVars>
          <dgm:dir/>
          <dgm:animOne val="branch"/>
          <dgm:animLvl val="lvl"/>
        </dgm:presLayoutVars>
      </dgm:prSet>
      <dgm:spPr/>
    </dgm:pt>
    <dgm:pt modelId="{3E543A14-8A19-4316-8462-FF3BFD745504}" type="pres">
      <dgm:prSet presAssocID="{0B52F87C-0C60-4F24-BCF4-E400E667528C}" presName="thickLine" presStyleLbl="alignNode1" presStyleIdx="0" presStyleCnt="6"/>
      <dgm:spPr/>
    </dgm:pt>
    <dgm:pt modelId="{A62374B7-BEE2-44A9-B878-1565C19414C5}" type="pres">
      <dgm:prSet presAssocID="{0B52F87C-0C60-4F24-BCF4-E400E667528C}" presName="horz1" presStyleCnt="0"/>
      <dgm:spPr/>
    </dgm:pt>
    <dgm:pt modelId="{EA8B98BA-353E-4FF3-8F16-CE8D1F1AF478}" type="pres">
      <dgm:prSet presAssocID="{0B52F87C-0C60-4F24-BCF4-E400E667528C}" presName="tx1" presStyleLbl="revTx" presStyleIdx="0" presStyleCnt="6"/>
      <dgm:spPr/>
    </dgm:pt>
    <dgm:pt modelId="{FAAAC6B4-E643-4E3E-922F-26186AB0BE99}" type="pres">
      <dgm:prSet presAssocID="{0B52F87C-0C60-4F24-BCF4-E400E667528C}" presName="vert1" presStyleCnt="0"/>
      <dgm:spPr/>
    </dgm:pt>
    <dgm:pt modelId="{D392BBC4-6D31-4E01-B1F7-8D8B0847D53C}" type="pres">
      <dgm:prSet presAssocID="{B393CF9F-DEA8-4755-9CC9-3A5E5E0A91A0}" presName="thickLine" presStyleLbl="alignNode1" presStyleIdx="1" presStyleCnt="6"/>
      <dgm:spPr/>
    </dgm:pt>
    <dgm:pt modelId="{40A7B87B-067A-4EE5-9EC3-FAD2BE015B2F}" type="pres">
      <dgm:prSet presAssocID="{B393CF9F-DEA8-4755-9CC9-3A5E5E0A91A0}" presName="horz1" presStyleCnt="0"/>
      <dgm:spPr/>
    </dgm:pt>
    <dgm:pt modelId="{FFF22145-2A91-459A-A160-74F2BCD00D08}" type="pres">
      <dgm:prSet presAssocID="{B393CF9F-DEA8-4755-9CC9-3A5E5E0A91A0}" presName="tx1" presStyleLbl="revTx" presStyleIdx="1" presStyleCnt="6"/>
      <dgm:spPr/>
    </dgm:pt>
    <dgm:pt modelId="{ADD19402-F375-4F88-9DA4-6A5F1511A736}" type="pres">
      <dgm:prSet presAssocID="{B393CF9F-DEA8-4755-9CC9-3A5E5E0A91A0}" presName="vert1" presStyleCnt="0"/>
      <dgm:spPr/>
    </dgm:pt>
    <dgm:pt modelId="{22CFC58C-9F3B-4F48-BC3A-7BFDE5F317B0}" type="pres">
      <dgm:prSet presAssocID="{EDB82FBB-50E8-4EC7-9BA1-239D1A56DA2A}" presName="thickLine" presStyleLbl="alignNode1" presStyleIdx="2" presStyleCnt="6"/>
      <dgm:spPr/>
    </dgm:pt>
    <dgm:pt modelId="{458F4CA7-673B-46C7-89AA-7F8B7B9773A0}" type="pres">
      <dgm:prSet presAssocID="{EDB82FBB-50E8-4EC7-9BA1-239D1A56DA2A}" presName="horz1" presStyleCnt="0"/>
      <dgm:spPr/>
    </dgm:pt>
    <dgm:pt modelId="{34FC3AD5-BBC4-4415-AA47-488067475F9E}" type="pres">
      <dgm:prSet presAssocID="{EDB82FBB-50E8-4EC7-9BA1-239D1A56DA2A}" presName="tx1" presStyleLbl="revTx" presStyleIdx="2" presStyleCnt="6"/>
      <dgm:spPr/>
    </dgm:pt>
    <dgm:pt modelId="{DB5C210E-7FEB-46EB-972F-C5E86FF5CDB6}" type="pres">
      <dgm:prSet presAssocID="{EDB82FBB-50E8-4EC7-9BA1-239D1A56DA2A}" presName="vert1" presStyleCnt="0"/>
      <dgm:spPr/>
    </dgm:pt>
    <dgm:pt modelId="{6AB0F891-2286-432C-95FA-C90235622F7D}" type="pres">
      <dgm:prSet presAssocID="{B6980655-79C8-4248-9A47-5DE26C1FF9C5}" presName="thickLine" presStyleLbl="alignNode1" presStyleIdx="3" presStyleCnt="6"/>
      <dgm:spPr/>
    </dgm:pt>
    <dgm:pt modelId="{F4DFA74C-979C-4F4C-B4D7-ED5CEE73C289}" type="pres">
      <dgm:prSet presAssocID="{B6980655-79C8-4248-9A47-5DE26C1FF9C5}" presName="horz1" presStyleCnt="0"/>
      <dgm:spPr/>
    </dgm:pt>
    <dgm:pt modelId="{F058350F-C1A6-41C3-BDB1-71DAD46B7FF3}" type="pres">
      <dgm:prSet presAssocID="{B6980655-79C8-4248-9A47-5DE26C1FF9C5}" presName="tx1" presStyleLbl="revTx" presStyleIdx="3" presStyleCnt="6"/>
      <dgm:spPr/>
    </dgm:pt>
    <dgm:pt modelId="{E8A377CC-32F5-4767-BFBD-59B07F1C1C6F}" type="pres">
      <dgm:prSet presAssocID="{B6980655-79C8-4248-9A47-5DE26C1FF9C5}" presName="vert1" presStyleCnt="0"/>
      <dgm:spPr/>
    </dgm:pt>
    <dgm:pt modelId="{38BEDE2E-711F-4B59-A28D-87B1FFC5D69B}" type="pres">
      <dgm:prSet presAssocID="{BF42AD7E-A965-46D0-981C-95E004B8528F}" presName="thickLine" presStyleLbl="alignNode1" presStyleIdx="4" presStyleCnt="6"/>
      <dgm:spPr/>
    </dgm:pt>
    <dgm:pt modelId="{694A2348-8F23-434D-A4C2-63D5D2FDD38C}" type="pres">
      <dgm:prSet presAssocID="{BF42AD7E-A965-46D0-981C-95E004B8528F}" presName="horz1" presStyleCnt="0"/>
      <dgm:spPr/>
    </dgm:pt>
    <dgm:pt modelId="{199CD104-51FE-45AF-9726-3554099444B6}" type="pres">
      <dgm:prSet presAssocID="{BF42AD7E-A965-46D0-981C-95E004B8528F}" presName="tx1" presStyleLbl="revTx" presStyleIdx="4" presStyleCnt="6"/>
      <dgm:spPr/>
    </dgm:pt>
    <dgm:pt modelId="{B9961E3C-CFFB-44BF-843D-78E3A0D14166}" type="pres">
      <dgm:prSet presAssocID="{BF42AD7E-A965-46D0-981C-95E004B8528F}" presName="vert1" presStyleCnt="0"/>
      <dgm:spPr/>
    </dgm:pt>
    <dgm:pt modelId="{7FF7AFD9-63C4-4AC5-8FF4-AB4189DD7C6D}" type="pres">
      <dgm:prSet presAssocID="{BF59A96C-587C-40DB-96CE-E599A72218D5}" presName="thickLine" presStyleLbl="alignNode1" presStyleIdx="5" presStyleCnt="6"/>
      <dgm:spPr/>
    </dgm:pt>
    <dgm:pt modelId="{86F18D6F-B0D7-4E19-8EB9-099011C33243}" type="pres">
      <dgm:prSet presAssocID="{BF59A96C-587C-40DB-96CE-E599A72218D5}" presName="horz1" presStyleCnt="0"/>
      <dgm:spPr/>
    </dgm:pt>
    <dgm:pt modelId="{910F7DBD-C0DB-4CEE-A44E-808DA9E121AD}" type="pres">
      <dgm:prSet presAssocID="{BF59A96C-587C-40DB-96CE-E599A72218D5}" presName="tx1" presStyleLbl="revTx" presStyleIdx="5" presStyleCnt="6"/>
      <dgm:spPr/>
    </dgm:pt>
    <dgm:pt modelId="{7A9CD9CB-C24D-48C6-B36A-B8A90F4CF908}" type="pres">
      <dgm:prSet presAssocID="{BF59A96C-587C-40DB-96CE-E599A72218D5}" presName="vert1" presStyleCnt="0"/>
      <dgm:spPr/>
    </dgm:pt>
  </dgm:ptLst>
  <dgm:cxnLst>
    <dgm:cxn modelId="{4BDA441A-C751-4C71-9712-B59C3D4E53EF}" type="presOf" srcId="{EDB82FBB-50E8-4EC7-9BA1-239D1A56DA2A}" destId="{34FC3AD5-BBC4-4415-AA47-488067475F9E}" srcOrd="0" destOrd="0" presId="urn:microsoft.com/office/officeart/2008/layout/LinedList"/>
    <dgm:cxn modelId="{8B14122D-FA20-488B-8738-6AFBE61EB451}" srcId="{B516F9E1-38C8-43F3-9A54-2E3B1CEC9521}" destId="{B6980655-79C8-4248-9A47-5DE26C1FF9C5}" srcOrd="3" destOrd="0" parTransId="{6DE089DE-1869-404C-B04F-5C61D4B02401}" sibTransId="{32A82403-8E81-4AD2-813B-A6F4B41E2435}"/>
    <dgm:cxn modelId="{1FD53238-393A-4401-86F6-93F6C8D85B2C}" type="presOf" srcId="{0B52F87C-0C60-4F24-BCF4-E400E667528C}" destId="{EA8B98BA-353E-4FF3-8F16-CE8D1F1AF478}" srcOrd="0" destOrd="0" presId="urn:microsoft.com/office/officeart/2008/layout/LinedList"/>
    <dgm:cxn modelId="{DFFFFE3D-4218-46F5-A083-46339587F64E}" srcId="{B516F9E1-38C8-43F3-9A54-2E3B1CEC9521}" destId="{BF42AD7E-A965-46D0-981C-95E004B8528F}" srcOrd="4" destOrd="0" parTransId="{BC8B5A17-D55A-48C8-A53B-B785FEDAB5A3}" sibTransId="{0CE46501-357E-496D-A9DD-B5A935F2AD67}"/>
    <dgm:cxn modelId="{55B79C56-81CD-403A-9B1B-D78A2A098EFA}" srcId="{B516F9E1-38C8-43F3-9A54-2E3B1CEC9521}" destId="{EDB82FBB-50E8-4EC7-9BA1-239D1A56DA2A}" srcOrd="2" destOrd="0" parTransId="{753E48A1-9A9E-4A1A-B3D1-0444323E1B8F}" sibTransId="{B5DD2700-5F6E-4516-BE31-D2152B533CF7}"/>
    <dgm:cxn modelId="{8025007B-1AE1-4B90-A04C-8B463C162CFD}" type="presOf" srcId="{B6980655-79C8-4248-9A47-5DE26C1FF9C5}" destId="{F058350F-C1A6-41C3-BDB1-71DAD46B7FF3}" srcOrd="0" destOrd="0" presId="urn:microsoft.com/office/officeart/2008/layout/LinedList"/>
    <dgm:cxn modelId="{AAB8D881-21E3-49A9-AFE6-AB3C17E1E6CF}" type="presOf" srcId="{BF59A96C-587C-40DB-96CE-E599A72218D5}" destId="{910F7DBD-C0DB-4CEE-A44E-808DA9E121AD}" srcOrd="0" destOrd="0" presId="urn:microsoft.com/office/officeart/2008/layout/LinedList"/>
    <dgm:cxn modelId="{36A9308E-9737-428B-9A73-E92075329073}" type="presOf" srcId="{BF42AD7E-A965-46D0-981C-95E004B8528F}" destId="{199CD104-51FE-45AF-9726-3554099444B6}" srcOrd="0" destOrd="0" presId="urn:microsoft.com/office/officeart/2008/layout/LinedList"/>
    <dgm:cxn modelId="{A41E599A-C2CA-47F6-BEBF-B02736CA2467}" type="presOf" srcId="{B516F9E1-38C8-43F3-9A54-2E3B1CEC9521}" destId="{AECDF579-1065-4E93-8358-4C233BF30DE2}" srcOrd="0" destOrd="0" presId="urn:microsoft.com/office/officeart/2008/layout/LinedList"/>
    <dgm:cxn modelId="{939920A1-A0B1-47E7-91F9-E8A6B58FB1CD}" srcId="{B516F9E1-38C8-43F3-9A54-2E3B1CEC9521}" destId="{B393CF9F-DEA8-4755-9CC9-3A5E5E0A91A0}" srcOrd="1" destOrd="0" parTransId="{7BA652B3-3464-4C02-BC5F-5EB8721D8524}" sibTransId="{7DD4D5F6-70D7-4B29-8554-5EEAC0FD11CF}"/>
    <dgm:cxn modelId="{4ADA2CB8-DDE1-4185-A210-8815BDFAF0CE}" srcId="{B516F9E1-38C8-43F3-9A54-2E3B1CEC9521}" destId="{0B52F87C-0C60-4F24-BCF4-E400E667528C}" srcOrd="0" destOrd="0" parTransId="{41E469E2-9CE5-4D22-BCB6-79743D04A420}" sibTransId="{B629B12F-76B4-4111-8EAC-F4F7FBF16D7E}"/>
    <dgm:cxn modelId="{C8F724C5-5BF4-4D4C-A73A-8E2A0D186862}" type="presOf" srcId="{B393CF9F-DEA8-4755-9CC9-3A5E5E0A91A0}" destId="{FFF22145-2A91-459A-A160-74F2BCD00D08}" srcOrd="0" destOrd="0" presId="urn:microsoft.com/office/officeart/2008/layout/LinedList"/>
    <dgm:cxn modelId="{E2F545DD-07FE-45DA-94A0-7A9EDDED3D23}" srcId="{B516F9E1-38C8-43F3-9A54-2E3B1CEC9521}" destId="{BF59A96C-587C-40DB-96CE-E599A72218D5}" srcOrd="5" destOrd="0" parTransId="{72F5BBBB-29CB-4FA7-9E70-7C0A6E2BF94D}" sibTransId="{98AB4F1E-FD8F-4D8F-96FC-3F4C333D3D7A}"/>
    <dgm:cxn modelId="{1763816B-84E3-4CF0-9D7A-84A7BB8B3CD7}" type="presParOf" srcId="{AECDF579-1065-4E93-8358-4C233BF30DE2}" destId="{3E543A14-8A19-4316-8462-FF3BFD745504}" srcOrd="0" destOrd="0" presId="urn:microsoft.com/office/officeart/2008/layout/LinedList"/>
    <dgm:cxn modelId="{6FA69723-6BDF-4EDA-B4F9-FF03739C9706}" type="presParOf" srcId="{AECDF579-1065-4E93-8358-4C233BF30DE2}" destId="{A62374B7-BEE2-44A9-B878-1565C19414C5}" srcOrd="1" destOrd="0" presId="urn:microsoft.com/office/officeart/2008/layout/LinedList"/>
    <dgm:cxn modelId="{D3AD37FA-04C9-4CD7-9807-52D3019F7D42}" type="presParOf" srcId="{A62374B7-BEE2-44A9-B878-1565C19414C5}" destId="{EA8B98BA-353E-4FF3-8F16-CE8D1F1AF478}" srcOrd="0" destOrd="0" presId="urn:microsoft.com/office/officeart/2008/layout/LinedList"/>
    <dgm:cxn modelId="{D60611D9-3181-4DBB-B19C-0600B93F7DF3}" type="presParOf" srcId="{A62374B7-BEE2-44A9-B878-1565C19414C5}" destId="{FAAAC6B4-E643-4E3E-922F-26186AB0BE99}" srcOrd="1" destOrd="0" presId="urn:microsoft.com/office/officeart/2008/layout/LinedList"/>
    <dgm:cxn modelId="{D89B74D2-B8DB-4420-A36F-0A65229A28C7}" type="presParOf" srcId="{AECDF579-1065-4E93-8358-4C233BF30DE2}" destId="{D392BBC4-6D31-4E01-B1F7-8D8B0847D53C}" srcOrd="2" destOrd="0" presId="urn:microsoft.com/office/officeart/2008/layout/LinedList"/>
    <dgm:cxn modelId="{04EC15D8-D4D9-47C6-A963-BFC9EE579958}" type="presParOf" srcId="{AECDF579-1065-4E93-8358-4C233BF30DE2}" destId="{40A7B87B-067A-4EE5-9EC3-FAD2BE015B2F}" srcOrd="3" destOrd="0" presId="urn:microsoft.com/office/officeart/2008/layout/LinedList"/>
    <dgm:cxn modelId="{F14B05D7-3A7C-4FE6-9347-19178173BFEB}" type="presParOf" srcId="{40A7B87B-067A-4EE5-9EC3-FAD2BE015B2F}" destId="{FFF22145-2A91-459A-A160-74F2BCD00D08}" srcOrd="0" destOrd="0" presId="urn:microsoft.com/office/officeart/2008/layout/LinedList"/>
    <dgm:cxn modelId="{4F4DB212-2268-42C6-A87F-3C55D5852FED}" type="presParOf" srcId="{40A7B87B-067A-4EE5-9EC3-FAD2BE015B2F}" destId="{ADD19402-F375-4F88-9DA4-6A5F1511A736}" srcOrd="1" destOrd="0" presId="urn:microsoft.com/office/officeart/2008/layout/LinedList"/>
    <dgm:cxn modelId="{758EB7E5-57B7-4CFC-A868-4E833DEC9A9A}" type="presParOf" srcId="{AECDF579-1065-4E93-8358-4C233BF30DE2}" destId="{22CFC58C-9F3B-4F48-BC3A-7BFDE5F317B0}" srcOrd="4" destOrd="0" presId="urn:microsoft.com/office/officeart/2008/layout/LinedList"/>
    <dgm:cxn modelId="{99BF05CD-CB29-424F-B09F-5A7BBC16FA56}" type="presParOf" srcId="{AECDF579-1065-4E93-8358-4C233BF30DE2}" destId="{458F4CA7-673B-46C7-89AA-7F8B7B9773A0}" srcOrd="5" destOrd="0" presId="urn:microsoft.com/office/officeart/2008/layout/LinedList"/>
    <dgm:cxn modelId="{4A76DD94-F4CB-4C7F-8601-8AC1CB3BEE78}" type="presParOf" srcId="{458F4CA7-673B-46C7-89AA-7F8B7B9773A0}" destId="{34FC3AD5-BBC4-4415-AA47-488067475F9E}" srcOrd="0" destOrd="0" presId="urn:microsoft.com/office/officeart/2008/layout/LinedList"/>
    <dgm:cxn modelId="{91A06676-A23D-4C9C-A960-AFFF89F2E192}" type="presParOf" srcId="{458F4CA7-673B-46C7-89AA-7F8B7B9773A0}" destId="{DB5C210E-7FEB-46EB-972F-C5E86FF5CDB6}" srcOrd="1" destOrd="0" presId="urn:microsoft.com/office/officeart/2008/layout/LinedList"/>
    <dgm:cxn modelId="{8A42ED1F-FEDE-41C0-A75F-D38D9B364161}" type="presParOf" srcId="{AECDF579-1065-4E93-8358-4C233BF30DE2}" destId="{6AB0F891-2286-432C-95FA-C90235622F7D}" srcOrd="6" destOrd="0" presId="urn:microsoft.com/office/officeart/2008/layout/LinedList"/>
    <dgm:cxn modelId="{792A30D1-C549-4EA2-818E-75147A27054E}" type="presParOf" srcId="{AECDF579-1065-4E93-8358-4C233BF30DE2}" destId="{F4DFA74C-979C-4F4C-B4D7-ED5CEE73C289}" srcOrd="7" destOrd="0" presId="urn:microsoft.com/office/officeart/2008/layout/LinedList"/>
    <dgm:cxn modelId="{BE39920E-C023-4A2E-A86C-0FEBDA095C6F}" type="presParOf" srcId="{F4DFA74C-979C-4F4C-B4D7-ED5CEE73C289}" destId="{F058350F-C1A6-41C3-BDB1-71DAD46B7FF3}" srcOrd="0" destOrd="0" presId="urn:microsoft.com/office/officeart/2008/layout/LinedList"/>
    <dgm:cxn modelId="{BB2EB07C-17A2-41BE-9150-02FEAE596A25}" type="presParOf" srcId="{F4DFA74C-979C-4F4C-B4D7-ED5CEE73C289}" destId="{E8A377CC-32F5-4767-BFBD-59B07F1C1C6F}" srcOrd="1" destOrd="0" presId="urn:microsoft.com/office/officeart/2008/layout/LinedList"/>
    <dgm:cxn modelId="{6CEA1599-7572-45EF-8A26-57CC1C86772C}" type="presParOf" srcId="{AECDF579-1065-4E93-8358-4C233BF30DE2}" destId="{38BEDE2E-711F-4B59-A28D-87B1FFC5D69B}" srcOrd="8" destOrd="0" presId="urn:microsoft.com/office/officeart/2008/layout/LinedList"/>
    <dgm:cxn modelId="{0CCC79BA-721F-4E6E-A72B-C88D6DD0141B}" type="presParOf" srcId="{AECDF579-1065-4E93-8358-4C233BF30DE2}" destId="{694A2348-8F23-434D-A4C2-63D5D2FDD38C}" srcOrd="9" destOrd="0" presId="urn:microsoft.com/office/officeart/2008/layout/LinedList"/>
    <dgm:cxn modelId="{5C165458-BB63-43F0-9A2B-9F7D0280B7B7}" type="presParOf" srcId="{694A2348-8F23-434D-A4C2-63D5D2FDD38C}" destId="{199CD104-51FE-45AF-9726-3554099444B6}" srcOrd="0" destOrd="0" presId="urn:microsoft.com/office/officeart/2008/layout/LinedList"/>
    <dgm:cxn modelId="{643EB203-BC04-4F8A-9095-DE7D593EB7AC}" type="presParOf" srcId="{694A2348-8F23-434D-A4C2-63D5D2FDD38C}" destId="{B9961E3C-CFFB-44BF-843D-78E3A0D14166}" srcOrd="1" destOrd="0" presId="urn:microsoft.com/office/officeart/2008/layout/LinedList"/>
    <dgm:cxn modelId="{B7634B69-6774-4D92-82FC-BB1B8FFBD4E1}" type="presParOf" srcId="{AECDF579-1065-4E93-8358-4C233BF30DE2}" destId="{7FF7AFD9-63C4-4AC5-8FF4-AB4189DD7C6D}" srcOrd="10" destOrd="0" presId="urn:microsoft.com/office/officeart/2008/layout/LinedList"/>
    <dgm:cxn modelId="{C7A7BEE6-8913-40C7-A700-9C8F2AE11830}" type="presParOf" srcId="{AECDF579-1065-4E93-8358-4C233BF30DE2}" destId="{86F18D6F-B0D7-4E19-8EB9-099011C33243}" srcOrd="11" destOrd="0" presId="urn:microsoft.com/office/officeart/2008/layout/LinedList"/>
    <dgm:cxn modelId="{AA7BE1A5-E2B3-4E49-B2CD-E863E099890D}" type="presParOf" srcId="{86F18D6F-B0D7-4E19-8EB9-099011C33243}" destId="{910F7DBD-C0DB-4CEE-A44E-808DA9E121AD}" srcOrd="0" destOrd="0" presId="urn:microsoft.com/office/officeart/2008/layout/LinedList"/>
    <dgm:cxn modelId="{B241BC3D-DE04-41E2-8CED-B8CE655B7837}" type="presParOf" srcId="{86F18D6F-B0D7-4E19-8EB9-099011C33243}" destId="{7A9CD9CB-C24D-48C6-B36A-B8A90F4CF90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F2C69B77-E916-4445-9EC7-7075CDCF565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C3B15B0-612F-433C-A132-CEA87C877F85}">
      <dgm:prSet/>
      <dgm:spPr/>
      <dgm:t>
        <a:bodyPr/>
        <a:lstStyle/>
        <a:p>
          <a:r>
            <a:rPr lang="es-MX" b="1"/>
            <a:t>Toma de Decisiones Inteligente:</a:t>
          </a:r>
          <a:r>
            <a:rPr lang="es-MX"/>
            <a:t> Basada en evidencias y análisis de datos en lugar de intuiciones, permitiendo proyecciones más fiables.</a:t>
          </a:r>
          <a:endParaRPr lang="en-US"/>
        </a:p>
      </dgm:t>
    </dgm:pt>
    <dgm:pt modelId="{9D3DC3C8-8E84-4B37-B116-BF9712AC3B92}" type="parTrans" cxnId="{5135AA87-5975-4618-BDAD-265C7E4538E0}">
      <dgm:prSet/>
      <dgm:spPr/>
      <dgm:t>
        <a:bodyPr/>
        <a:lstStyle/>
        <a:p>
          <a:endParaRPr lang="en-US"/>
        </a:p>
      </dgm:t>
    </dgm:pt>
    <dgm:pt modelId="{B2578EF0-21ED-4EE3-AE22-412AADEB3309}" type="sibTrans" cxnId="{5135AA87-5975-4618-BDAD-265C7E4538E0}">
      <dgm:prSet/>
      <dgm:spPr/>
      <dgm:t>
        <a:bodyPr/>
        <a:lstStyle/>
        <a:p>
          <a:endParaRPr lang="en-US"/>
        </a:p>
      </dgm:t>
    </dgm:pt>
    <dgm:pt modelId="{736E7119-0527-47AE-8170-6EE59F8ADACB}">
      <dgm:prSet/>
      <dgm:spPr/>
      <dgm:t>
        <a:bodyPr/>
        <a:lstStyle/>
        <a:p>
          <a:r>
            <a:rPr lang="es-MX" b="1"/>
            <a:t>Ventaja Competitiva y Eficiencia:</a:t>
          </a:r>
          <a:r>
            <a:rPr lang="es-MX"/>
            <a:t> Optimiza procesos operativos y detecta cuellos de botella, lo que reduce costos y tiempos de inactividad.</a:t>
          </a:r>
          <a:endParaRPr lang="en-US"/>
        </a:p>
      </dgm:t>
    </dgm:pt>
    <dgm:pt modelId="{EAD1DC61-384B-4C19-84D7-E70936148BD1}" type="parTrans" cxnId="{835AA7AC-7B06-4FF3-B383-D367BDB108AB}">
      <dgm:prSet/>
      <dgm:spPr/>
      <dgm:t>
        <a:bodyPr/>
        <a:lstStyle/>
        <a:p>
          <a:endParaRPr lang="en-US"/>
        </a:p>
      </dgm:t>
    </dgm:pt>
    <dgm:pt modelId="{934E3B5A-23AF-47B0-83A4-B3BEE6B4AC7E}" type="sibTrans" cxnId="{835AA7AC-7B06-4FF3-B383-D367BDB108AB}">
      <dgm:prSet/>
      <dgm:spPr/>
      <dgm:t>
        <a:bodyPr/>
        <a:lstStyle/>
        <a:p>
          <a:endParaRPr lang="en-US"/>
        </a:p>
      </dgm:t>
    </dgm:pt>
    <dgm:pt modelId="{64F2F0A6-97E7-4D42-A765-C6B9C25D931D}">
      <dgm:prSet/>
      <dgm:spPr/>
      <dgm:t>
        <a:bodyPr/>
        <a:lstStyle/>
        <a:p>
          <a:r>
            <a:rPr lang="es-MX" b="1"/>
            <a:t>Conocimiento del Cliente:</a:t>
          </a:r>
          <a:r>
            <a:rPr lang="es-MX"/>
            <a:t> Permite entender profundamente el comportamiento, sentimientos y necesidades de los consumidores para ofrecer productos y servicios personalizados.</a:t>
          </a:r>
          <a:endParaRPr lang="en-US"/>
        </a:p>
      </dgm:t>
    </dgm:pt>
    <dgm:pt modelId="{5CD1801B-5C38-4902-A6B8-7E954AE077BB}" type="parTrans" cxnId="{9CA0AB1D-2C9E-4EBA-84D0-A47F244FEBB6}">
      <dgm:prSet/>
      <dgm:spPr/>
      <dgm:t>
        <a:bodyPr/>
        <a:lstStyle/>
        <a:p>
          <a:endParaRPr lang="en-US"/>
        </a:p>
      </dgm:t>
    </dgm:pt>
    <dgm:pt modelId="{A6B0BD3F-1D76-47E8-8A1D-F5B020360787}" type="sibTrans" cxnId="{9CA0AB1D-2C9E-4EBA-84D0-A47F244FEBB6}">
      <dgm:prSet/>
      <dgm:spPr/>
      <dgm:t>
        <a:bodyPr/>
        <a:lstStyle/>
        <a:p>
          <a:endParaRPr lang="en-US"/>
        </a:p>
      </dgm:t>
    </dgm:pt>
    <dgm:pt modelId="{04126FAE-7EDA-4BBB-824D-6239B2AF02B2}">
      <dgm:prSet/>
      <dgm:spPr/>
      <dgm:t>
        <a:bodyPr/>
        <a:lstStyle/>
        <a:p>
          <a:r>
            <a:rPr lang="es-MX" b="1"/>
            <a:t>Innovación y Nuevos Modelos de Negocio:</a:t>
          </a:r>
          <a:r>
            <a:rPr lang="es-MX"/>
            <a:t> Ayuda a identificar nuevas oportunidades de mercado y mejorar la oferta actual.</a:t>
          </a:r>
          <a:endParaRPr lang="en-US"/>
        </a:p>
      </dgm:t>
    </dgm:pt>
    <dgm:pt modelId="{40F07983-6ADF-494D-9A18-F5E4E482EB17}" type="parTrans" cxnId="{D22B04BB-1943-4008-8498-F74724FBD8AE}">
      <dgm:prSet/>
      <dgm:spPr/>
      <dgm:t>
        <a:bodyPr/>
        <a:lstStyle/>
        <a:p>
          <a:endParaRPr lang="en-US"/>
        </a:p>
      </dgm:t>
    </dgm:pt>
    <dgm:pt modelId="{D2EF9CE6-B0C0-4904-833B-57735F4A9596}" type="sibTrans" cxnId="{D22B04BB-1943-4008-8498-F74724FBD8AE}">
      <dgm:prSet/>
      <dgm:spPr/>
      <dgm:t>
        <a:bodyPr/>
        <a:lstStyle/>
        <a:p>
          <a:endParaRPr lang="en-US"/>
        </a:p>
      </dgm:t>
    </dgm:pt>
    <dgm:pt modelId="{FC67E643-883A-4B38-99E5-64393F9CF5F6}">
      <dgm:prSet/>
      <dgm:spPr/>
      <dgm:t>
        <a:bodyPr/>
        <a:lstStyle/>
        <a:p>
          <a:r>
            <a:rPr lang="es-MX" b="1"/>
            <a:t>Detección de Riesgos y Fraudes:</a:t>
          </a:r>
          <a:r>
            <a:rPr lang="es-MX"/>
            <a:t> Crucial para la seguridad en sectores financieros y de salud, identificando anomalías en tiempo real.</a:t>
          </a:r>
          <a:endParaRPr lang="en-US"/>
        </a:p>
      </dgm:t>
    </dgm:pt>
    <dgm:pt modelId="{FE8172BC-F057-49D3-8C4B-F431DE2501E3}" type="parTrans" cxnId="{9B9241E0-A925-460D-AB55-B22E2A4C5363}">
      <dgm:prSet/>
      <dgm:spPr/>
      <dgm:t>
        <a:bodyPr/>
        <a:lstStyle/>
        <a:p>
          <a:endParaRPr lang="en-US"/>
        </a:p>
      </dgm:t>
    </dgm:pt>
    <dgm:pt modelId="{58FD0DC1-BB37-4E15-B191-B924676C1130}" type="sibTrans" cxnId="{9B9241E0-A925-460D-AB55-B22E2A4C5363}">
      <dgm:prSet/>
      <dgm:spPr/>
      <dgm:t>
        <a:bodyPr/>
        <a:lstStyle/>
        <a:p>
          <a:endParaRPr lang="en-US"/>
        </a:p>
      </dgm:t>
    </dgm:pt>
    <dgm:pt modelId="{72D1592F-4DBC-4F7E-8E01-AEE422902B29}" type="pres">
      <dgm:prSet presAssocID="{F2C69B77-E916-4445-9EC7-7075CDCF5657}" presName="root" presStyleCnt="0">
        <dgm:presLayoutVars>
          <dgm:dir/>
          <dgm:resizeHandles val="exact"/>
        </dgm:presLayoutVars>
      </dgm:prSet>
      <dgm:spPr/>
    </dgm:pt>
    <dgm:pt modelId="{BCC474DC-C9D6-4B51-9ACE-CBDC381A31F4}" type="pres">
      <dgm:prSet presAssocID="{EC3B15B0-612F-433C-A132-CEA87C877F85}" presName="compNode" presStyleCnt="0"/>
      <dgm:spPr/>
    </dgm:pt>
    <dgm:pt modelId="{8C50D338-D311-4C17-9DAF-6518C54DF706}" type="pres">
      <dgm:prSet presAssocID="{EC3B15B0-612F-433C-A132-CEA87C877F85}" presName="bgRect" presStyleLbl="bgShp" presStyleIdx="0" presStyleCnt="5"/>
      <dgm:spPr/>
    </dgm:pt>
    <dgm:pt modelId="{EDB28EB5-4455-468C-96DF-B69F7CFDE5C8}" type="pres">
      <dgm:prSet presAssocID="{EC3B15B0-612F-433C-A132-CEA87C877F8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stadísticas"/>
        </a:ext>
      </dgm:extLst>
    </dgm:pt>
    <dgm:pt modelId="{181E256C-19EF-4F1E-9D3F-F925530C38A7}" type="pres">
      <dgm:prSet presAssocID="{EC3B15B0-612F-433C-A132-CEA87C877F85}" presName="spaceRect" presStyleCnt="0"/>
      <dgm:spPr/>
    </dgm:pt>
    <dgm:pt modelId="{1AA89D00-9E48-49BF-A2CD-1F9349BF5176}" type="pres">
      <dgm:prSet presAssocID="{EC3B15B0-612F-433C-A132-CEA87C877F85}" presName="parTx" presStyleLbl="revTx" presStyleIdx="0" presStyleCnt="5">
        <dgm:presLayoutVars>
          <dgm:chMax val="0"/>
          <dgm:chPref val="0"/>
        </dgm:presLayoutVars>
      </dgm:prSet>
      <dgm:spPr/>
    </dgm:pt>
    <dgm:pt modelId="{06E2C490-9EAA-4667-8BC9-0FCCFAE9E0FE}" type="pres">
      <dgm:prSet presAssocID="{B2578EF0-21ED-4EE3-AE22-412AADEB3309}" presName="sibTrans" presStyleCnt="0"/>
      <dgm:spPr/>
    </dgm:pt>
    <dgm:pt modelId="{B25F2916-A946-4A4C-9F35-B64655C9908D}" type="pres">
      <dgm:prSet presAssocID="{736E7119-0527-47AE-8170-6EE59F8ADACB}" presName="compNode" presStyleCnt="0"/>
      <dgm:spPr/>
    </dgm:pt>
    <dgm:pt modelId="{F03BCB7D-430B-4353-AE8B-1FC5CB757706}" type="pres">
      <dgm:prSet presAssocID="{736E7119-0527-47AE-8170-6EE59F8ADACB}" presName="bgRect" presStyleLbl="bgShp" presStyleIdx="1" presStyleCnt="5"/>
      <dgm:spPr/>
    </dgm:pt>
    <dgm:pt modelId="{5DABF031-DA1A-4D98-950A-1DB0C8E174D3}" type="pres">
      <dgm:prSet presAssocID="{736E7119-0527-47AE-8170-6EE59F8ADAC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ngranajes"/>
        </a:ext>
      </dgm:extLst>
    </dgm:pt>
    <dgm:pt modelId="{81928860-9FFF-49B9-A1CE-1EF9766DD861}" type="pres">
      <dgm:prSet presAssocID="{736E7119-0527-47AE-8170-6EE59F8ADACB}" presName="spaceRect" presStyleCnt="0"/>
      <dgm:spPr/>
    </dgm:pt>
    <dgm:pt modelId="{394787B8-95C0-4167-8AC1-D128630F958C}" type="pres">
      <dgm:prSet presAssocID="{736E7119-0527-47AE-8170-6EE59F8ADACB}" presName="parTx" presStyleLbl="revTx" presStyleIdx="1" presStyleCnt="5">
        <dgm:presLayoutVars>
          <dgm:chMax val="0"/>
          <dgm:chPref val="0"/>
        </dgm:presLayoutVars>
      </dgm:prSet>
      <dgm:spPr/>
    </dgm:pt>
    <dgm:pt modelId="{E87A409A-4EFF-44AD-9EE7-4E5E54FDD631}" type="pres">
      <dgm:prSet presAssocID="{934E3B5A-23AF-47B0-83A4-B3BEE6B4AC7E}" presName="sibTrans" presStyleCnt="0"/>
      <dgm:spPr/>
    </dgm:pt>
    <dgm:pt modelId="{BCBA0481-FB37-4784-8A53-743F5423A6FF}" type="pres">
      <dgm:prSet presAssocID="{64F2F0A6-97E7-4D42-A765-C6B9C25D931D}" presName="compNode" presStyleCnt="0"/>
      <dgm:spPr/>
    </dgm:pt>
    <dgm:pt modelId="{A9D76277-5700-4170-9FC6-6C6B628DEDA2}" type="pres">
      <dgm:prSet presAssocID="{64F2F0A6-97E7-4D42-A765-C6B9C25D931D}" presName="bgRect" presStyleLbl="bgShp" presStyleIdx="2" presStyleCnt="5"/>
      <dgm:spPr/>
    </dgm:pt>
    <dgm:pt modelId="{4F4126D8-3A87-4BCC-BE31-685318D2955C}" type="pres">
      <dgm:prSet presAssocID="{64F2F0A6-97E7-4D42-A765-C6B9C25D931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EB79DBF5-321D-4141-A9B0-9268A0F0197C}" type="pres">
      <dgm:prSet presAssocID="{64F2F0A6-97E7-4D42-A765-C6B9C25D931D}" presName="spaceRect" presStyleCnt="0"/>
      <dgm:spPr/>
    </dgm:pt>
    <dgm:pt modelId="{75386D51-1CB9-42F4-A5F4-B8697415C2AF}" type="pres">
      <dgm:prSet presAssocID="{64F2F0A6-97E7-4D42-A765-C6B9C25D931D}" presName="parTx" presStyleLbl="revTx" presStyleIdx="2" presStyleCnt="5">
        <dgm:presLayoutVars>
          <dgm:chMax val="0"/>
          <dgm:chPref val="0"/>
        </dgm:presLayoutVars>
      </dgm:prSet>
      <dgm:spPr/>
    </dgm:pt>
    <dgm:pt modelId="{D3DEB28F-E9CE-48C5-A277-480712939407}" type="pres">
      <dgm:prSet presAssocID="{A6B0BD3F-1D76-47E8-8A1D-F5B020360787}" presName="sibTrans" presStyleCnt="0"/>
      <dgm:spPr/>
    </dgm:pt>
    <dgm:pt modelId="{FF3E2304-D857-477F-987F-2E57043CB892}" type="pres">
      <dgm:prSet presAssocID="{04126FAE-7EDA-4BBB-824D-6239B2AF02B2}" presName="compNode" presStyleCnt="0"/>
      <dgm:spPr/>
    </dgm:pt>
    <dgm:pt modelId="{1FB2B621-7F27-4820-97C3-556A189FB3E5}" type="pres">
      <dgm:prSet presAssocID="{04126FAE-7EDA-4BBB-824D-6239B2AF02B2}" presName="bgRect" presStyleLbl="bgShp" presStyleIdx="3" presStyleCnt="5"/>
      <dgm:spPr/>
    </dgm:pt>
    <dgm:pt modelId="{B227EED9-6326-43AA-ABF4-38FCC295A9B7}" type="pres">
      <dgm:prSet presAssocID="{04126FAE-7EDA-4BBB-824D-6239B2AF02B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siness Growth"/>
        </a:ext>
      </dgm:extLst>
    </dgm:pt>
    <dgm:pt modelId="{81B3EAFD-B324-4048-B0DE-311DD2EC9AA7}" type="pres">
      <dgm:prSet presAssocID="{04126FAE-7EDA-4BBB-824D-6239B2AF02B2}" presName="spaceRect" presStyleCnt="0"/>
      <dgm:spPr/>
    </dgm:pt>
    <dgm:pt modelId="{45A22EBD-FAC3-4745-A936-2493EA7BC728}" type="pres">
      <dgm:prSet presAssocID="{04126FAE-7EDA-4BBB-824D-6239B2AF02B2}" presName="parTx" presStyleLbl="revTx" presStyleIdx="3" presStyleCnt="5">
        <dgm:presLayoutVars>
          <dgm:chMax val="0"/>
          <dgm:chPref val="0"/>
        </dgm:presLayoutVars>
      </dgm:prSet>
      <dgm:spPr/>
    </dgm:pt>
    <dgm:pt modelId="{D2BC8528-F69D-40EB-AA0A-D3157007FF6D}" type="pres">
      <dgm:prSet presAssocID="{D2EF9CE6-B0C0-4904-833B-57735F4A9596}" presName="sibTrans" presStyleCnt="0"/>
      <dgm:spPr/>
    </dgm:pt>
    <dgm:pt modelId="{90C0AB75-4C44-4E05-AF2A-364243A8A734}" type="pres">
      <dgm:prSet presAssocID="{FC67E643-883A-4B38-99E5-64393F9CF5F6}" presName="compNode" presStyleCnt="0"/>
      <dgm:spPr/>
    </dgm:pt>
    <dgm:pt modelId="{28CA2F1C-175C-40DE-A3D6-E88D1D4073B1}" type="pres">
      <dgm:prSet presAssocID="{FC67E643-883A-4B38-99E5-64393F9CF5F6}" presName="bgRect" presStyleLbl="bgShp" presStyleIdx="4" presStyleCnt="5"/>
      <dgm:spPr/>
    </dgm:pt>
    <dgm:pt modelId="{89268ED5-9CD1-4489-A463-7657B18A56F5}" type="pres">
      <dgm:prSet presAssocID="{FC67E643-883A-4B38-99E5-64393F9CF5F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Advertencia"/>
        </a:ext>
      </dgm:extLst>
    </dgm:pt>
    <dgm:pt modelId="{F35ED063-BD44-436B-859B-EA6D82304501}" type="pres">
      <dgm:prSet presAssocID="{FC67E643-883A-4B38-99E5-64393F9CF5F6}" presName="spaceRect" presStyleCnt="0"/>
      <dgm:spPr/>
    </dgm:pt>
    <dgm:pt modelId="{BE9F07DF-189F-429B-98C9-9FD90129BB3A}" type="pres">
      <dgm:prSet presAssocID="{FC67E643-883A-4B38-99E5-64393F9CF5F6}" presName="parTx" presStyleLbl="revTx" presStyleIdx="4" presStyleCnt="5">
        <dgm:presLayoutVars>
          <dgm:chMax val="0"/>
          <dgm:chPref val="0"/>
        </dgm:presLayoutVars>
      </dgm:prSet>
      <dgm:spPr/>
    </dgm:pt>
  </dgm:ptLst>
  <dgm:cxnLst>
    <dgm:cxn modelId="{B187C61B-F3B0-4C60-9781-AC6D77DD05AC}" type="presOf" srcId="{04126FAE-7EDA-4BBB-824D-6239B2AF02B2}" destId="{45A22EBD-FAC3-4745-A936-2493EA7BC728}" srcOrd="0" destOrd="0" presId="urn:microsoft.com/office/officeart/2018/2/layout/IconVerticalSolidList"/>
    <dgm:cxn modelId="{9CA0AB1D-2C9E-4EBA-84D0-A47F244FEBB6}" srcId="{F2C69B77-E916-4445-9EC7-7075CDCF5657}" destId="{64F2F0A6-97E7-4D42-A765-C6B9C25D931D}" srcOrd="2" destOrd="0" parTransId="{5CD1801B-5C38-4902-A6B8-7E954AE077BB}" sibTransId="{A6B0BD3F-1D76-47E8-8A1D-F5B020360787}"/>
    <dgm:cxn modelId="{10AF7D1F-3646-40B2-8E5B-3BF1680EB959}" type="presOf" srcId="{736E7119-0527-47AE-8170-6EE59F8ADACB}" destId="{394787B8-95C0-4167-8AC1-D128630F958C}" srcOrd="0" destOrd="0" presId="urn:microsoft.com/office/officeart/2018/2/layout/IconVerticalSolidList"/>
    <dgm:cxn modelId="{8DC9C43D-93FD-47A9-9E62-065124260427}" type="presOf" srcId="{64F2F0A6-97E7-4D42-A765-C6B9C25D931D}" destId="{75386D51-1CB9-42F4-A5F4-B8697415C2AF}" srcOrd="0" destOrd="0" presId="urn:microsoft.com/office/officeart/2018/2/layout/IconVerticalSolidList"/>
    <dgm:cxn modelId="{AC4A9D79-E1A4-45CB-8029-40CD41AB9DE9}" type="presOf" srcId="{FC67E643-883A-4B38-99E5-64393F9CF5F6}" destId="{BE9F07DF-189F-429B-98C9-9FD90129BB3A}" srcOrd="0" destOrd="0" presId="urn:microsoft.com/office/officeart/2018/2/layout/IconVerticalSolidList"/>
    <dgm:cxn modelId="{5135AA87-5975-4618-BDAD-265C7E4538E0}" srcId="{F2C69B77-E916-4445-9EC7-7075CDCF5657}" destId="{EC3B15B0-612F-433C-A132-CEA87C877F85}" srcOrd="0" destOrd="0" parTransId="{9D3DC3C8-8E84-4B37-B116-BF9712AC3B92}" sibTransId="{B2578EF0-21ED-4EE3-AE22-412AADEB3309}"/>
    <dgm:cxn modelId="{A034A698-E455-4C65-9ABB-DBF4396214F6}" type="presOf" srcId="{F2C69B77-E916-4445-9EC7-7075CDCF5657}" destId="{72D1592F-4DBC-4F7E-8E01-AEE422902B29}" srcOrd="0" destOrd="0" presId="urn:microsoft.com/office/officeart/2018/2/layout/IconVerticalSolidList"/>
    <dgm:cxn modelId="{835AA7AC-7B06-4FF3-B383-D367BDB108AB}" srcId="{F2C69B77-E916-4445-9EC7-7075CDCF5657}" destId="{736E7119-0527-47AE-8170-6EE59F8ADACB}" srcOrd="1" destOrd="0" parTransId="{EAD1DC61-384B-4C19-84D7-E70936148BD1}" sibTransId="{934E3B5A-23AF-47B0-83A4-B3BEE6B4AC7E}"/>
    <dgm:cxn modelId="{D22B04BB-1943-4008-8498-F74724FBD8AE}" srcId="{F2C69B77-E916-4445-9EC7-7075CDCF5657}" destId="{04126FAE-7EDA-4BBB-824D-6239B2AF02B2}" srcOrd="3" destOrd="0" parTransId="{40F07983-6ADF-494D-9A18-F5E4E482EB17}" sibTransId="{D2EF9CE6-B0C0-4904-833B-57735F4A9596}"/>
    <dgm:cxn modelId="{55CD34CD-1ED3-453E-826D-43ABE475D533}" type="presOf" srcId="{EC3B15B0-612F-433C-A132-CEA87C877F85}" destId="{1AA89D00-9E48-49BF-A2CD-1F9349BF5176}" srcOrd="0" destOrd="0" presId="urn:microsoft.com/office/officeart/2018/2/layout/IconVerticalSolidList"/>
    <dgm:cxn modelId="{9B9241E0-A925-460D-AB55-B22E2A4C5363}" srcId="{F2C69B77-E916-4445-9EC7-7075CDCF5657}" destId="{FC67E643-883A-4B38-99E5-64393F9CF5F6}" srcOrd="4" destOrd="0" parTransId="{FE8172BC-F057-49D3-8C4B-F431DE2501E3}" sibTransId="{58FD0DC1-BB37-4E15-B191-B924676C1130}"/>
    <dgm:cxn modelId="{A5FE3769-BEBB-4427-8B77-A3B0A6F6AED0}" type="presParOf" srcId="{72D1592F-4DBC-4F7E-8E01-AEE422902B29}" destId="{BCC474DC-C9D6-4B51-9ACE-CBDC381A31F4}" srcOrd="0" destOrd="0" presId="urn:microsoft.com/office/officeart/2018/2/layout/IconVerticalSolidList"/>
    <dgm:cxn modelId="{28D52DD3-784D-4756-991A-C056C96E5B43}" type="presParOf" srcId="{BCC474DC-C9D6-4B51-9ACE-CBDC381A31F4}" destId="{8C50D338-D311-4C17-9DAF-6518C54DF706}" srcOrd="0" destOrd="0" presId="urn:microsoft.com/office/officeart/2018/2/layout/IconVerticalSolidList"/>
    <dgm:cxn modelId="{79336CAF-8F1B-4A14-8869-46CB3F9350B3}" type="presParOf" srcId="{BCC474DC-C9D6-4B51-9ACE-CBDC381A31F4}" destId="{EDB28EB5-4455-468C-96DF-B69F7CFDE5C8}" srcOrd="1" destOrd="0" presId="urn:microsoft.com/office/officeart/2018/2/layout/IconVerticalSolidList"/>
    <dgm:cxn modelId="{874B1D77-8EFF-43F3-8593-AFA8B06DC2C5}" type="presParOf" srcId="{BCC474DC-C9D6-4B51-9ACE-CBDC381A31F4}" destId="{181E256C-19EF-4F1E-9D3F-F925530C38A7}" srcOrd="2" destOrd="0" presId="urn:microsoft.com/office/officeart/2018/2/layout/IconVerticalSolidList"/>
    <dgm:cxn modelId="{8A126DAF-5C83-4421-8526-B6766D59A272}" type="presParOf" srcId="{BCC474DC-C9D6-4B51-9ACE-CBDC381A31F4}" destId="{1AA89D00-9E48-49BF-A2CD-1F9349BF5176}" srcOrd="3" destOrd="0" presId="urn:microsoft.com/office/officeart/2018/2/layout/IconVerticalSolidList"/>
    <dgm:cxn modelId="{E434949B-50DB-4EE7-A5F3-14CFA1FDECCC}" type="presParOf" srcId="{72D1592F-4DBC-4F7E-8E01-AEE422902B29}" destId="{06E2C490-9EAA-4667-8BC9-0FCCFAE9E0FE}" srcOrd="1" destOrd="0" presId="urn:microsoft.com/office/officeart/2018/2/layout/IconVerticalSolidList"/>
    <dgm:cxn modelId="{24DCE4AA-2C7E-4C94-86B2-63BCF93EC777}" type="presParOf" srcId="{72D1592F-4DBC-4F7E-8E01-AEE422902B29}" destId="{B25F2916-A946-4A4C-9F35-B64655C9908D}" srcOrd="2" destOrd="0" presId="urn:microsoft.com/office/officeart/2018/2/layout/IconVerticalSolidList"/>
    <dgm:cxn modelId="{C893364C-B761-4BCC-898A-A37FCDDD1B32}" type="presParOf" srcId="{B25F2916-A946-4A4C-9F35-B64655C9908D}" destId="{F03BCB7D-430B-4353-AE8B-1FC5CB757706}" srcOrd="0" destOrd="0" presId="urn:microsoft.com/office/officeart/2018/2/layout/IconVerticalSolidList"/>
    <dgm:cxn modelId="{9EE70A28-3EAC-4CF6-8CDC-B4574AABD3F2}" type="presParOf" srcId="{B25F2916-A946-4A4C-9F35-B64655C9908D}" destId="{5DABF031-DA1A-4D98-950A-1DB0C8E174D3}" srcOrd="1" destOrd="0" presId="urn:microsoft.com/office/officeart/2018/2/layout/IconVerticalSolidList"/>
    <dgm:cxn modelId="{74F104E6-1A56-4AED-936F-32FA53CE3557}" type="presParOf" srcId="{B25F2916-A946-4A4C-9F35-B64655C9908D}" destId="{81928860-9FFF-49B9-A1CE-1EF9766DD861}" srcOrd="2" destOrd="0" presId="urn:microsoft.com/office/officeart/2018/2/layout/IconVerticalSolidList"/>
    <dgm:cxn modelId="{C4F969E5-E001-4040-9700-7A20C855E9B8}" type="presParOf" srcId="{B25F2916-A946-4A4C-9F35-B64655C9908D}" destId="{394787B8-95C0-4167-8AC1-D128630F958C}" srcOrd="3" destOrd="0" presId="urn:microsoft.com/office/officeart/2018/2/layout/IconVerticalSolidList"/>
    <dgm:cxn modelId="{998CBC0B-DA20-421A-B9DD-8A0027E619C1}" type="presParOf" srcId="{72D1592F-4DBC-4F7E-8E01-AEE422902B29}" destId="{E87A409A-4EFF-44AD-9EE7-4E5E54FDD631}" srcOrd="3" destOrd="0" presId="urn:microsoft.com/office/officeart/2018/2/layout/IconVerticalSolidList"/>
    <dgm:cxn modelId="{6DCB7615-89CF-43C8-B33C-913996E066DD}" type="presParOf" srcId="{72D1592F-4DBC-4F7E-8E01-AEE422902B29}" destId="{BCBA0481-FB37-4784-8A53-743F5423A6FF}" srcOrd="4" destOrd="0" presId="urn:microsoft.com/office/officeart/2018/2/layout/IconVerticalSolidList"/>
    <dgm:cxn modelId="{55B8C3AE-0AD4-4D3B-BF05-967FA4E458EA}" type="presParOf" srcId="{BCBA0481-FB37-4784-8A53-743F5423A6FF}" destId="{A9D76277-5700-4170-9FC6-6C6B628DEDA2}" srcOrd="0" destOrd="0" presId="urn:microsoft.com/office/officeart/2018/2/layout/IconVerticalSolidList"/>
    <dgm:cxn modelId="{86F7F19A-4382-4E2E-B954-7EFF7E16C619}" type="presParOf" srcId="{BCBA0481-FB37-4784-8A53-743F5423A6FF}" destId="{4F4126D8-3A87-4BCC-BE31-685318D2955C}" srcOrd="1" destOrd="0" presId="urn:microsoft.com/office/officeart/2018/2/layout/IconVerticalSolidList"/>
    <dgm:cxn modelId="{011DD823-8EF5-4A76-81AD-81F4D0938999}" type="presParOf" srcId="{BCBA0481-FB37-4784-8A53-743F5423A6FF}" destId="{EB79DBF5-321D-4141-A9B0-9268A0F0197C}" srcOrd="2" destOrd="0" presId="urn:microsoft.com/office/officeart/2018/2/layout/IconVerticalSolidList"/>
    <dgm:cxn modelId="{C3E9CE38-3B2C-453F-887A-7D5E1F31E04C}" type="presParOf" srcId="{BCBA0481-FB37-4784-8A53-743F5423A6FF}" destId="{75386D51-1CB9-42F4-A5F4-B8697415C2AF}" srcOrd="3" destOrd="0" presId="urn:microsoft.com/office/officeart/2018/2/layout/IconVerticalSolidList"/>
    <dgm:cxn modelId="{34AA8F0B-1B11-40AB-BDEC-D7F8C8B883EF}" type="presParOf" srcId="{72D1592F-4DBC-4F7E-8E01-AEE422902B29}" destId="{D3DEB28F-E9CE-48C5-A277-480712939407}" srcOrd="5" destOrd="0" presId="urn:microsoft.com/office/officeart/2018/2/layout/IconVerticalSolidList"/>
    <dgm:cxn modelId="{A79CE959-D67D-4F05-A311-0C8433874D50}" type="presParOf" srcId="{72D1592F-4DBC-4F7E-8E01-AEE422902B29}" destId="{FF3E2304-D857-477F-987F-2E57043CB892}" srcOrd="6" destOrd="0" presId="urn:microsoft.com/office/officeart/2018/2/layout/IconVerticalSolidList"/>
    <dgm:cxn modelId="{4ED7F1E5-FA03-4C27-9535-E6CA9DD3B772}" type="presParOf" srcId="{FF3E2304-D857-477F-987F-2E57043CB892}" destId="{1FB2B621-7F27-4820-97C3-556A189FB3E5}" srcOrd="0" destOrd="0" presId="urn:microsoft.com/office/officeart/2018/2/layout/IconVerticalSolidList"/>
    <dgm:cxn modelId="{08B44795-E902-4420-9C88-D105712C685B}" type="presParOf" srcId="{FF3E2304-D857-477F-987F-2E57043CB892}" destId="{B227EED9-6326-43AA-ABF4-38FCC295A9B7}" srcOrd="1" destOrd="0" presId="urn:microsoft.com/office/officeart/2018/2/layout/IconVerticalSolidList"/>
    <dgm:cxn modelId="{BE78D9CA-1CF2-4A2E-A412-C314CE6771E0}" type="presParOf" srcId="{FF3E2304-D857-477F-987F-2E57043CB892}" destId="{81B3EAFD-B324-4048-B0DE-311DD2EC9AA7}" srcOrd="2" destOrd="0" presId="urn:microsoft.com/office/officeart/2018/2/layout/IconVerticalSolidList"/>
    <dgm:cxn modelId="{439E5B09-2A38-482E-B33B-C63A4F3BA653}" type="presParOf" srcId="{FF3E2304-D857-477F-987F-2E57043CB892}" destId="{45A22EBD-FAC3-4745-A936-2493EA7BC728}" srcOrd="3" destOrd="0" presId="urn:microsoft.com/office/officeart/2018/2/layout/IconVerticalSolidList"/>
    <dgm:cxn modelId="{29B18D5F-BF38-4547-9A2E-7321F8197DF4}" type="presParOf" srcId="{72D1592F-4DBC-4F7E-8E01-AEE422902B29}" destId="{D2BC8528-F69D-40EB-AA0A-D3157007FF6D}" srcOrd="7" destOrd="0" presId="urn:microsoft.com/office/officeart/2018/2/layout/IconVerticalSolidList"/>
    <dgm:cxn modelId="{613612A3-2B81-4BFE-9027-ABC0617F1BE3}" type="presParOf" srcId="{72D1592F-4DBC-4F7E-8E01-AEE422902B29}" destId="{90C0AB75-4C44-4E05-AF2A-364243A8A734}" srcOrd="8" destOrd="0" presId="urn:microsoft.com/office/officeart/2018/2/layout/IconVerticalSolidList"/>
    <dgm:cxn modelId="{D5CB3906-13EB-4E1D-A682-C3C35F8C87FC}" type="presParOf" srcId="{90C0AB75-4C44-4E05-AF2A-364243A8A734}" destId="{28CA2F1C-175C-40DE-A3D6-E88D1D4073B1}" srcOrd="0" destOrd="0" presId="urn:microsoft.com/office/officeart/2018/2/layout/IconVerticalSolidList"/>
    <dgm:cxn modelId="{64D8205F-2C3F-4531-84F7-E4255C8AF574}" type="presParOf" srcId="{90C0AB75-4C44-4E05-AF2A-364243A8A734}" destId="{89268ED5-9CD1-4489-A463-7657B18A56F5}" srcOrd="1" destOrd="0" presId="urn:microsoft.com/office/officeart/2018/2/layout/IconVerticalSolidList"/>
    <dgm:cxn modelId="{EE43A5AA-9E86-4906-992C-8115AC7E0CD9}" type="presParOf" srcId="{90C0AB75-4C44-4E05-AF2A-364243A8A734}" destId="{F35ED063-BD44-436B-859B-EA6D82304501}" srcOrd="2" destOrd="0" presId="urn:microsoft.com/office/officeart/2018/2/layout/IconVerticalSolidList"/>
    <dgm:cxn modelId="{0B5E7DA0-C4C6-4C2F-BE01-BC13AB1C3090}" type="presParOf" srcId="{90C0AB75-4C44-4E05-AF2A-364243A8A734}" destId="{BE9F07DF-189F-429B-98C9-9FD90129BB3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1C701104-D7F3-443C-BA1B-5D309F22B062}"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D8341F6A-28BA-426A-808A-C547A7AC6F9A}">
      <dgm:prSet/>
      <dgm:spPr/>
      <dgm:t>
        <a:bodyPr/>
        <a:lstStyle/>
        <a:p>
          <a:r>
            <a:rPr lang="es-MX" b="1"/>
            <a:t>Salud:</a:t>
          </a:r>
          <a:r>
            <a:rPr lang="es-MX"/>
            <a:t> Mejora diagnósticos y permite la prevención de enfermedades mediante el análisis de historiales clínicos.</a:t>
          </a:r>
          <a:endParaRPr lang="en-US"/>
        </a:p>
      </dgm:t>
    </dgm:pt>
    <dgm:pt modelId="{E66732F8-78CD-4A8B-9F4A-25300B824DEB}" type="parTrans" cxnId="{343F5B5F-DE3D-44B5-8850-5CCBD29CDC6E}">
      <dgm:prSet/>
      <dgm:spPr/>
      <dgm:t>
        <a:bodyPr/>
        <a:lstStyle/>
        <a:p>
          <a:endParaRPr lang="en-US"/>
        </a:p>
      </dgm:t>
    </dgm:pt>
    <dgm:pt modelId="{5ADF051E-D3FB-4D4B-90C6-065FBC21E104}" type="sibTrans" cxnId="{343F5B5F-DE3D-44B5-8850-5CCBD29CDC6E}">
      <dgm:prSet/>
      <dgm:spPr/>
      <dgm:t>
        <a:bodyPr/>
        <a:lstStyle/>
        <a:p>
          <a:endParaRPr lang="en-US"/>
        </a:p>
      </dgm:t>
    </dgm:pt>
    <dgm:pt modelId="{7B1A564A-E9CE-42E8-A8C1-0170620944F1}">
      <dgm:prSet/>
      <dgm:spPr/>
      <dgm:t>
        <a:bodyPr/>
        <a:lstStyle/>
        <a:p>
          <a:r>
            <a:rPr lang="es-MX" b="1"/>
            <a:t>Marketing:</a:t>
          </a:r>
          <a:r>
            <a:rPr lang="es-MX"/>
            <a:t> Segmentación avanzada y publicidad dirigida gracias a datos de redes sociales y geolocalización.</a:t>
          </a:r>
          <a:endParaRPr lang="en-US"/>
        </a:p>
      </dgm:t>
    </dgm:pt>
    <dgm:pt modelId="{DFA1E961-A558-4F76-99A0-3F5C6307DAE5}" type="parTrans" cxnId="{55665A42-D6C0-418C-BAB8-1DB7006DB919}">
      <dgm:prSet/>
      <dgm:spPr/>
      <dgm:t>
        <a:bodyPr/>
        <a:lstStyle/>
        <a:p>
          <a:endParaRPr lang="en-US"/>
        </a:p>
      </dgm:t>
    </dgm:pt>
    <dgm:pt modelId="{1744F9A2-9BA1-4B5E-81C8-CC423C4FB12B}" type="sibTrans" cxnId="{55665A42-D6C0-418C-BAB8-1DB7006DB919}">
      <dgm:prSet/>
      <dgm:spPr/>
      <dgm:t>
        <a:bodyPr/>
        <a:lstStyle/>
        <a:p>
          <a:endParaRPr lang="en-US"/>
        </a:p>
      </dgm:t>
    </dgm:pt>
    <dgm:pt modelId="{4936E51E-331B-4E2F-B360-8CC06EDB8AF0}">
      <dgm:prSet/>
      <dgm:spPr/>
      <dgm:t>
        <a:bodyPr/>
        <a:lstStyle/>
        <a:p>
          <a:r>
            <a:rPr lang="es-MX" b="1"/>
            <a:t>Logística/Empresa:</a:t>
          </a:r>
          <a:r>
            <a:rPr lang="es-MX"/>
            <a:t> Gestión de inventarios y previsión de la demanda para optimizar el stock</a:t>
          </a:r>
          <a:endParaRPr lang="en-US"/>
        </a:p>
      </dgm:t>
    </dgm:pt>
    <dgm:pt modelId="{671083D3-166E-469C-8D0B-9A751C71067D}" type="parTrans" cxnId="{C31CD2E2-0758-4382-B80E-FA7DF9F18A60}">
      <dgm:prSet/>
      <dgm:spPr/>
      <dgm:t>
        <a:bodyPr/>
        <a:lstStyle/>
        <a:p>
          <a:endParaRPr lang="en-US"/>
        </a:p>
      </dgm:t>
    </dgm:pt>
    <dgm:pt modelId="{9B7DFFE3-E62F-4938-BB1B-F8E8AAC4583B}" type="sibTrans" cxnId="{C31CD2E2-0758-4382-B80E-FA7DF9F18A60}">
      <dgm:prSet/>
      <dgm:spPr/>
      <dgm:t>
        <a:bodyPr/>
        <a:lstStyle/>
        <a:p>
          <a:endParaRPr lang="en-US"/>
        </a:p>
      </dgm:t>
    </dgm:pt>
    <dgm:pt modelId="{986ED3A6-1080-4AEA-B44F-7F41038A1C98}" type="pres">
      <dgm:prSet presAssocID="{1C701104-D7F3-443C-BA1B-5D309F22B062}" presName="hierChild1" presStyleCnt="0">
        <dgm:presLayoutVars>
          <dgm:chPref val="1"/>
          <dgm:dir/>
          <dgm:animOne val="branch"/>
          <dgm:animLvl val="lvl"/>
          <dgm:resizeHandles/>
        </dgm:presLayoutVars>
      </dgm:prSet>
      <dgm:spPr/>
    </dgm:pt>
    <dgm:pt modelId="{0ACA98EE-4182-48F6-9C7B-F69763874970}" type="pres">
      <dgm:prSet presAssocID="{D8341F6A-28BA-426A-808A-C547A7AC6F9A}" presName="hierRoot1" presStyleCnt="0"/>
      <dgm:spPr/>
    </dgm:pt>
    <dgm:pt modelId="{69A0053F-47B6-4C21-910A-32D18829A740}" type="pres">
      <dgm:prSet presAssocID="{D8341F6A-28BA-426A-808A-C547A7AC6F9A}" presName="composite" presStyleCnt="0"/>
      <dgm:spPr/>
    </dgm:pt>
    <dgm:pt modelId="{938F7CED-1EC3-4BF9-9B01-89DBF5FED762}" type="pres">
      <dgm:prSet presAssocID="{D8341F6A-28BA-426A-808A-C547A7AC6F9A}" presName="background" presStyleLbl="node0" presStyleIdx="0" presStyleCnt="3"/>
      <dgm:spPr/>
    </dgm:pt>
    <dgm:pt modelId="{F3DF19C5-8A0D-4A3B-80DA-2C809692EF9F}" type="pres">
      <dgm:prSet presAssocID="{D8341F6A-28BA-426A-808A-C547A7AC6F9A}" presName="text" presStyleLbl="fgAcc0" presStyleIdx="0" presStyleCnt="3">
        <dgm:presLayoutVars>
          <dgm:chPref val="3"/>
        </dgm:presLayoutVars>
      </dgm:prSet>
      <dgm:spPr/>
    </dgm:pt>
    <dgm:pt modelId="{742738D7-534A-48BF-BFBB-1FC8AA33381A}" type="pres">
      <dgm:prSet presAssocID="{D8341F6A-28BA-426A-808A-C547A7AC6F9A}" presName="hierChild2" presStyleCnt="0"/>
      <dgm:spPr/>
    </dgm:pt>
    <dgm:pt modelId="{0EDF6918-7099-4F46-9046-4993EE8C66C0}" type="pres">
      <dgm:prSet presAssocID="{7B1A564A-E9CE-42E8-A8C1-0170620944F1}" presName="hierRoot1" presStyleCnt="0"/>
      <dgm:spPr/>
    </dgm:pt>
    <dgm:pt modelId="{A981BC1C-6A72-46F1-BFC1-170BBBAB4664}" type="pres">
      <dgm:prSet presAssocID="{7B1A564A-E9CE-42E8-A8C1-0170620944F1}" presName="composite" presStyleCnt="0"/>
      <dgm:spPr/>
    </dgm:pt>
    <dgm:pt modelId="{03073B24-4AEF-4D3D-8D09-55DCF546A182}" type="pres">
      <dgm:prSet presAssocID="{7B1A564A-E9CE-42E8-A8C1-0170620944F1}" presName="background" presStyleLbl="node0" presStyleIdx="1" presStyleCnt="3"/>
      <dgm:spPr/>
    </dgm:pt>
    <dgm:pt modelId="{72AFC730-F31B-416F-9913-2F76795C62D4}" type="pres">
      <dgm:prSet presAssocID="{7B1A564A-E9CE-42E8-A8C1-0170620944F1}" presName="text" presStyleLbl="fgAcc0" presStyleIdx="1" presStyleCnt="3">
        <dgm:presLayoutVars>
          <dgm:chPref val="3"/>
        </dgm:presLayoutVars>
      </dgm:prSet>
      <dgm:spPr/>
    </dgm:pt>
    <dgm:pt modelId="{87AE836E-DFDE-4919-88E0-05AFACF99A99}" type="pres">
      <dgm:prSet presAssocID="{7B1A564A-E9CE-42E8-A8C1-0170620944F1}" presName="hierChild2" presStyleCnt="0"/>
      <dgm:spPr/>
    </dgm:pt>
    <dgm:pt modelId="{1BFA3B08-8CB0-4522-87D8-828B9CA99B01}" type="pres">
      <dgm:prSet presAssocID="{4936E51E-331B-4E2F-B360-8CC06EDB8AF0}" presName="hierRoot1" presStyleCnt="0"/>
      <dgm:spPr/>
    </dgm:pt>
    <dgm:pt modelId="{1D46C414-954E-4E98-8569-1107B6EE5A5D}" type="pres">
      <dgm:prSet presAssocID="{4936E51E-331B-4E2F-B360-8CC06EDB8AF0}" presName="composite" presStyleCnt="0"/>
      <dgm:spPr/>
    </dgm:pt>
    <dgm:pt modelId="{235527EA-F087-4F3C-B788-6ECA81224728}" type="pres">
      <dgm:prSet presAssocID="{4936E51E-331B-4E2F-B360-8CC06EDB8AF0}" presName="background" presStyleLbl="node0" presStyleIdx="2" presStyleCnt="3"/>
      <dgm:spPr/>
    </dgm:pt>
    <dgm:pt modelId="{D3D9CD16-21A4-4599-95F8-CE5B4990F728}" type="pres">
      <dgm:prSet presAssocID="{4936E51E-331B-4E2F-B360-8CC06EDB8AF0}" presName="text" presStyleLbl="fgAcc0" presStyleIdx="2" presStyleCnt="3">
        <dgm:presLayoutVars>
          <dgm:chPref val="3"/>
        </dgm:presLayoutVars>
      </dgm:prSet>
      <dgm:spPr/>
    </dgm:pt>
    <dgm:pt modelId="{C3B17F58-D3E6-45E8-B5BC-00CCC3C6D4F0}" type="pres">
      <dgm:prSet presAssocID="{4936E51E-331B-4E2F-B360-8CC06EDB8AF0}" presName="hierChild2" presStyleCnt="0"/>
      <dgm:spPr/>
    </dgm:pt>
  </dgm:ptLst>
  <dgm:cxnLst>
    <dgm:cxn modelId="{12B7B321-068C-47AC-8C5A-49B87C63DAEF}" type="presOf" srcId="{D8341F6A-28BA-426A-808A-C547A7AC6F9A}" destId="{F3DF19C5-8A0D-4A3B-80DA-2C809692EF9F}" srcOrd="0" destOrd="0" presId="urn:microsoft.com/office/officeart/2005/8/layout/hierarchy1"/>
    <dgm:cxn modelId="{343F5B5F-DE3D-44B5-8850-5CCBD29CDC6E}" srcId="{1C701104-D7F3-443C-BA1B-5D309F22B062}" destId="{D8341F6A-28BA-426A-808A-C547A7AC6F9A}" srcOrd="0" destOrd="0" parTransId="{E66732F8-78CD-4A8B-9F4A-25300B824DEB}" sibTransId="{5ADF051E-D3FB-4D4B-90C6-065FBC21E104}"/>
    <dgm:cxn modelId="{55665A42-D6C0-418C-BAB8-1DB7006DB919}" srcId="{1C701104-D7F3-443C-BA1B-5D309F22B062}" destId="{7B1A564A-E9CE-42E8-A8C1-0170620944F1}" srcOrd="1" destOrd="0" parTransId="{DFA1E961-A558-4F76-99A0-3F5C6307DAE5}" sibTransId="{1744F9A2-9BA1-4B5E-81C8-CC423C4FB12B}"/>
    <dgm:cxn modelId="{53842845-2A7C-4320-88F8-1A0049282333}" type="presOf" srcId="{1C701104-D7F3-443C-BA1B-5D309F22B062}" destId="{986ED3A6-1080-4AEA-B44F-7F41038A1C98}" srcOrd="0" destOrd="0" presId="urn:microsoft.com/office/officeart/2005/8/layout/hierarchy1"/>
    <dgm:cxn modelId="{46DBD067-0951-4845-8248-8ACDAB2F5F1E}" type="presOf" srcId="{7B1A564A-E9CE-42E8-A8C1-0170620944F1}" destId="{72AFC730-F31B-416F-9913-2F76795C62D4}" srcOrd="0" destOrd="0" presId="urn:microsoft.com/office/officeart/2005/8/layout/hierarchy1"/>
    <dgm:cxn modelId="{87403492-4DE4-4EBB-8126-0970FE1F682B}" type="presOf" srcId="{4936E51E-331B-4E2F-B360-8CC06EDB8AF0}" destId="{D3D9CD16-21A4-4599-95F8-CE5B4990F728}" srcOrd="0" destOrd="0" presId="urn:microsoft.com/office/officeart/2005/8/layout/hierarchy1"/>
    <dgm:cxn modelId="{C31CD2E2-0758-4382-B80E-FA7DF9F18A60}" srcId="{1C701104-D7F3-443C-BA1B-5D309F22B062}" destId="{4936E51E-331B-4E2F-B360-8CC06EDB8AF0}" srcOrd="2" destOrd="0" parTransId="{671083D3-166E-469C-8D0B-9A751C71067D}" sibTransId="{9B7DFFE3-E62F-4938-BB1B-F8E8AAC4583B}"/>
    <dgm:cxn modelId="{8D2DC0D4-A689-4F3D-9AC2-891073C434F8}" type="presParOf" srcId="{986ED3A6-1080-4AEA-B44F-7F41038A1C98}" destId="{0ACA98EE-4182-48F6-9C7B-F69763874970}" srcOrd="0" destOrd="0" presId="urn:microsoft.com/office/officeart/2005/8/layout/hierarchy1"/>
    <dgm:cxn modelId="{8E9F0A7B-48A5-40E1-A25D-6F0644B166B4}" type="presParOf" srcId="{0ACA98EE-4182-48F6-9C7B-F69763874970}" destId="{69A0053F-47B6-4C21-910A-32D18829A740}" srcOrd="0" destOrd="0" presId="urn:microsoft.com/office/officeart/2005/8/layout/hierarchy1"/>
    <dgm:cxn modelId="{639A691E-1B8A-41FF-BA7B-5DA674EF52A7}" type="presParOf" srcId="{69A0053F-47B6-4C21-910A-32D18829A740}" destId="{938F7CED-1EC3-4BF9-9B01-89DBF5FED762}" srcOrd="0" destOrd="0" presId="urn:microsoft.com/office/officeart/2005/8/layout/hierarchy1"/>
    <dgm:cxn modelId="{1BB6DA8D-1C8B-474A-80FF-B85E224BC74E}" type="presParOf" srcId="{69A0053F-47B6-4C21-910A-32D18829A740}" destId="{F3DF19C5-8A0D-4A3B-80DA-2C809692EF9F}" srcOrd="1" destOrd="0" presId="urn:microsoft.com/office/officeart/2005/8/layout/hierarchy1"/>
    <dgm:cxn modelId="{E3F6FFC7-760A-4173-98CB-F3E7888AD2A4}" type="presParOf" srcId="{0ACA98EE-4182-48F6-9C7B-F69763874970}" destId="{742738D7-534A-48BF-BFBB-1FC8AA33381A}" srcOrd="1" destOrd="0" presId="urn:microsoft.com/office/officeart/2005/8/layout/hierarchy1"/>
    <dgm:cxn modelId="{B0169B90-20CB-42F7-AC59-7819EEEA7BC6}" type="presParOf" srcId="{986ED3A6-1080-4AEA-B44F-7F41038A1C98}" destId="{0EDF6918-7099-4F46-9046-4993EE8C66C0}" srcOrd="1" destOrd="0" presId="urn:microsoft.com/office/officeart/2005/8/layout/hierarchy1"/>
    <dgm:cxn modelId="{12A4489C-150A-4F62-BF23-65C159814D82}" type="presParOf" srcId="{0EDF6918-7099-4F46-9046-4993EE8C66C0}" destId="{A981BC1C-6A72-46F1-BFC1-170BBBAB4664}" srcOrd="0" destOrd="0" presId="urn:microsoft.com/office/officeart/2005/8/layout/hierarchy1"/>
    <dgm:cxn modelId="{0046CD66-9348-4CFF-9AE1-77DBA92C3C31}" type="presParOf" srcId="{A981BC1C-6A72-46F1-BFC1-170BBBAB4664}" destId="{03073B24-4AEF-4D3D-8D09-55DCF546A182}" srcOrd="0" destOrd="0" presId="urn:microsoft.com/office/officeart/2005/8/layout/hierarchy1"/>
    <dgm:cxn modelId="{81084B8C-98ED-44F9-8517-C7C88890D85C}" type="presParOf" srcId="{A981BC1C-6A72-46F1-BFC1-170BBBAB4664}" destId="{72AFC730-F31B-416F-9913-2F76795C62D4}" srcOrd="1" destOrd="0" presId="urn:microsoft.com/office/officeart/2005/8/layout/hierarchy1"/>
    <dgm:cxn modelId="{6D65C063-BB14-4157-BB8B-81F633FF39F7}" type="presParOf" srcId="{0EDF6918-7099-4F46-9046-4993EE8C66C0}" destId="{87AE836E-DFDE-4919-88E0-05AFACF99A99}" srcOrd="1" destOrd="0" presId="urn:microsoft.com/office/officeart/2005/8/layout/hierarchy1"/>
    <dgm:cxn modelId="{FCD39EC0-CABB-44EA-9415-BB5B8B54049B}" type="presParOf" srcId="{986ED3A6-1080-4AEA-B44F-7F41038A1C98}" destId="{1BFA3B08-8CB0-4522-87D8-828B9CA99B01}" srcOrd="2" destOrd="0" presId="urn:microsoft.com/office/officeart/2005/8/layout/hierarchy1"/>
    <dgm:cxn modelId="{027EF563-4880-4793-8DDA-C3A33C78086B}" type="presParOf" srcId="{1BFA3B08-8CB0-4522-87D8-828B9CA99B01}" destId="{1D46C414-954E-4E98-8569-1107B6EE5A5D}" srcOrd="0" destOrd="0" presId="urn:microsoft.com/office/officeart/2005/8/layout/hierarchy1"/>
    <dgm:cxn modelId="{E888EEBC-E135-449D-9505-9093D33ADED4}" type="presParOf" srcId="{1D46C414-954E-4E98-8569-1107B6EE5A5D}" destId="{235527EA-F087-4F3C-B788-6ECA81224728}" srcOrd="0" destOrd="0" presId="urn:microsoft.com/office/officeart/2005/8/layout/hierarchy1"/>
    <dgm:cxn modelId="{5114200A-75E2-46D6-8C90-A94CD40F773C}" type="presParOf" srcId="{1D46C414-954E-4E98-8569-1107B6EE5A5D}" destId="{D3D9CD16-21A4-4599-95F8-CE5B4990F728}" srcOrd="1" destOrd="0" presId="urn:microsoft.com/office/officeart/2005/8/layout/hierarchy1"/>
    <dgm:cxn modelId="{59A787FE-40A6-4994-B685-FE971856364C}" type="presParOf" srcId="{1BFA3B08-8CB0-4522-87D8-828B9CA99B01}" destId="{C3B17F58-D3E6-45E8-B5BC-00CCC3C6D4F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1AA48BDC-7C94-4CE9-A8A9-A7299378E54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E7319B6-7B0C-46C8-8146-6EFDA431E806}">
      <dgm:prSet/>
      <dgm:spPr/>
      <dgm:t>
        <a:bodyPr/>
        <a:lstStyle/>
        <a:p>
          <a:r>
            <a:rPr lang="es-AR"/>
            <a:t>Volumen</a:t>
          </a:r>
          <a:endParaRPr lang="en-US"/>
        </a:p>
      </dgm:t>
    </dgm:pt>
    <dgm:pt modelId="{5AD4A62C-3881-4058-86BF-AC34A62DB00B}" type="parTrans" cxnId="{EB46E981-D9E1-46A3-B1BD-81F201EABB32}">
      <dgm:prSet/>
      <dgm:spPr/>
      <dgm:t>
        <a:bodyPr/>
        <a:lstStyle/>
        <a:p>
          <a:endParaRPr lang="en-US"/>
        </a:p>
      </dgm:t>
    </dgm:pt>
    <dgm:pt modelId="{D534711E-0808-46E9-9AEB-AB5555B185BB}" type="sibTrans" cxnId="{EB46E981-D9E1-46A3-B1BD-81F201EABB32}">
      <dgm:prSet/>
      <dgm:spPr/>
      <dgm:t>
        <a:bodyPr/>
        <a:lstStyle/>
        <a:p>
          <a:endParaRPr lang="en-US"/>
        </a:p>
      </dgm:t>
    </dgm:pt>
    <dgm:pt modelId="{2C05D925-BF4E-4DF6-A6CF-AAB2C5B8A538}">
      <dgm:prSet/>
      <dgm:spPr/>
      <dgm:t>
        <a:bodyPr/>
        <a:lstStyle/>
        <a:p>
          <a:r>
            <a:rPr lang="es-AR"/>
            <a:t>Velocidad</a:t>
          </a:r>
          <a:endParaRPr lang="en-US"/>
        </a:p>
      </dgm:t>
    </dgm:pt>
    <dgm:pt modelId="{FE48500D-E46D-4EAC-84A0-511084DE38A5}" type="parTrans" cxnId="{27E6BCA9-E36A-4D0D-B7F6-B36399E1F7CE}">
      <dgm:prSet/>
      <dgm:spPr/>
      <dgm:t>
        <a:bodyPr/>
        <a:lstStyle/>
        <a:p>
          <a:endParaRPr lang="en-US"/>
        </a:p>
      </dgm:t>
    </dgm:pt>
    <dgm:pt modelId="{BDAE89E4-054A-4A31-8D71-18E5D45A1FB8}" type="sibTrans" cxnId="{27E6BCA9-E36A-4D0D-B7F6-B36399E1F7CE}">
      <dgm:prSet/>
      <dgm:spPr/>
      <dgm:t>
        <a:bodyPr/>
        <a:lstStyle/>
        <a:p>
          <a:endParaRPr lang="en-US"/>
        </a:p>
      </dgm:t>
    </dgm:pt>
    <dgm:pt modelId="{938CE227-4336-45C7-9A42-9E7BF0D9952C}">
      <dgm:prSet/>
      <dgm:spPr/>
      <dgm:t>
        <a:bodyPr/>
        <a:lstStyle/>
        <a:p>
          <a:r>
            <a:rPr lang="es-AR"/>
            <a:t>Variedad</a:t>
          </a:r>
          <a:endParaRPr lang="en-US"/>
        </a:p>
      </dgm:t>
    </dgm:pt>
    <dgm:pt modelId="{305F96E3-3562-4595-B7FD-1397E314E680}" type="parTrans" cxnId="{CB51B870-9B90-4019-B04F-300681038A81}">
      <dgm:prSet/>
      <dgm:spPr/>
      <dgm:t>
        <a:bodyPr/>
        <a:lstStyle/>
        <a:p>
          <a:endParaRPr lang="en-US"/>
        </a:p>
      </dgm:t>
    </dgm:pt>
    <dgm:pt modelId="{670FF430-47E7-4EF4-A752-CAF54CA7DBD0}" type="sibTrans" cxnId="{CB51B870-9B90-4019-B04F-300681038A81}">
      <dgm:prSet/>
      <dgm:spPr/>
      <dgm:t>
        <a:bodyPr/>
        <a:lstStyle/>
        <a:p>
          <a:endParaRPr lang="en-US"/>
        </a:p>
      </dgm:t>
    </dgm:pt>
    <dgm:pt modelId="{B43E2435-9E22-4C09-8CBE-9FED6BEBC186}">
      <dgm:prSet/>
      <dgm:spPr/>
      <dgm:t>
        <a:bodyPr/>
        <a:lstStyle/>
        <a:p>
          <a:r>
            <a:rPr lang="es-AR"/>
            <a:t>Veracidad</a:t>
          </a:r>
          <a:endParaRPr lang="en-US"/>
        </a:p>
      </dgm:t>
    </dgm:pt>
    <dgm:pt modelId="{B9A37EEF-7B1E-4E5A-A62E-5193A13E0948}" type="parTrans" cxnId="{398943DF-B0D6-4E87-8933-E6C8C20EAC92}">
      <dgm:prSet/>
      <dgm:spPr/>
      <dgm:t>
        <a:bodyPr/>
        <a:lstStyle/>
        <a:p>
          <a:endParaRPr lang="en-US"/>
        </a:p>
      </dgm:t>
    </dgm:pt>
    <dgm:pt modelId="{9A992615-509E-4791-BC42-EB46A0C2B2C3}" type="sibTrans" cxnId="{398943DF-B0D6-4E87-8933-E6C8C20EAC92}">
      <dgm:prSet/>
      <dgm:spPr/>
      <dgm:t>
        <a:bodyPr/>
        <a:lstStyle/>
        <a:p>
          <a:endParaRPr lang="en-US"/>
        </a:p>
      </dgm:t>
    </dgm:pt>
    <dgm:pt modelId="{AE96F19C-9B05-4459-A4A4-9E15D296344E}">
      <dgm:prSet/>
      <dgm:spPr/>
      <dgm:t>
        <a:bodyPr/>
        <a:lstStyle/>
        <a:p>
          <a:r>
            <a:rPr lang="es-AR"/>
            <a:t>Valor</a:t>
          </a:r>
          <a:endParaRPr lang="en-US"/>
        </a:p>
      </dgm:t>
    </dgm:pt>
    <dgm:pt modelId="{D36BAADD-4C72-4AE9-A9CA-1828D82AEF1D}" type="parTrans" cxnId="{5DAC5E06-9BC8-4C92-A2E2-7313F8B6B20B}">
      <dgm:prSet/>
      <dgm:spPr/>
      <dgm:t>
        <a:bodyPr/>
        <a:lstStyle/>
        <a:p>
          <a:endParaRPr lang="en-US"/>
        </a:p>
      </dgm:t>
    </dgm:pt>
    <dgm:pt modelId="{247B1964-4D06-4D5C-802B-CAF7671AB2D7}" type="sibTrans" cxnId="{5DAC5E06-9BC8-4C92-A2E2-7313F8B6B20B}">
      <dgm:prSet/>
      <dgm:spPr/>
      <dgm:t>
        <a:bodyPr/>
        <a:lstStyle/>
        <a:p>
          <a:endParaRPr lang="en-US"/>
        </a:p>
      </dgm:t>
    </dgm:pt>
    <dgm:pt modelId="{6A37D885-8C81-43E6-BEF8-B908D7606336}" type="pres">
      <dgm:prSet presAssocID="{1AA48BDC-7C94-4CE9-A8A9-A7299378E546}" presName="root" presStyleCnt="0">
        <dgm:presLayoutVars>
          <dgm:dir/>
          <dgm:resizeHandles val="exact"/>
        </dgm:presLayoutVars>
      </dgm:prSet>
      <dgm:spPr/>
    </dgm:pt>
    <dgm:pt modelId="{5B8214CC-4F19-489C-807D-1A6280C7904E}" type="pres">
      <dgm:prSet presAssocID="{3E7319B6-7B0C-46C8-8146-6EFDA431E806}" presName="compNode" presStyleCnt="0"/>
      <dgm:spPr/>
    </dgm:pt>
    <dgm:pt modelId="{D0EBE63B-285D-4DE0-9266-E3660BF0132D}" type="pres">
      <dgm:prSet presAssocID="{3E7319B6-7B0C-46C8-8146-6EFDA431E806}" presName="bgRect" presStyleLbl="bgShp" presStyleIdx="0" presStyleCnt="5"/>
      <dgm:spPr/>
    </dgm:pt>
    <dgm:pt modelId="{4B7F0E39-2F3E-4D12-90CE-9C8E630BF0B4}" type="pres">
      <dgm:prSet presAssocID="{3E7319B6-7B0C-46C8-8146-6EFDA431E80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Volumen"/>
        </a:ext>
      </dgm:extLst>
    </dgm:pt>
    <dgm:pt modelId="{E3B30F58-C69D-42FE-813B-8D38767C1D7C}" type="pres">
      <dgm:prSet presAssocID="{3E7319B6-7B0C-46C8-8146-6EFDA431E806}" presName="spaceRect" presStyleCnt="0"/>
      <dgm:spPr/>
    </dgm:pt>
    <dgm:pt modelId="{5DE85AC8-82FA-482E-AE25-6CE4178F02B5}" type="pres">
      <dgm:prSet presAssocID="{3E7319B6-7B0C-46C8-8146-6EFDA431E806}" presName="parTx" presStyleLbl="revTx" presStyleIdx="0" presStyleCnt="5">
        <dgm:presLayoutVars>
          <dgm:chMax val="0"/>
          <dgm:chPref val="0"/>
        </dgm:presLayoutVars>
      </dgm:prSet>
      <dgm:spPr/>
    </dgm:pt>
    <dgm:pt modelId="{74762471-4752-46C2-8812-5D5C7C4C4558}" type="pres">
      <dgm:prSet presAssocID="{D534711E-0808-46E9-9AEB-AB5555B185BB}" presName="sibTrans" presStyleCnt="0"/>
      <dgm:spPr/>
    </dgm:pt>
    <dgm:pt modelId="{8F8F3F62-F66E-4509-A5AA-1DADB1223F88}" type="pres">
      <dgm:prSet presAssocID="{2C05D925-BF4E-4DF6-A6CF-AAB2C5B8A538}" presName="compNode" presStyleCnt="0"/>
      <dgm:spPr/>
    </dgm:pt>
    <dgm:pt modelId="{4FC2723D-38BE-48C0-893E-C12BF39B20EE}" type="pres">
      <dgm:prSet presAssocID="{2C05D925-BF4E-4DF6-A6CF-AAB2C5B8A538}" presName="bgRect" presStyleLbl="bgShp" presStyleIdx="1" presStyleCnt="5"/>
      <dgm:spPr/>
    </dgm:pt>
    <dgm:pt modelId="{CB35AC22-5E26-4A1A-8550-877CCAE35238}" type="pres">
      <dgm:prSet presAssocID="{2C05D925-BF4E-4DF6-A6CF-AAB2C5B8A53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ndicador"/>
        </a:ext>
      </dgm:extLst>
    </dgm:pt>
    <dgm:pt modelId="{9CF0662B-F39D-4960-9214-AF8FE3BA9E4C}" type="pres">
      <dgm:prSet presAssocID="{2C05D925-BF4E-4DF6-A6CF-AAB2C5B8A538}" presName="spaceRect" presStyleCnt="0"/>
      <dgm:spPr/>
    </dgm:pt>
    <dgm:pt modelId="{8599F448-01A6-4F04-9B51-7FB2474A2742}" type="pres">
      <dgm:prSet presAssocID="{2C05D925-BF4E-4DF6-A6CF-AAB2C5B8A538}" presName="parTx" presStyleLbl="revTx" presStyleIdx="1" presStyleCnt="5">
        <dgm:presLayoutVars>
          <dgm:chMax val="0"/>
          <dgm:chPref val="0"/>
        </dgm:presLayoutVars>
      </dgm:prSet>
      <dgm:spPr/>
    </dgm:pt>
    <dgm:pt modelId="{5B93A51E-0E88-4A6E-A507-C00678BDF078}" type="pres">
      <dgm:prSet presAssocID="{BDAE89E4-054A-4A31-8D71-18E5D45A1FB8}" presName="sibTrans" presStyleCnt="0"/>
      <dgm:spPr/>
    </dgm:pt>
    <dgm:pt modelId="{A620A235-766A-4040-8B74-BAFD04237C65}" type="pres">
      <dgm:prSet presAssocID="{938CE227-4336-45C7-9A42-9E7BF0D9952C}" presName="compNode" presStyleCnt="0"/>
      <dgm:spPr/>
    </dgm:pt>
    <dgm:pt modelId="{B76A76A8-F953-49AA-B784-C13B75F64CF4}" type="pres">
      <dgm:prSet presAssocID="{938CE227-4336-45C7-9A42-9E7BF0D9952C}" presName="bgRect" presStyleLbl="bgShp" presStyleIdx="2" presStyleCnt="5"/>
      <dgm:spPr/>
    </dgm:pt>
    <dgm:pt modelId="{D24C6885-AEE8-4863-BA25-DF101782BEBB}" type="pres">
      <dgm:prSet presAssocID="{938CE227-4336-45C7-9A42-9E7BF0D9952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o"/>
        </a:ext>
      </dgm:extLst>
    </dgm:pt>
    <dgm:pt modelId="{DC2ADF7A-CD11-4F90-9260-B1E707FB8EEC}" type="pres">
      <dgm:prSet presAssocID="{938CE227-4336-45C7-9A42-9E7BF0D9952C}" presName="spaceRect" presStyleCnt="0"/>
      <dgm:spPr/>
    </dgm:pt>
    <dgm:pt modelId="{CA464ABA-1AC9-4C1B-8888-3F4002B10F23}" type="pres">
      <dgm:prSet presAssocID="{938CE227-4336-45C7-9A42-9E7BF0D9952C}" presName="parTx" presStyleLbl="revTx" presStyleIdx="2" presStyleCnt="5">
        <dgm:presLayoutVars>
          <dgm:chMax val="0"/>
          <dgm:chPref val="0"/>
        </dgm:presLayoutVars>
      </dgm:prSet>
      <dgm:spPr/>
    </dgm:pt>
    <dgm:pt modelId="{DBF06CB0-BB9E-45A5-BE01-BBA27C752BEF}" type="pres">
      <dgm:prSet presAssocID="{670FF430-47E7-4EF4-A752-CAF54CA7DBD0}" presName="sibTrans" presStyleCnt="0"/>
      <dgm:spPr/>
    </dgm:pt>
    <dgm:pt modelId="{33453F53-61F4-476D-829E-BF47BD5A80C1}" type="pres">
      <dgm:prSet presAssocID="{B43E2435-9E22-4C09-8CBE-9FED6BEBC186}" presName="compNode" presStyleCnt="0"/>
      <dgm:spPr/>
    </dgm:pt>
    <dgm:pt modelId="{ACD545E1-CC26-44F4-BAE1-26C72D5D6040}" type="pres">
      <dgm:prSet presAssocID="{B43E2435-9E22-4C09-8CBE-9FED6BEBC186}" presName="bgRect" presStyleLbl="bgShp" presStyleIdx="3" presStyleCnt="5"/>
      <dgm:spPr/>
    </dgm:pt>
    <dgm:pt modelId="{0EAEBA09-9410-4A71-8FEA-976826C56D61}" type="pres">
      <dgm:prSet presAssocID="{B43E2435-9E22-4C09-8CBE-9FED6BEBC18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BF28E313-E785-41F6-BA63-5E44A8BDCE93}" type="pres">
      <dgm:prSet presAssocID="{B43E2435-9E22-4C09-8CBE-9FED6BEBC186}" presName="spaceRect" presStyleCnt="0"/>
      <dgm:spPr/>
    </dgm:pt>
    <dgm:pt modelId="{A1A43E9C-714E-4175-A21E-ED17C8E95771}" type="pres">
      <dgm:prSet presAssocID="{B43E2435-9E22-4C09-8CBE-9FED6BEBC186}" presName="parTx" presStyleLbl="revTx" presStyleIdx="3" presStyleCnt="5">
        <dgm:presLayoutVars>
          <dgm:chMax val="0"/>
          <dgm:chPref val="0"/>
        </dgm:presLayoutVars>
      </dgm:prSet>
      <dgm:spPr/>
    </dgm:pt>
    <dgm:pt modelId="{94EA9B7D-8031-4783-96A0-75EDFF5ABE75}" type="pres">
      <dgm:prSet presAssocID="{9A992615-509E-4791-BC42-EB46A0C2B2C3}" presName="sibTrans" presStyleCnt="0"/>
      <dgm:spPr/>
    </dgm:pt>
    <dgm:pt modelId="{5F1A6B63-279E-428B-B661-9ACA2A4384C5}" type="pres">
      <dgm:prSet presAssocID="{AE96F19C-9B05-4459-A4A4-9E15D296344E}" presName="compNode" presStyleCnt="0"/>
      <dgm:spPr/>
    </dgm:pt>
    <dgm:pt modelId="{ED499337-5F34-4AFC-B5C0-75D6DA61E6B2}" type="pres">
      <dgm:prSet presAssocID="{AE96F19C-9B05-4459-A4A4-9E15D296344E}" presName="bgRect" presStyleLbl="bgShp" presStyleIdx="4" presStyleCnt="5"/>
      <dgm:spPr/>
    </dgm:pt>
    <dgm:pt modelId="{4CCF5CEC-92EC-47D9-89C2-B92A36368909}" type="pres">
      <dgm:prSet presAssocID="{AE96F19C-9B05-4459-A4A4-9E15D296344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inta"/>
        </a:ext>
      </dgm:extLst>
    </dgm:pt>
    <dgm:pt modelId="{EDA7F0DC-AF61-4162-BDEF-A17DE463134F}" type="pres">
      <dgm:prSet presAssocID="{AE96F19C-9B05-4459-A4A4-9E15D296344E}" presName="spaceRect" presStyleCnt="0"/>
      <dgm:spPr/>
    </dgm:pt>
    <dgm:pt modelId="{9E161C8D-C342-44AD-A93A-F2BF0D625DF6}" type="pres">
      <dgm:prSet presAssocID="{AE96F19C-9B05-4459-A4A4-9E15D296344E}" presName="parTx" presStyleLbl="revTx" presStyleIdx="4" presStyleCnt="5">
        <dgm:presLayoutVars>
          <dgm:chMax val="0"/>
          <dgm:chPref val="0"/>
        </dgm:presLayoutVars>
      </dgm:prSet>
      <dgm:spPr/>
    </dgm:pt>
  </dgm:ptLst>
  <dgm:cxnLst>
    <dgm:cxn modelId="{5DAC5E06-9BC8-4C92-A2E2-7313F8B6B20B}" srcId="{1AA48BDC-7C94-4CE9-A8A9-A7299378E546}" destId="{AE96F19C-9B05-4459-A4A4-9E15D296344E}" srcOrd="4" destOrd="0" parTransId="{D36BAADD-4C72-4AE9-A9CA-1828D82AEF1D}" sibTransId="{247B1964-4D06-4D5C-802B-CAF7671AB2D7}"/>
    <dgm:cxn modelId="{4852593F-464E-4BA1-8C92-9479CEB01D56}" type="presOf" srcId="{B43E2435-9E22-4C09-8CBE-9FED6BEBC186}" destId="{A1A43E9C-714E-4175-A21E-ED17C8E95771}" srcOrd="0" destOrd="0" presId="urn:microsoft.com/office/officeart/2018/2/layout/IconVerticalSolidList"/>
    <dgm:cxn modelId="{CB51B870-9B90-4019-B04F-300681038A81}" srcId="{1AA48BDC-7C94-4CE9-A8A9-A7299378E546}" destId="{938CE227-4336-45C7-9A42-9E7BF0D9952C}" srcOrd="2" destOrd="0" parTransId="{305F96E3-3562-4595-B7FD-1397E314E680}" sibTransId="{670FF430-47E7-4EF4-A752-CAF54CA7DBD0}"/>
    <dgm:cxn modelId="{0100C977-8581-4D03-B689-FBDBE14C85F3}" type="presOf" srcId="{3E7319B6-7B0C-46C8-8146-6EFDA431E806}" destId="{5DE85AC8-82FA-482E-AE25-6CE4178F02B5}" srcOrd="0" destOrd="0" presId="urn:microsoft.com/office/officeart/2018/2/layout/IconVerticalSolidList"/>
    <dgm:cxn modelId="{EB46E981-D9E1-46A3-B1BD-81F201EABB32}" srcId="{1AA48BDC-7C94-4CE9-A8A9-A7299378E546}" destId="{3E7319B6-7B0C-46C8-8146-6EFDA431E806}" srcOrd="0" destOrd="0" parTransId="{5AD4A62C-3881-4058-86BF-AC34A62DB00B}" sibTransId="{D534711E-0808-46E9-9AEB-AB5555B185BB}"/>
    <dgm:cxn modelId="{D6654985-8110-4A70-B5DC-03C8537FCFB6}" type="presOf" srcId="{2C05D925-BF4E-4DF6-A6CF-AAB2C5B8A538}" destId="{8599F448-01A6-4F04-9B51-7FB2474A2742}" srcOrd="0" destOrd="0" presId="urn:microsoft.com/office/officeart/2018/2/layout/IconVerticalSolidList"/>
    <dgm:cxn modelId="{8E0E5292-4D2C-4D7E-A5D8-3DDF998BB27E}" type="presOf" srcId="{1AA48BDC-7C94-4CE9-A8A9-A7299378E546}" destId="{6A37D885-8C81-43E6-BEF8-B908D7606336}" srcOrd="0" destOrd="0" presId="urn:microsoft.com/office/officeart/2018/2/layout/IconVerticalSolidList"/>
    <dgm:cxn modelId="{27E6BCA9-E36A-4D0D-B7F6-B36399E1F7CE}" srcId="{1AA48BDC-7C94-4CE9-A8A9-A7299378E546}" destId="{2C05D925-BF4E-4DF6-A6CF-AAB2C5B8A538}" srcOrd="1" destOrd="0" parTransId="{FE48500D-E46D-4EAC-84A0-511084DE38A5}" sibTransId="{BDAE89E4-054A-4A31-8D71-18E5D45A1FB8}"/>
    <dgm:cxn modelId="{BE4A71BC-3E6C-4857-8FED-5AFAB266CC77}" type="presOf" srcId="{AE96F19C-9B05-4459-A4A4-9E15D296344E}" destId="{9E161C8D-C342-44AD-A93A-F2BF0D625DF6}" srcOrd="0" destOrd="0" presId="urn:microsoft.com/office/officeart/2018/2/layout/IconVerticalSolidList"/>
    <dgm:cxn modelId="{74E2B7C9-D50B-4CA3-82EC-E22DB20E5DE8}" type="presOf" srcId="{938CE227-4336-45C7-9A42-9E7BF0D9952C}" destId="{CA464ABA-1AC9-4C1B-8888-3F4002B10F23}" srcOrd="0" destOrd="0" presId="urn:microsoft.com/office/officeart/2018/2/layout/IconVerticalSolidList"/>
    <dgm:cxn modelId="{398943DF-B0D6-4E87-8933-E6C8C20EAC92}" srcId="{1AA48BDC-7C94-4CE9-A8A9-A7299378E546}" destId="{B43E2435-9E22-4C09-8CBE-9FED6BEBC186}" srcOrd="3" destOrd="0" parTransId="{B9A37EEF-7B1E-4E5A-A62E-5193A13E0948}" sibTransId="{9A992615-509E-4791-BC42-EB46A0C2B2C3}"/>
    <dgm:cxn modelId="{649301B1-4554-4F14-B8F6-805AD3877DE5}" type="presParOf" srcId="{6A37D885-8C81-43E6-BEF8-B908D7606336}" destId="{5B8214CC-4F19-489C-807D-1A6280C7904E}" srcOrd="0" destOrd="0" presId="urn:microsoft.com/office/officeart/2018/2/layout/IconVerticalSolidList"/>
    <dgm:cxn modelId="{B9D32A65-172F-4742-8AF2-A8A2C911C1A5}" type="presParOf" srcId="{5B8214CC-4F19-489C-807D-1A6280C7904E}" destId="{D0EBE63B-285D-4DE0-9266-E3660BF0132D}" srcOrd="0" destOrd="0" presId="urn:microsoft.com/office/officeart/2018/2/layout/IconVerticalSolidList"/>
    <dgm:cxn modelId="{E94D0BFB-E486-4E45-9A8A-2B0740245420}" type="presParOf" srcId="{5B8214CC-4F19-489C-807D-1A6280C7904E}" destId="{4B7F0E39-2F3E-4D12-90CE-9C8E630BF0B4}" srcOrd="1" destOrd="0" presId="urn:microsoft.com/office/officeart/2018/2/layout/IconVerticalSolidList"/>
    <dgm:cxn modelId="{1618C03B-16A5-4113-A3DF-5D7E74421A6E}" type="presParOf" srcId="{5B8214CC-4F19-489C-807D-1A6280C7904E}" destId="{E3B30F58-C69D-42FE-813B-8D38767C1D7C}" srcOrd="2" destOrd="0" presId="urn:microsoft.com/office/officeart/2018/2/layout/IconVerticalSolidList"/>
    <dgm:cxn modelId="{E1B4EAF6-262A-4FAC-87F9-C95567132D7A}" type="presParOf" srcId="{5B8214CC-4F19-489C-807D-1A6280C7904E}" destId="{5DE85AC8-82FA-482E-AE25-6CE4178F02B5}" srcOrd="3" destOrd="0" presId="urn:microsoft.com/office/officeart/2018/2/layout/IconVerticalSolidList"/>
    <dgm:cxn modelId="{9C11C5B7-D1F6-4049-B9C5-CD9E16A1C9A5}" type="presParOf" srcId="{6A37D885-8C81-43E6-BEF8-B908D7606336}" destId="{74762471-4752-46C2-8812-5D5C7C4C4558}" srcOrd="1" destOrd="0" presId="urn:microsoft.com/office/officeart/2018/2/layout/IconVerticalSolidList"/>
    <dgm:cxn modelId="{C1ADF6E8-5CA4-4A28-808B-08F96233880F}" type="presParOf" srcId="{6A37D885-8C81-43E6-BEF8-B908D7606336}" destId="{8F8F3F62-F66E-4509-A5AA-1DADB1223F88}" srcOrd="2" destOrd="0" presId="urn:microsoft.com/office/officeart/2018/2/layout/IconVerticalSolidList"/>
    <dgm:cxn modelId="{AF97B416-7512-47AA-955D-3585CA0D5E19}" type="presParOf" srcId="{8F8F3F62-F66E-4509-A5AA-1DADB1223F88}" destId="{4FC2723D-38BE-48C0-893E-C12BF39B20EE}" srcOrd="0" destOrd="0" presId="urn:microsoft.com/office/officeart/2018/2/layout/IconVerticalSolidList"/>
    <dgm:cxn modelId="{911AD363-1819-4A3F-9250-AB33BD956903}" type="presParOf" srcId="{8F8F3F62-F66E-4509-A5AA-1DADB1223F88}" destId="{CB35AC22-5E26-4A1A-8550-877CCAE35238}" srcOrd="1" destOrd="0" presId="urn:microsoft.com/office/officeart/2018/2/layout/IconVerticalSolidList"/>
    <dgm:cxn modelId="{A19C083C-C890-4990-888A-DD83D6937C8D}" type="presParOf" srcId="{8F8F3F62-F66E-4509-A5AA-1DADB1223F88}" destId="{9CF0662B-F39D-4960-9214-AF8FE3BA9E4C}" srcOrd="2" destOrd="0" presId="urn:microsoft.com/office/officeart/2018/2/layout/IconVerticalSolidList"/>
    <dgm:cxn modelId="{98DFA04C-F249-413F-B3D3-6E8ABE4FFC97}" type="presParOf" srcId="{8F8F3F62-F66E-4509-A5AA-1DADB1223F88}" destId="{8599F448-01A6-4F04-9B51-7FB2474A2742}" srcOrd="3" destOrd="0" presId="urn:microsoft.com/office/officeart/2018/2/layout/IconVerticalSolidList"/>
    <dgm:cxn modelId="{CCDEBC60-8748-4A98-9A82-7AC153EF9540}" type="presParOf" srcId="{6A37D885-8C81-43E6-BEF8-B908D7606336}" destId="{5B93A51E-0E88-4A6E-A507-C00678BDF078}" srcOrd="3" destOrd="0" presId="urn:microsoft.com/office/officeart/2018/2/layout/IconVerticalSolidList"/>
    <dgm:cxn modelId="{BBF38F2D-2836-4CE6-965C-F6FD13FA76C0}" type="presParOf" srcId="{6A37D885-8C81-43E6-BEF8-B908D7606336}" destId="{A620A235-766A-4040-8B74-BAFD04237C65}" srcOrd="4" destOrd="0" presId="urn:microsoft.com/office/officeart/2018/2/layout/IconVerticalSolidList"/>
    <dgm:cxn modelId="{550C8277-3C5A-47C5-A936-5943E3B6DD49}" type="presParOf" srcId="{A620A235-766A-4040-8B74-BAFD04237C65}" destId="{B76A76A8-F953-49AA-B784-C13B75F64CF4}" srcOrd="0" destOrd="0" presId="urn:microsoft.com/office/officeart/2018/2/layout/IconVerticalSolidList"/>
    <dgm:cxn modelId="{4FAB9FF2-EB52-4EE1-8550-5BE015691C9B}" type="presParOf" srcId="{A620A235-766A-4040-8B74-BAFD04237C65}" destId="{D24C6885-AEE8-4863-BA25-DF101782BEBB}" srcOrd="1" destOrd="0" presId="urn:microsoft.com/office/officeart/2018/2/layout/IconVerticalSolidList"/>
    <dgm:cxn modelId="{BC9105E2-D6FC-4D51-B231-2B740789FF29}" type="presParOf" srcId="{A620A235-766A-4040-8B74-BAFD04237C65}" destId="{DC2ADF7A-CD11-4F90-9260-B1E707FB8EEC}" srcOrd="2" destOrd="0" presId="urn:microsoft.com/office/officeart/2018/2/layout/IconVerticalSolidList"/>
    <dgm:cxn modelId="{F672AEB4-AC67-4EBF-8C76-2D2DC12BC5A2}" type="presParOf" srcId="{A620A235-766A-4040-8B74-BAFD04237C65}" destId="{CA464ABA-1AC9-4C1B-8888-3F4002B10F23}" srcOrd="3" destOrd="0" presId="urn:microsoft.com/office/officeart/2018/2/layout/IconVerticalSolidList"/>
    <dgm:cxn modelId="{AE49FCA0-138C-4B8B-B56A-5EC3E84055E3}" type="presParOf" srcId="{6A37D885-8C81-43E6-BEF8-B908D7606336}" destId="{DBF06CB0-BB9E-45A5-BE01-BBA27C752BEF}" srcOrd="5" destOrd="0" presId="urn:microsoft.com/office/officeart/2018/2/layout/IconVerticalSolidList"/>
    <dgm:cxn modelId="{7024C993-FC81-46B4-A5BA-859B7FA0764F}" type="presParOf" srcId="{6A37D885-8C81-43E6-BEF8-B908D7606336}" destId="{33453F53-61F4-476D-829E-BF47BD5A80C1}" srcOrd="6" destOrd="0" presId="urn:microsoft.com/office/officeart/2018/2/layout/IconVerticalSolidList"/>
    <dgm:cxn modelId="{2525C992-F81A-447F-95FB-C23959F44785}" type="presParOf" srcId="{33453F53-61F4-476D-829E-BF47BD5A80C1}" destId="{ACD545E1-CC26-44F4-BAE1-26C72D5D6040}" srcOrd="0" destOrd="0" presId="urn:microsoft.com/office/officeart/2018/2/layout/IconVerticalSolidList"/>
    <dgm:cxn modelId="{BBC40D89-63C1-488B-A313-040D80BB7D86}" type="presParOf" srcId="{33453F53-61F4-476D-829E-BF47BD5A80C1}" destId="{0EAEBA09-9410-4A71-8FEA-976826C56D61}" srcOrd="1" destOrd="0" presId="urn:microsoft.com/office/officeart/2018/2/layout/IconVerticalSolidList"/>
    <dgm:cxn modelId="{F10DEF0A-2793-4719-9238-66F7B732A8CB}" type="presParOf" srcId="{33453F53-61F4-476D-829E-BF47BD5A80C1}" destId="{BF28E313-E785-41F6-BA63-5E44A8BDCE93}" srcOrd="2" destOrd="0" presId="urn:microsoft.com/office/officeart/2018/2/layout/IconVerticalSolidList"/>
    <dgm:cxn modelId="{EFCA3C35-186B-4147-9B34-D88E03D0DE00}" type="presParOf" srcId="{33453F53-61F4-476D-829E-BF47BD5A80C1}" destId="{A1A43E9C-714E-4175-A21E-ED17C8E95771}" srcOrd="3" destOrd="0" presId="urn:microsoft.com/office/officeart/2018/2/layout/IconVerticalSolidList"/>
    <dgm:cxn modelId="{66E776FC-38E6-400E-B02D-4F30BC6DBB9A}" type="presParOf" srcId="{6A37D885-8C81-43E6-BEF8-B908D7606336}" destId="{94EA9B7D-8031-4783-96A0-75EDFF5ABE75}" srcOrd="7" destOrd="0" presId="urn:microsoft.com/office/officeart/2018/2/layout/IconVerticalSolidList"/>
    <dgm:cxn modelId="{9B703156-9745-4051-8F2F-68166DF42C2F}" type="presParOf" srcId="{6A37D885-8C81-43E6-BEF8-B908D7606336}" destId="{5F1A6B63-279E-428B-B661-9ACA2A4384C5}" srcOrd="8" destOrd="0" presId="urn:microsoft.com/office/officeart/2018/2/layout/IconVerticalSolidList"/>
    <dgm:cxn modelId="{F6B19267-6286-420B-A8B1-C796731767E3}" type="presParOf" srcId="{5F1A6B63-279E-428B-B661-9ACA2A4384C5}" destId="{ED499337-5F34-4AFC-B5C0-75D6DA61E6B2}" srcOrd="0" destOrd="0" presId="urn:microsoft.com/office/officeart/2018/2/layout/IconVerticalSolidList"/>
    <dgm:cxn modelId="{09783DDB-94A6-4F92-B5BC-AD8CBE65E8CF}" type="presParOf" srcId="{5F1A6B63-279E-428B-B661-9ACA2A4384C5}" destId="{4CCF5CEC-92EC-47D9-89C2-B92A36368909}" srcOrd="1" destOrd="0" presId="urn:microsoft.com/office/officeart/2018/2/layout/IconVerticalSolidList"/>
    <dgm:cxn modelId="{5A871AB6-ABD8-44E6-A086-121079C8404A}" type="presParOf" srcId="{5F1A6B63-279E-428B-B661-9ACA2A4384C5}" destId="{EDA7F0DC-AF61-4162-BDEF-A17DE463134F}" srcOrd="2" destOrd="0" presId="urn:microsoft.com/office/officeart/2018/2/layout/IconVerticalSolidList"/>
    <dgm:cxn modelId="{67B31906-F32F-47E8-BDD0-3F8E2D1F3E86}" type="presParOf" srcId="{5F1A6B63-279E-428B-B661-9ACA2A4384C5}" destId="{9E161C8D-C342-44AD-A93A-F2BF0D625DF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54AA43E7-BE88-4107-A222-BBBE7CA43A1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41B4EAE-820D-45B5-95B6-B0FD98B09703}">
      <dgm:prSet/>
      <dgm:spPr/>
      <dgm:t>
        <a:bodyPr/>
        <a:lstStyle/>
        <a:p>
          <a:pPr>
            <a:lnSpc>
              <a:spcPct val="100000"/>
            </a:lnSpc>
          </a:pPr>
          <a:r>
            <a:rPr lang="es-MX" b="1"/>
            <a:t>Salud y Medicina:</a:t>
          </a:r>
          <a:r>
            <a:rPr lang="es-MX"/>
            <a:t> Predicción de brotes de enfermedades, análisis de historiales clínicos, secuenciación del genoma y seguimiento de pacientes mediante dispositivos ponibles.</a:t>
          </a:r>
          <a:endParaRPr lang="en-US"/>
        </a:p>
      </dgm:t>
    </dgm:pt>
    <dgm:pt modelId="{04F37303-F406-49C3-B97B-F91110F2E5C9}" type="parTrans" cxnId="{135D2F42-D9CC-4283-80C3-0DC330FFD928}">
      <dgm:prSet/>
      <dgm:spPr/>
      <dgm:t>
        <a:bodyPr/>
        <a:lstStyle/>
        <a:p>
          <a:endParaRPr lang="en-US"/>
        </a:p>
      </dgm:t>
    </dgm:pt>
    <dgm:pt modelId="{CC1406B7-9D9F-4373-81FD-7A78F7BE34B2}" type="sibTrans" cxnId="{135D2F42-D9CC-4283-80C3-0DC330FFD928}">
      <dgm:prSet/>
      <dgm:spPr/>
      <dgm:t>
        <a:bodyPr/>
        <a:lstStyle/>
        <a:p>
          <a:endParaRPr lang="en-US"/>
        </a:p>
      </dgm:t>
    </dgm:pt>
    <dgm:pt modelId="{332F1265-29CA-40D7-B017-94C7010E6665}">
      <dgm:prSet/>
      <dgm:spPr/>
      <dgm:t>
        <a:bodyPr/>
        <a:lstStyle/>
        <a:p>
          <a:pPr>
            <a:lnSpc>
              <a:spcPct val="100000"/>
            </a:lnSpc>
          </a:pPr>
          <a:r>
            <a:rPr lang="es-MX" b="1"/>
            <a:t>Empresas y Marketing:</a:t>
          </a:r>
          <a:r>
            <a:rPr lang="es-MX"/>
            <a:t> Personalización de experiencias de usuario (como en Netflix), predicción de la demanda, optimización de la cadena de suministro y análisis de sentimientos en redes sociales.</a:t>
          </a:r>
          <a:endParaRPr lang="en-US"/>
        </a:p>
      </dgm:t>
    </dgm:pt>
    <dgm:pt modelId="{588919C7-B577-429A-A9AC-A718530E7CB1}" type="parTrans" cxnId="{9A7F3E46-341A-47DC-A80F-88365F6AF009}">
      <dgm:prSet/>
      <dgm:spPr/>
      <dgm:t>
        <a:bodyPr/>
        <a:lstStyle/>
        <a:p>
          <a:endParaRPr lang="en-US"/>
        </a:p>
      </dgm:t>
    </dgm:pt>
    <dgm:pt modelId="{5E2B807D-3050-4EDE-81D6-308015D7A3F9}" type="sibTrans" cxnId="{9A7F3E46-341A-47DC-A80F-88365F6AF009}">
      <dgm:prSet/>
      <dgm:spPr/>
      <dgm:t>
        <a:bodyPr/>
        <a:lstStyle/>
        <a:p>
          <a:endParaRPr lang="en-US"/>
        </a:p>
      </dgm:t>
    </dgm:pt>
    <dgm:pt modelId="{4AD0D252-A9DF-459E-B7AF-DA043D961873}">
      <dgm:prSet/>
      <dgm:spPr/>
      <dgm:t>
        <a:bodyPr/>
        <a:lstStyle/>
        <a:p>
          <a:pPr>
            <a:lnSpc>
              <a:spcPct val="100000"/>
            </a:lnSpc>
          </a:pPr>
          <a:r>
            <a:rPr lang="es-MX" b="1"/>
            <a:t>Finanzas y Banca:</a:t>
          </a:r>
          <a:r>
            <a:rPr lang="es-MX"/>
            <a:t> Detección de fraudes en tiempo real, gestión de riesgos, análisis de mercado y automatización de transacciones.</a:t>
          </a:r>
          <a:endParaRPr lang="en-US"/>
        </a:p>
      </dgm:t>
    </dgm:pt>
    <dgm:pt modelId="{2EE886F1-EA39-4EBD-A360-CDBA7ED9860D}" type="parTrans" cxnId="{C5A9E81E-5755-40E7-B340-8EFF998F3796}">
      <dgm:prSet/>
      <dgm:spPr/>
      <dgm:t>
        <a:bodyPr/>
        <a:lstStyle/>
        <a:p>
          <a:endParaRPr lang="en-US"/>
        </a:p>
      </dgm:t>
    </dgm:pt>
    <dgm:pt modelId="{C95ECCDF-C48D-4CC4-92A3-92A3D1F1173A}" type="sibTrans" cxnId="{C5A9E81E-5755-40E7-B340-8EFF998F3796}">
      <dgm:prSet/>
      <dgm:spPr/>
      <dgm:t>
        <a:bodyPr/>
        <a:lstStyle/>
        <a:p>
          <a:endParaRPr lang="en-US"/>
        </a:p>
      </dgm:t>
    </dgm:pt>
    <dgm:pt modelId="{2080C843-A11B-4A08-860D-E5ECD0928BF3}">
      <dgm:prSet/>
      <dgm:spPr/>
      <dgm:t>
        <a:bodyPr/>
        <a:lstStyle/>
        <a:p>
          <a:pPr>
            <a:lnSpc>
              <a:spcPct val="100000"/>
            </a:lnSpc>
          </a:pPr>
          <a:r>
            <a:rPr lang="es-MX" b="1"/>
            <a:t>Gobierno y Ciudades Inteligentes (Smart Cities):</a:t>
          </a:r>
          <a:r>
            <a:rPr lang="es-MX"/>
            <a:t> Gestión de tráfico (semáforos inteligentes), alumbrado eficiente, gestión de residuos y monitorización de calidad del aire.</a:t>
          </a:r>
          <a:endParaRPr lang="en-US"/>
        </a:p>
      </dgm:t>
    </dgm:pt>
    <dgm:pt modelId="{5716F80F-9AC2-4DB1-943B-DBEC1386E0B6}" type="parTrans" cxnId="{97D64813-48FD-44BA-8829-73EEA4D40DB3}">
      <dgm:prSet/>
      <dgm:spPr/>
      <dgm:t>
        <a:bodyPr/>
        <a:lstStyle/>
        <a:p>
          <a:endParaRPr lang="en-US"/>
        </a:p>
      </dgm:t>
    </dgm:pt>
    <dgm:pt modelId="{F74A8F27-A6F3-4A74-921C-DE6540E168E5}" type="sibTrans" cxnId="{97D64813-48FD-44BA-8829-73EEA4D40DB3}">
      <dgm:prSet/>
      <dgm:spPr/>
      <dgm:t>
        <a:bodyPr/>
        <a:lstStyle/>
        <a:p>
          <a:endParaRPr lang="en-US"/>
        </a:p>
      </dgm:t>
    </dgm:pt>
    <dgm:pt modelId="{BE8472FE-58A0-4F82-8AC4-D3AEF78E47B4}">
      <dgm:prSet/>
      <dgm:spPr/>
      <dgm:t>
        <a:bodyPr/>
        <a:lstStyle/>
        <a:p>
          <a:pPr>
            <a:lnSpc>
              <a:spcPct val="100000"/>
            </a:lnSpc>
          </a:pPr>
          <a:r>
            <a:rPr lang="es-MX" b="1"/>
            <a:t>Manufactura e Industria:</a:t>
          </a:r>
          <a:r>
            <a:rPr lang="es-MX"/>
            <a:t> Mantenimiento predictivo de maquinaria, optimización de la producción y control de calidad.</a:t>
          </a:r>
          <a:endParaRPr lang="en-US"/>
        </a:p>
      </dgm:t>
    </dgm:pt>
    <dgm:pt modelId="{482C63DE-C2DA-4B20-8137-9E7F10FF4A74}" type="parTrans" cxnId="{862C16C5-759D-43CB-AA67-24837AB32FC3}">
      <dgm:prSet/>
      <dgm:spPr/>
      <dgm:t>
        <a:bodyPr/>
        <a:lstStyle/>
        <a:p>
          <a:endParaRPr lang="en-US"/>
        </a:p>
      </dgm:t>
    </dgm:pt>
    <dgm:pt modelId="{139A4B8F-CFB7-4EC7-8D67-6FAB821DE96C}" type="sibTrans" cxnId="{862C16C5-759D-43CB-AA67-24837AB32FC3}">
      <dgm:prSet/>
      <dgm:spPr/>
      <dgm:t>
        <a:bodyPr/>
        <a:lstStyle/>
        <a:p>
          <a:endParaRPr lang="en-US"/>
        </a:p>
      </dgm:t>
    </dgm:pt>
    <dgm:pt modelId="{8265085E-5F00-42FE-BB3D-650707A9F1AD}">
      <dgm:prSet/>
      <dgm:spPr/>
      <dgm:t>
        <a:bodyPr/>
        <a:lstStyle/>
        <a:p>
          <a:pPr>
            <a:lnSpc>
              <a:spcPct val="100000"/>
            </a:lnSpc>
          </a:pPr>
          <a:r>
            <a:rPr lang="es-MX" b="1"/>
            <a:t>Transporte y Movilidad:</a:t>
          </a:r>
          <a:r>
            <a:rPr lang="es-MX"/>
            <a:t> Optimización de rutas, reducción de consumo de combustible y desarrollo de conducción autónoma.</a:t>
          </a:r>
          <a:endParaRPr lang="en-US"/>
        </a:p>
      </dgm:t>
    </dgm:pt>
    <dgm:pt modelId="{6E5650BF-D2A8-465A-A1BD-ED5992FDA7BD}" type="parTrans" cxnId="{20AB0E46-6340-4001-9197-653D20ECB699}">
      <dgm:prSet/>
      <dgm:spPr/>
      <dgm:t>
        <a:bodyPr/>
        <a:lstStyle/>
        <a:p>
          <a:endParaRPr lang="en-US"/>
        </a:p>
      </dgm:t>
    </dgm:pt>
    <dgm:pt modelId="{D7388BEC-87EF-430F-A81C-8852BA2F89E2}" type="sibTrans" cxnId="{20AB0E46-6340-4001-9197-653D20ECB699}">
      <dgm:prSet/>
      <dgm:spPr/>
      <dgm:t>
        <a:bodyPr/>
        <a:lstStyle/>
        <a:p>
          <a:endParaRPr lang="en-US"/>
        </a:p>
      </dgm:t>
    </dgm:pt>
    <dgm:pt modelId="{4F4F088D-1E4F-4539-959E-94BE12BA1FA8}">
      <dgm:prSet/>
      <dgm:spPr/>
      <dgm:t>
        <a:bodyPr/>
        <a:lstStyle/>
        <a:p>
          <a:pPr>
            <a:lnSpc>
              <a:spcPct val="100000"/>
            </a:lnSpc>
          </a:pPr>
          <a:r>
            <a:rPr lang="es-MX" b="1"/>
            <a:t>Deportes:</a:t>
          </a:r>
          <a:r>
            <a:rPr lang="es-MX"/>
            <a:t> Análisis del rendimiento de atletas, nutrición y prevención de lesiones, utilizado en torneos como Wimbledon o en fútbol</a:t>
          </a:r>
          <a:endParaRPr lang="en-US"/>
        </a:p>
      </dgm:t>
    </dgm:pt>
    <dgm:pt modelId="{5B613A3D-FF22-4935-8D80-CA15E9F0096F}" type="parTrans" cxnId="{30FC0B1F-88DA-426B-8F69-A1BA53535571}">
      <dgm:prSet/>
      <dgm:spPr/>
      <dgm:t>
        <a:bodyPr/>
        <a:lstStyle/>
        <a:p>
          <a:endParaRPr lang="en-US"/>
        </a:p>
      </dgm:t>
    </dgm:pt>
    <dgm:pt modelId="{A13B766B-2C29-4549-97AD-BC7ACE53A2E5}" type="sibTrans" cxnId="{30FC0B1F-88DA-426B-8F69-A1BA53535571}">
      <dgm:prSet/>
      <dgm:spPr/>
      <dgm:t>
        <a:bodyPr/>
        <a:lstStyle/>
        <a:p>
          <a:endParaRPr lang="en-US"/>
        </a:p>
      </dgm:t>
    </dgm:pt>
    <dgm:pt modelId="{2969F513-3200-40B0-A518-347CE049E9F4}" type="pres">
      <dgm:prSet presAssocID="{54AA43E7-BE88-4107-A222-BBBE7CA43A1A}" presName="root" presStyleCnt="0">
        <dgm:presLayoutVars>
          <dgm:dir/>
          <dgm:resizeHandles val="exact"/>
        </dgm:presLayoutVars>
      </dgm:prSet>
      <dgm:spPr/>
    </dgm:pt>
    <dgm:pt modelId="{27B46675-D1FA-4984-9565-F4C80CB3F2A8}" type="pres">
      <dgm:prSet presAssocID="{641B4EAE-820D-45B5-95B6-B0FD98B09703}" presName="compNode" presStyleCnt="0"/>
      <dgm:spPr/>
    </dgm:pt>
    <dgm:pt modelId="{783AF9E5-0FBF-4CF2-8FF6-4D53EE2F0D01}" type="pres">
      <dgm:prSet presAssocID="{641B4EAE-820D-45B5-95B6-B0FD98B09703}" presName="bgRect" presStyleLbl="bgShp" presStyleIdx="0" presStyleCnt="7"/>
      <dgm:spPr/>
    </dgm:pt>
    <dgm:pt modelId="{A8B9A736-6E2D-4701-9DE2-603FE9F6E621}" type="pres">
      <dgm:prSet presAssocID="{641B4EAE-820D-45B5-95B6-B0FD98B09703}"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stetoscopio"/>
        </a:ext>
      </dgm:extLst>
    </dgm:pt>
    <dgm:pt modelId="{4C80CC86-D119-4A5E-8FD0-371D017AD1DA}" type="pres">
      <dgm:prSet presAssocID="{641B4EAE-820D-45B5-95B6-B0FD98B09703}" presName="spaceRect" presStyleCnt="0"/>
      <dgm:spPr/>
    </dgm:pt>
    <dgm:pt modelId="{7D6DFA49-2322-49C8-8B40-BD6BC9BEDF73}" type="pres">
      <dgm:prSet presAssocID="{641B4EAE-820D-45B5-95B6-B0FD98B09703}" presName="parTx" presStyleLbl="revTx" presStyleIdx="0" presStyleCnt="7">
        <dgm:presLayoutVars>
          <dgm:chMax val="0"/>
          <dgm:chPref val="0"/>
        </dgm:presLayoutVars>
      </dgm:prSet>
      <dgm:spPr/>
    </dgm:pt>
    <dgm:pt modelId="{BC05F649-9C43-4714-BA99-6C2620644A7D}" type="pres">
      <dgm:prSet presAssocID="{CC1406B7-9D9F-4373-81FD-7A78F7BE34B2}" presName="sibTrans" presStyleCnt="0"/>
      <dgm:spPr/>
    </dgm:pt>
    <dgm:pt modelId="{58C01D25-390E-4929-B93E-D0E4B51323C5}" type="pres">
      <dgm:prSet presAssocID="{332F1265-29CA-40D7-B017-94C7010E6665}" presName="compNode" presStyleCnt="0"/>
      <dgm:spPr/>
    </dgm:pt>
    <dgm:pt modelId="{F61D6A37-C4B9-414B-998B-805F8148CF99}" type="pres">
      <dgm:prSet presAssocID="{332F1265-29CA-40D7-B017-94C7010E6665}" presName="bgRect" presStyleLbl="bgShp" presStyleIdx="1" presStyleCnt="7"/>
      <dgm:spPr/>
    </dgm:pt>
    <dgm:pt modelId="{4BDF741A-5BD7-4022-B4FC-0EA86FFED2EB}" type="pres">
      <dgm:prSet presAssocID="{332F1265-29CA-40D7-B017-94C7010E6665}"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elevisión"/>
        </a:ext>
      </dgm:extLst>
    </dgm:pt>
    <dgm:pt modelId="{A245CB31-AF57-4BC6-A52D-70AF4E235EB7}" type="pres">
      <dgm:prSet presAssocID="{332F1265-29CA-40D7-B017-94C7010E6665}" presName="spaceRect" presStyleCnt="0"/>
      <dgm:spPr/>
    </dgm:pt>
    <dgm:pt modelId="{8EEF1074-1829-4C34-83E6-6EB4BCE89B73}" type="pres">
      <dgm:prSet presAssocID="{332F1265-29CA-40D7-B017-94C7010E6665}" presName="parTx" presStyleLbl="revTx" presStyleIdx="1" presStyleCnt="7">
        <dgm:presLayoutVars>
          <dgm:chMax val="0"/>
          <dgm:chPref val="0"/>
        </dgm:presLayoutVars>
      </dgm:prSet>
      <dgm:spPr/>
    </dgm:pt>
    <dgm:pt modelId="{7A4A293C-96BE-4DB4-9628-BA8F5147792D}" type="pres">
      <dgm:prSet presAssocID="{5E2B807D-3050-4EDE-81D6-308015D7A3F9}" presName="sibTrans" presStyleCnt="0"/>
      <dgm:spPr/>
    </dgm:pt>
    <dgm:pt modelId="{FAAC5E93-D3F5-456C-B88A-7BD2F836AF01}" type="pres">
      <dgm:prSet presAssocID="{4AD0D252-A9DF-459E-B7AF-DA043D961873}" presName="compNode" presStyleCnt="0"/>
      <dgm:spPr/>
    </dgm:pt>
    <dgm:pt modelId="{CC2AF26E-3243-4AF2-893E-8BBDEBCC4FC2}" type="pres">
      <dgm:prSet presAssocID="{4AD0D252-A9DF-459E-B7AF-DA043D961873}" presName="bgRect" presStyleLbl="bgShp" presStyleIdx="2" presStyleCnt="7"/>
      <dgm:spPr/>
    </dgm:pt>
    <dgm:pt modelId="{D6B445CA-81B1-4BCE-9DA1-F67C0BE5AFEE}" type="pres">
      <dgm:prSet presAssocID="{4AD0D252-A9DF-459E-B7AF-DA043D961873}"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nco"/>
        </a:ext>
      </dgm:extLst>
    </dgm:pt>
    <dgm:pt modelId="{D563E9A4-2D00-492D-98AA-8BD4B0D1FD6D}" type="pres">
      <dgm:prSet presAssocID="{4AD0D252-A9DF-459E-B7AF-DA043D961873}" presName="spaceRect" presStyleCnt="0"/>
      <dgm:spPr/>
    </dgm:pt>
    <dgm:pt modelId="{C1B7F0FA-0AD2-41E7-94EA-4FBB7A1E1E27}" type="pres">
      <dgm:prSet presAssocID="{4AD0D252-A9DF-459E-B7AF-DA043D961873}" presName="parTx" presStyleLbl="revTx" presStyleIdx="2" presStyleCnt="7">
        <dgm:presLayoutVars>
          <dgm:chMax val="0"/>
          <dgm:chPref val="0"/>
        </dgm:presLayoutVars>
      </dgm:prSet>
      <dgm:spPr/>
    </dgm:pt>
    <dgm:pt modelId="{3DC2DE46-8E3D-43D9-B375-E6431FA36611}" type="pres">
      <dgm:prSet presAssocID="{C95ECCDF-C48D-4CC4-92A3-92A3D1F1173A}" presName="sibTrans" presStyleCnt="0"/>
      <dgm:spPr/>
    </dgm:pt>
    <dgm:pt modelId="{3942C5AB-3678-4254-A63A-F653AEF81FBB}" type="pres">
      <dgm:prSet presAssocID="{2080C843-A11B-4A08-860D-E5ECD0928BF3}" presName="compNode" presStyleCnt="0"/>
      <dgm:spPr/>
    </dgm:pt>
    <dgm:pt modelId="{6EDE0E69-7D2E-466E-9466-1545340E82AA}" type="pres">
      <dgm:prSet presAssocID="{2080C843-A11B-4A08-860D-E5ECD0928BF3}" presName="bgRect" presStyleLbl="bgShp" presStyleIdx="3" presStyleCnt="7"/>
      <dgm:spPr/>
    </dgm:pt>
    <dgm:pt modelId="{7ED82D45-182E-4E04-85B0-C6BCEEDF2A4D}" type="pres">
      <dgm:prSet presAssocID="{2080C843-A11B-4A08-860D-E5ECD0928BF3}"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iudad"/>
        </a:ext>
      </dgm:extLst>
    </dgm:pt>
    <dgm:pt modelId="{B1AC1F2C-1D96-41FD-8670-51CE3C541371}" type="pres">
      <dgm:prSet presAssocID="{2080C843-A11B-4A08-860D-E5ECD0928BF3}" presName="spaceRect" presStyleCnt="0"/>
      <dgm:spPr/>
    </dgm:pt>
    <dgm:pt modelId="{898340B6-1FDD-4561-913B-6B6CCE3B1FA8}" type="pres">
      <dgm:prSet presAssocID="{2080C843-A11B-4A08-860D-E5ECD0928BF3}" presName="parTx" presStyleLbl="revTx" presStyleIdx="3" presStyleCnt="7">
        <dgm:presLayoutVars>
          <dgm:chMax val="0"/>
          <dgm:chPref val="0"/>
        </dgm:presLayoutVars>
      </dgm:prSet>
      <dgm:spPr/>
    </dgm:pt>
    <dgm:pt modelId="{D8330F0B-55F7-46E4-9E9B-8240F29CF399}" type="pres">
      <dgm:prSet presAssocID="{F74A8F27-A6F3-4A74-921C-DE6540E168E5}" presName="sibTrans" presStyleCnt="0"/>
      <dgm:spPr/>
    </dgm:pt>
    <dgm:pt modelId="{A2349423-B22D-4898-887D-7A9D990D9C6A}" type="pres">
      <dgm:prSet presAssocID="{BE8472FE-58A0-4F82-8AC4-D3AEF78E47B4}" presName="compNode" presStyleCnt="0"/>
      <dgm:spPr/>
    </dgm:pt>
    <dgm:pt modelId="{0BDC3E02-B5BA-4B64-87A9-588DBE89E621}" type="pres">
      <dgm:prSet presAssocID="{BE8472FE-58A0-4F82-8AC4-D3AEF78E47B4}" presName="bgRect" presStyleLbl="bgShp" presStyleIdx="4" presStyleCnt="7"/>
      <dgm:spPr/>
    </dgm:pt>
    <dgm:pt modelId="{80AD319C-DD89-4283-9725-BD5A85D43099}" type="pres">
      <dgm:prSet presAssocID="{BE8472FE-58A0-4F82-8AC4-D3AEF78E47B4}"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Engranajes"/>
        </a:ext>
      </dgm:extLst>
    </dgm:pt>
    <dgm:pt modelId="{D0BE1734-6996-49AC-B23C-DF8612D0DBEE}" type="pres">
      <dgm:prSet presAssocID="{BE8472FE-58A0-4F82-8AC4-D3AEF78E47B4}" presName="spaceRect" presStyleCnt="0"/>
      <dgm:spPr/>
    </dgm:pt>
    <dgm:pt modelId="{C37919B8-A2F6-45C0-950F-018375AA28F3}" type="pres">
      <dgm:prSet presAssocID="{BE8472FE-58A0-4F82-8AC4-D3AEF78E47B4}" presName="parTx" presStyleLbl="revTx" presStyleIdx="4" presStyleCnt="7">
        <dgm:presLayoutVars>
          <dgm:chMax val="0"/>
          <dgm:chPref val="0"/>
        </dgm:presLayoutVars>
      </dgm:prSet>
      <dgm:spPr/>
    </dgm:pt>
    <dgm:pt modelId="{12BBA620-B575-430B-9D14-CFAB0D9DEE06}" type="pres">
      <dgm:prSet presAssocID="{139A4B8F-CFB7-4EC7-8D67-6FAB821DE96C}" presName="sibTrans" presStyleCnt="0"/>
      <dgm:spPr/>
    </dgm:pt>
    <dgm:pt modelId="{2F054816-14D0-430E-B4F8-982FC0FCAE69}" type="pres">
      <dgm:prSet presAssocID="{8265085E-5F00-42FE-BB3D-650707A9F1AD}" presName="compNode" presStyleCnt="0"/>
      <dgm:spPr/>
    </dgm:pt>
    <dgm:pt modelId="{AF6BB1F3-88F7-4A8B-BDE0-509B3C6AA041}" type="pres">
      <dgm:prSet presAssocID="{8265085E-5F00-42FE-BB3D-650707A9F1AD}" presName="bgRect" presStyleLbl="bgShp" presStyleIdx="5" presStyleCnt="7"/>
      <dgm:spPr/>
    </dgm:pt>
    <dgm:pt modelId="{8E5530CC-5940-4ECE-8529-BC0789AB5EA4}" type="pres">
      <dgm:prSet presAssocID="{8265085E-5F00-42FE-BB3D-650707A9F1AD}"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Camión"/>
        </a:ext>
      </dgm:extLst>
    </dgm:pt>
    <dgm:pt modelId="{DD6CAAC0-554F-40CF-9B6C-83F5F1F7FF81}" type="pres">
      <dgm:prSet presAssocID="{8265085E-5F00-42FE-BB3D-650707A9F1AD}" presName="spaceRect" presStyleCnt="0"/>
      <dgm:spPr/>
    </dgm:pt>
    <dgm:pt modelId="{0F2098E8-17F7-4051-8CD6-120C0714D8C8}" type="pres">
      <dgm:prSet presAssocID="{8265085E-5F00-42FE-BB3D-650707A9F1AD}" presName="parTx" presStyleLbl="revTx" presStyleIdx="5" presStyleCnt="7">
        <dgm:presLayoutVars>
          <dgm:chMax val="0"/>
          <dgm:chPref val="0"/>
        </dgm:presLayoutVars>
      </dgm:prSet>
      <dgm:spPr/>
    </dgm:pt>
    <dgm:pt modelId="{0836C5B1-A193-473B-871D-A394C557C591}" type="pres">
      <dgm:prSet presAssocID="{D7388BEC-87EF-430F-A81C-8852BA2F89E2}" presName="sibTrans" presStyleCnt="0"/>
      <dgm:spPr/>
    </dgm:pt>
    <dgm:pt modelId="{0938DC3B-812E-4F8D-9A8A-ECB7A31813DD}" type="pres">
      <dgm:prSet presAssocID="{4F4F088D-1E4F-4539-959E-94BE12BA1FA8}" presName="compNode" presStyleCnt="0"/>
      <dgm:spPr/>
    </dgm:pt>
    <dgm:pt modelId="{85015687-8A33-4587-ABB4-6CC371F5D8CB}" type="pres">
      <dgm:prSet presAssocID="{4F4F088D-1E4F-4539-959E-94BE12BA1FA8}" presName="bgRect" presStyleLbl="bgShp" presStyleIdx="6" presStyleCnt="7"/>
      <dgm:spPr/>
    </dgm:pt>
    <dgm:pt modelId="{321D1B1E-2408-4238-9842-0C91D3657FA2}" type="pres">
      <dgm:prSet presAssocID="{4F4F088D-1E4F-4539-959E-94BE12BA1FA8}"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Sport Balls"/>
        </a:ext>
      </dgm:extLst>
    </dgm:pt>
    <dgm:pt modelId="{19C285F5-3BDF-453A-9A23-77CB6A0AE648}" type="pres">
      <dgm:prSet presAssocID="{4F4F088D-1E4F-4539-959E-94BE12BA1FA8}" presName="spaceRect" presStyleCnt="0"/>
      <dgm:spPr/>
    </dgm:pt>
    <dgm:pt modelId="{FAA0B98B-AC93-41D1-ACF3-8973E70FCBD6}" type="pres">
      <dgm:prSet presAssocID="{4F4F088D-1E4F-4539-959E-94BE12BA1FA8}" presName="parTx" presStyleLbl="revTx" presStyleIdx="6" presStyleCnt="7">
        <dgm:presLayoutVars>
          <dgm:chMax val="0"/>
          <dgm:chPref val="0"/>
        </dgm:presLayoutVars>
      </dgm:prSet>
      <dgm:spPr/>
    </dgm:pt>
  </dgm:ptLst>
  <dgm:cxnLst>
    <dgm:cxn modelId="{97D64813-48FD-44BA-8829-73EEA4D40DB3}" srcId="{54AA43E7-BE88-4107-A222-BBBE7CA43A1A}" destId="{2080C843-A11B-4A08-860D-E5ECD0928BF3}" srcOrd="3" destOrd="0" parTransId="{5716F80F-9AC2-4DB1-943B-DBEC1386E0B6}" sibTransId="{F74A8F27-A6F3-4A74-921C-DE6540E168E5}"/>
    <dgm:cxn modelId="{C1FBD01B-B199-485B-8E9E-153E00E580C3}" type="presOf" srcId="{BE8472FE-58A0-4F82-8AC4-D3AEF78E47B4}" destId="{C37919B8-A2F6-45C0-950F-018375AA28F3}" srcOrd="0" destOrd="0" presId="urn:microsoft.com/office/officeart/2018/2/layout/IconVerticalSolidList"/>
    <dgm:cxn modelId="{C5A9E81E-5755-40E7-B340-8EFF998F3796}" srcId="{54AA43E7-BE88-4107-A222-BBBE7CA43A1A}" destId="{4AD0D252-A9DF-459E-B7AF-DA043D961873}" srcOrd="2" destOrd="0" parTransId="{2EE886F1-EA39-4EBD-A360-CDBA7ED9860D}" sibTransId="{C95ECCDF-C48D-4CC4-92A3-92A3D1F1173A}"/>
    <dgm:cxn modelId="{30FC0B1F-88DA-426B-8F69-A1BA53535571}" srcId="{54AA43E7-BE88-4107-A222-BBBE7CA43A1A}" destId="{4F4F088D-1E4F-4539-959E-94BE12BA1FA8}" srcOrd="6" destOrd="0" parTransId="{5B613A3D-FF22-4935-8D80-CA15E9F0096F}" sibTransId="{A13B766B-2C29-4549-97AD-BC7ACE53A2E5}"/>
    <dgm:cxn modelId="{14BA0F33-93DE-41E1-BF55-2A660D9C1EE1}" type="presOf" srcId="{2080C843-A11B-4A08-860D-E5ECD0928BF3}" destId="{898340B6-1FDD-4561-913B-6B6CCE3B1FA8}" srcOrd="0" destOrd="0" presId="urn:microsoft.com/office/officeart/2018/2/layout/IconVerticalSolidList"/>
    <dgm:cxn modelId="{58A1925B-4A49-4565-8C22-8C4A6851A168}" type="presOf" srcId="{4F4F088D-1E4F-4539-959E-94BE12BA1FA8}" destId="{FAA0B98B-AC93-41D1-ACF3-8973E70FCBD6}" srcOrd="0" destOrd="0" presId="urn:microsoft.com/office/officeart/2018/2/layout/IconVerticalSolidList"/>
    <dgm:cxn modelId="{96465F61-2A12-4AA1-84F0-03934C97C656}" type="presOf" srcId="{332F1265-29CA-40D7-B017-94C7010E6665}" destId="{8EEF1074-1829-4C34-83E6-6EB4BCE89B73}" srcOrd="0" destOrd="0" presId="urn:microsoft.com/office/officeart/2018/2/layout/IconVerticalSolidList"/>
    <dgm:cxn modelId="{135D2F42-D9CC-4283-80C3-0DC330FFD928}" srcId="{54AA43E7-BE88-4107-A222-BBBE7CA43A1A}" destId="{641B4EAE-820D-45B5-95B6-B0FD98B09703}" srcOrd="0" destOrd="0" parTransId="{04F37303-F406-49C3-B97B-F91110F2E5C9}" sibTransId="{CC1406B7-9D9F-4373-81FD-7A78F7BE34B2}"/>
    <dgm:cxn modelId="{20AB0E46-6340-4001-9197-653D20ECB699}" srcId="{54AA43E7-BE88-4107-A222-BBBE7CA43A1A}" destId="{8265085E-5F00-42FE-BB3D-650707A9F1AD}" srcOrd="5" destOrd="0" parTransId="{6E5650BF-D2A8-465A-A1BD-ED5992FDA7BD}" sibTransId="{D7388BEC-87EF-430F-A81C-8852BA2F89E2}"/>
    <dgm:cxn modelId="{9A7F3E46-341A-47DC-A80F-88365F6AF009}" srcId="{54AA43E7-BE88-4107-A222-BBBE7CA43A1A}" destId="{332F1265-29CA-40D7-B017-94C7010E6665}" srcOrd="1" destOrd="0" parTransId="{588919C7-B577-429A-A9AC-A718530E7CB1}" sibTransId="{5E2B807D-3050-4EDE-81D6-308015D7A3F9}"/>
    <dgm:cxn modelId="{C217A74D-A837-4DDB-9A4D-F8591032196F}" type="presOf" srcId="{641B4EAE-820D-45B5-95B6-B0FD98B09703}" destId="{7D6DFA49-2322-49C8-8B40-BD6BC9BEDF73}" srcOrd="0" destOrd="0" presId="urn:microsoft.com/office/officeart/2018/2/layout/IconVerticalSolidList"/>
    <dgm:cxn modelId="{21A5B150-9890-46DA-A566-3D99482C62A1}" type="presOf" srcId="{4AD0D252-A9DF-459E-B7AF-DA043D961873}" destId="{C1B7F0FA-0AD2-41E7-94EA-4FBB7A1E1E27}" srcOrd="0" destOrd="0" presId="urn:microsoft.com/office/officeart/2018/2/layout/IconVerticalSolidList"/>
    <dgm:cxn modelId="{67960279-B5A4-4FE6-93E5-946CC679489A}" type="presOf" srcId="{8265085E-5F00-42FE-BB3D-650707A9F1AD}" destId="{0F2098E8-17F7-4051-8CD6-120C0714D8C8}" srcOrd="0" destOrd="0" presId="urn:microsoft.com/office/officeart/2018/2/layout/IconVerticalSolidList"/>
    <dgm:cxn modelId="{80A0EC59-AFA3-444D-BD49-F7A3AE46040A}" type="presOf" srcId="{54AA43E7-BE88-4107-A222-BBBE7CA43A1A}" destId="{2969F513-3200-40B0-A518-347CE049E9F4}" srcOrd="0" destOrd="0" presId="urn:microsoft.com/office/officeart/2018/2/layout/IconVerticalSolidList"/>
    <dgm:cxn modelId="{862C16C5-759D-43CB-AA67-24837AB32FC3}" srcId="{54AA43E7-BE88-4107-A222-BBBE7CA43A1A}" destId="{BE8472FE-58A0-4F82-8AC4-D3AEF78E47B4}" srcOrd="4" destOrd="0" parTransId="{482C63DE-C2DA-4B20-8137-9E7F10FF4A74}" sibTransId="{139A4B8F-CFB7-4EC7-8D67-6FAB821DE96C}"/>
    <dgm:cxn modelId="{8A7D7D65-8D11-4A8F-92D3-D5C945D0884A}" type="presParOf" srcId="{2969F513-3200-40B0-A518-347CE049E9F4}" destId="{27B46675-D1FA-4984-9565-F4C80CB3F2A8}" srcOrd="0" destOrd="0" presId="urn:microsoft.com/office/officeart/2018/2/layout/IconVerticalSolidList"/>
    <dgm:cxn modelId="{F9D3BB05-CCA2-4436-A6D8-229172AB13D3}" type="presParOf" srcId="{27B46675-D1FA-4984-9565-F4C80CB3F2A8}" destId="{783AF9E5-0FBF-4CF2-8FF6-4D53EE2F0D01}" srcOrd="0" destOrd="0" presId="urn:microsoft.com/office/officeart/2018/2/layout/IconVerticalSolidList"/>
    <dgm:cxn modelId="{25E061DD-A5A0-44C1-9348-2F2611B64761}" type="presParOf" srcId="{27B46675-D1FA-4984-9565-F4C80CB3F2A8}" destId="{A8B9A736-6E2D-4701-9DE2-603FE9F6E621}" srcOrd="1" destOrd="0" presId="urn:microsoft.com/office/officeart/2018/2/layout/IconVerticalSolidList"/>
    <dgm:cxn modelId="{DBE2F2A2-8A5D-483B-B14A-C4B1A65BAD52}" type="presParOf" srcId="{27B46675-D1FA-4984-9565-F4C80CB3F2A8}" destId="{4C80CC86-D119-4A5E-8FD0-371D017AD1DA}" srcOrd="2" destOrd="0" presId="urn:microsoft.com/office/officeart/2018/2/layout/IconVerticalSolidList"/>
    <dgm:cxn modelId="{B43B9C50-AECA-4FE0-8686-1D589F669D0A}" type="presParOf" srcId="{27B46675-D1FA-4984-9565-F4C80CB3F2A8}" destId="{7D6DFA49-2322-49C8-8B40-BD6BC9BEDF73}" srcOrd="3" destOrd="0" presId="urn:microsoft.com/office/officeart/2018/2/layout/IconVerticalSolidList"/>
    <dgm:cxn modelId="{904AE562-217A-4E16-A979-22ED9F6A6BA3}" type="presParOf" srcId="{2969F513-3200-40B0-A518-347CE049E9F4}" destId="{BC05F649-9C43-4714-BA99-6C2620644A7D}" srcOrd="1" destOrd="0" presId="urn:microsoft.com/office/officeart/2018/2/layout/IconVerticalSolidList"/>
    <dgm:cxn modelId="{B0C0C34D-024D-4353-A0C6-6E80C8E2078C}" type="presParOf" srcId="{2969F513-3200-40B0-A518-347CE049E9F4}" destId="{58C01D25-390E-4929-B93E-D0E4B51323C5}" srcOrd="2" destOrd="0" presId="urn:microsoft.com/office/officeart/2018/2/layout/IconVerticalSolidList"/>
    <dgm:cxn modelId="{F6DC7117-29CC-48CE-A3A3-0D56E287BE3D}" type="presParOf" srcId="{58C01D25-390E-4929-B93E-D0E4B51323C5}" destId="{F61D6A37-C4B9-414B-998B-805F8148CF99}" srcOrd="0" destOrd="0" presId="urn:microsoft.com/office/officeart/2018/2/layout/IconVerticalSolidList"/>
    <dgm:cxn modelId="{1B4AD53C-87FA-46EE-A102-09B67BBC6F82}" type="presParOf" srcId="{58C01D25-390E-4929-B93E-D0E4B51323C5}" destId="{4BDF741A-5BD7-4022-B4FC-0EA86FFED2EB}" srcOrd="1" destOrd="0" presId="urn:microsoft.com/office/officeart/2018/2/layout/IconVerticalSolidList"/>
    <dgm:cxn modelId="{535A6863-02A2-4D8C-B741-AFF6BDA61083}" type="presParOf" srcId="{58C01D25-390E-4929-B93E-D0E4B51323C5}" destId="{A245CB31-AF57-4BC6-A52D-70AF4E235EB7}" srcOrd="2" destOrd="0" presId="urn:microsoft.com/office/officeart/2018/2/layout/IconVerticalSolidList"/>
    <dgm:cxn modelId="{DEE65FD6-A248-422A-B6D4-D77051EBBB75}" type="presParOf" srcId="{58C01D25-390E-4929-B93E-D0E4B51323C5}" destId="{8EEF1074-1829-4C34-83E6-6EB4BCE89B73}" srcOrd="3" destOrd="0" presId="urn:microsoft.com/office/officeart/2018/2/layout/IconVerticalSolidList"/>
    <dgm:cxn modelId="{8771587D-26F6-443D-90A4-A57AB3622073}" type="presParOf" srcId="{2969F513-3200-40B0-A518-347CE049E9F4}" destId="{7A4A293C-96BE-4DB4-9628-BA8F5147792D}" srcOrd="3" destOrd="0" presId="urn:microsoft.com/office/officeart/2018/2/layout/IconVerticalSolidList"/>
    <dgm:cxn modelId="{0D5046EC-38D0-4081-BF40-47AE7B5160AE}" type="presParOf" srcId="{2969F513-3200-40B0-A518-347CE049E9F4}" destId="{FAAC5E93-D3F5-456C-B88A-7BD2F836AF01}" srcOrd="4" destOrd="0" presId="urn:microsoft.com/office/officeart/2018/2/layout/IconVerticalSolidList"/>
    <dgm:cxn modelId="{4CE6A490-9B79-47A7-A187-75385F90E8D4}" type="presParOf" srcId="{FAAC5E93-D3F5-456C-B88A-7BD2F836AF01}" destId="{CC2AF26E-3243-4AF2-893E-8BBDEBCC4FC2}" srcOrd="0" destOrd="0" presId="urn:microsoft.com/office/officeart/2018/2/layout/IconVerticalSolidList"/>
    <dgm:cxn modelId="{72E7CC9A-190D-4FB4-8F28-DF8816A229D7}" type="presParOf" srcId="{FAAC5E93-D3F5-456C-B88A-7BD2F836AF01}" destId="{D6B445CA-81B1-4BCE-9DA1-F67C0BE5AFEE}" srcOrd="1" destOrd="0" presId="urn:microsoft.com/office/officeart/2018/2/layout/IconVerticalSolidList"/>
    <dgm:cxn modelId="{60E01379-5310-40F0-8FC7-4C8712CB609C}" type="presParOf" srcId="{FAAC5E93-D3F5-456C-B88A-7BD2F836AF01}" destId="{D563E9A4-2D00-492D-98AA-8BD4B0D1FD6D}" srcOrd="2" destOrd="0" presId="urn:microsoft.com/office/officeart/2018/2/layout/IconVerticalSolidList"/>
    <dgm:cxn modelId="{FA202BEE-A5F9-4A27-A311-CF5CA76D08A1}" type="presParOf" srcId="{FAAC5E93-D3F5-456C-B88A-7BD2F836AF01}" destId="{C1B7F0FA-0AD2-41E7-94EA-4FBB7A1E1E27}" srcOrd="3" destOrd="0" presId="urn:microsoft.com/office/officeart/2018/2/layout/IconVerticalSolidList"/>
    <dgm:cxn modelId="{56244DE5-1717-4312-BA25-1C3EB5837E4F}" type="presParOf" srcId="{2969F513-3200-40B0-A518-347CE049E9F4}" destId="{3DC2DE46-8E3D-43D9-B375-E6431FA36611}" srcOrd="5" destOrd="0" presId="urn:microsoft.com/office/officeart/2018/2/layout/IconVerticalSolidList"/>
    <dgm:cxn modelId="{F87F4728-E800-45FD-B5EE-BB80667920B8}" type="presParOf" srcId="{2969F513-3200-40B0-A518-347CE049E9F4}" destId="{3942C5AB-3678-4254-A63A-F653AEF81FBB}" srcOrd="6" destOrd="0" presId="urn:microsoft.com/office/officeart/2018/2/layout/IconVerticalSolidList"/>
    <dgm:cxn modelId="{15690CD0-428E-436C-B28B-BF4575D71F99}" type="presParOf" srcId="{3942C5AB-3678-4254-A63A-F653AEF81FBB}" destId="{6EDE0E69-7D2E-466E-9466-1545340E82AA}" srcOrd="0" destOrd="0" presId="urn:microsoft.com/office/officeart/2018/2/layout/IconVerticalSolidList"/>
    <dgm:cxn modelId="{9E761930-24E5-4516-B132-FF7EEED24B1F}" type="presParOf" srcId="{3942C5AB-3678-4254-A63A-F653AEF81FBB}" destId="{7ED82D45-182E-4E04-85B0-C6BCEEDF2A4D}" srcOrd="1" destOrd="0" presId="urn:microsoft.com/office/officeart/2018/2/layout/IconVerticalSolidList"/>
    <dgm:cxn modelId="{4B058936-F82C-4555-9F03-FD6724E6A457}" type="presParOf" srcId="{3942C5AB-3678-4254-A63A-F653AEF81FBB}" destId="{B1AC1F2C-1D96-41FD-8670-51CE3C541371}" srcOrd="2" destOrd="0" presId="urn:microsoft.com/office/officeart/2018/2/layout/IconVerticalSolidList"/>
    <dgm:cxn modelId="{1091BFAD-1C02-4421-B313-0EA145A2058B}" type="presParOf" srcId="{3942C5AB-3678-4254-A63A-F653AEF81FBB}" destId="{898340B6-1FDD-4561-913B-6B6CCE3B1FA8}" srcOrd="3" destOrd="0" presId="urn:microsoft.com/office/officeart/2018/2/layout/IconVerticalSolidList"/>
    <dgm:cxn modelId="{91E72CBE-AB53-4B8B-8590-B6E5EB26A01A}" type="presParOf" srcId="{2969F513-3200-40B0-A518-347CE049E9F4}" destId="{D8330F0B-55F7-46E4-9E9B-8240F29CF399}" srcOrd="7" destOrd="0" presId="urn:microsoft.com/office/officeart/2018/2/layout/IconVerticalSolidList"/>
    <dgm:cxn modelId="{52B0017A-9137-46F1-A7A7-387DB0FC066C}" type="presParOf" srcId="{2969F513-3200-40B0-A518-347CE049E9F4}" destId="{A2349423-B22D-4898-887D-7A9D990D9C6A}" srcOrd="8" destOrd="0" presId="urn:microsoft.com/office/officeart/2018/2/layout/IconVerticalSolidList"/>
    <dgm:cxn modelId="{9DC8FAA4-ED2F-4D92-8C27-E27F0EE4C483}" type="presParOf" srcId="{A2349423-B22D-4898-887D-7A9D990D9C6A}" destId="{0BDC3E02-B5BA-4B64-87A9-588DBE89E621}" srcOrd="0" destOrd="0" presId="urn:microsoft.com/office/officeart/2018/2/layout/IconVerticalSolidList"/>
    <dgm:cxn modelId="{99FD10A9-621B-49DA-B2F1-4F866B393192}" type="presParOf" srcId="{A2349423-B22D-4898-887D-7A9D990D9C6A}" destId="{80AD319C-DD89-4283-9725-BD5A85D43099}" srcOrd="1" destOrd="0" presId="urn:microsoft.com/office/officeart/2018/2/layout/IconVerticalSolidList"/>
    <dgm:cxn modelId="{787B5EA3-8AC3-45BD-A4B1-4E16BCA1D35E}" type="presParOf" srcId="{A2349423-B22D-4898-887D-7A9D990D9C6A}" destId="{D0BE1734-6996-49AC-B23C-DF8612D0DBEE}" srcOrd="2" destOrd="0" presId="urn:microsoft.com/office/officeart/2018/2/layout/IconVerticalSolidList"/>
    <dgm:cxn modelId="{D6F726A3-5885-4316-8994-0C1B48A0C26B}" type="presParOf" srcId="{A2349423-B22D-4898-887D-7A9D990D9C6A}" destId="{C37919B8-A2F6-45C0-950F-018375AA28F3}" srcOrd="3" destOrd="0" presId="urn:microsoft.com/office/officeart/2018/2/layout/IconVerticalSolidList"/>
    <dgm:cxn modelId="{7BC9E934-99AF-4279-AFC5-BF920585EB4F}" type="presParOf" srcId="{2969F513-3200-40B0-A518-347CE049E9F4}" destId="{12BBA620-B575-430B-9D14-CFAB0D9DEE06}" srcOrd="9" destOrd="0" presId="urn:microsoft.com/office/officeart/2018/2/layout/IconVerticalSolidList"/>
    <dgm:cxn modelId="{D58BCB6A-2CC8-4430-967B-876E6EA567E9}" type="presParOf" srcId="{2969F513-3200-40B0-A518-347CE049E9F4}" destId="{2F054816-14D0-430E-B4F8-982FC0FCAE69}" srcOrd="10" destOrd="0" presId="urn:microsoft.com/office/officeart/2018/2/layout/IconVerticalSolidList"/>
    <dgm:cxn modelId="{FE91805E-D315-48F4-854E-A27F9E2BA0D8}" type="presParOf" srcId="{2F054816-14D0-430E-B4F8-982FC0FCAE69}" destId="{AF6BB1F3-88F7-4A8B-BDE0-509B3C6AA041}" srcOrd="0" destOrd="0" presId="urn:microsoft.com/office/officeart/2018/2/layout/IconVerticalSolidList"/>
    <dgm:cxn modelId="{05803B84-A534-44DA-A6C6-14DA7503EEC4}" type="presParOf" srcId="{2F054816-14D0-430E-B4F8-982FC0FCAE69}" destId="{8E5530CC-5940-4ECE-8529-BC0789AB5EA4}" srcOrd="1" destOrd="0" presId="urn:microsoft.com/office/officeart/2018/2/layout/IconVerticalSolidList"/>
    <dgm:cxn modelId="{4FF47D81-D269-4F1E-ABE5-0482C5B4498A}" type="presParOf" srcId="{2F054816-14D0-430E-B4F8-982FC0FCAE69}" destId="{DD6CAAC0-554F-40CF-9B6C-83F5F1F7FF81}" srcOrd="2" destOrd="0" presId="urn:microsoft.com/office/officeart/2018/2/layout/IconVerticalSolidList"/>
    <dgm:cxn modelId="{7B31640D-4F7F-4B0F-BA7D-D8E4755F1FC6}" type="presParOf" srcId="{2F054816-14D0-430E-B4F8-982FC0FCAE69}" destId="{0F2098E8-17F7-4051-8CD6-120C0714D8C8}" srcOrd="3" destOrd="0" presId="urn:microsoft.com/office/officeart/2018/2/layout/IconVerticalSolidList"/>
    <dgm:cxn modelId="{255BBBD9-3145-4DA6-9960-F2D4EE9DCBEA}" type="presParOf" srcId="{2969F513-3200-40B0-A518-347CE049E9F4}" destId="{0836C5B1-A193-473B-871D-A394C557C591}" srcOrd="11" destOrd="0" presId="urn:microsoft.com/office/officeart/2018/2/layout/IconVerticalSolidList"/>
    <dgm:cxn modelId="{16FA5766-EB0F-4BD4-AE24-60A39D4A2A80}" type="presParOf" srcId="{2969F513-3200-40B0-A518-347CE049E9F4}" destId="{0938DC3B-812E-4F8D-9A8A-ECB7A31813DD}" srcOrd="12" destOrd="0" presId="urn:microsoft.com/office/officeart/2018/2/layout/IconVerticalSolidList"/>
    <dgm:cxn modelId="{E38C5E3A-32C6-4006-9FB5-75EC33D85C27}" type="presParOf" srcId="{0938DC3B-812E-4F8D-9A8A-ECB7A31813DD}" destId="{85015687-8A33-4587-ABB4-6CC371F5D8CB}" srcOrd="0" destOrd="0" presId="urn:microsoft.com/office/officeart/2018/2/layout/IconVerticalSolidList"/>
    <dgm:cxn modelId="{F20D9403-969E-4AA7-8DBA-50DD16BBEB8E}" type="presParOf" srcId="{0938DC3B-812E-4F8D-9A8A-ECB7A31813DD}" destId="{321D1B1E-2408-4238-9842-0C91D3657FA2}" srcOrd="1" destOrd="0" presId="urn:microsoft.com/office/officeart/2018/2/layout/IconVerticalSolidList"/>
    <dgm:cxn modelId="{4321B4DF-EF0D-4D09-96B5-925567FB39E9}" type="presParOf" srcId="{0938DC3B-812E-4F8D-9A8A-ECB7A31813DD}" destId="{19C285F5-3BDF-453A-9A23-77CB6A0AE648}" srcOrd="2" destOrd="0" presId="urn:microsoft.com/office/officeart/2018/2/layout/IconVerticalSolidList"/>
    <dgm:cxn modelId="{CF8143D8-5CE3-4469-B9EC-F59B31F0FBC7}" type="presParOf" srcId="{0938DC3B-812E-4F8D-9A8A-ECB7A31813DD}" destId="{FAA0B98B-AC93-41D1-ACF3-8973E70FCBD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BA0ADE-280E-4D8A-9D5F-932E911109F6}">
      <dsp:nvSpPr>
        <dsp:cNvPr id="0" name=""/>
        <dsp:cNvSpPr/>
      </dsp:nvSpPr>
      <dsp:spPr>
        <a:xfrm>
          <a:off x="0" y="940328"/>
          <a:ext cx="6949440" cy="1735991"/>
        </a:xfrm>
        <a:prstGeom prst="roundRect">
          <a:avLst>
            <a:gd name="adj" fmla="val 10000"/>
          </a:avLst>
        </a:prstGeom>
        <a:gradFill rotWithShape="0">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gradFill>
        <a:ln>
          <a:noFill/>
        </a:ln>
        <a:effectLst/>
      </dsp:spPr>
      <dsp:style>
        <a:lnRef idx="0">
          <a:scrgbClr r="0" g="0" b="0"/>
        </a:lnRef>
        <a:fillRef idx="1">
          <a:scrgbClr r="0" g="0" b="0"/>
        </a:fillRef>
        <a:effectRef idx="0">
          <a:scrgbClr r="0" g="0" b="0"/>
        </a:effectRef>
        <a:fontRef idx="minor"/>
      </dsp:style>
    </dsp:sp>
    <dsp:sp modelId="{B4E8EF85-8B1F-4F9B-AF87-26126CFC902F}">
      <dsp:nvSpPr>
        <dsp:cNvPr id="0" name=""/>
        <dsp:cNvSpPr/>
      </dsp:nvSpPr>
      <dsp:spPr>
        <a:xfrm>
          <a:off x="525137" y="1330926"/>
          <a:ext cx="954795" cy="9547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5B9F67-EA13-4077-ABF6-F95F3D0E7019}">
      <dsp:nvSpPr>
        <dsp:cNvPr id="0" name=""/>
        <dsp:cNvSpPr/>
      </dsp:nvSpPr>
      <dsp:spPr>
        <a:xfrm>
          <a:off x="2005070" y="940328"/>
          <a:ext cx="4944369" cy="1735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726" tIns="183726" rIns="183726" bIns="183726" numCol="1" spcCol="1270" anchor="ctr" anchorCtr="0">
          <a:noAutofit/>
        </a:bodyPr>
        <a:lstStyle/>
        <a:p>
          <a:pPr marL="0" lvl="0" indent="0" algn="l" defTabSz="1111250">
            <a:lnSpc>
              <a:spcPct val="90000"/>
            </a:lnSpc>
            <a:spcBef>
              <a:spcPct val="0"/>
            </a:spcBef>
            <a:spcAft>
              <a:spcPct val="35000"/>
            </a:spcAft>
            <a:buNone/>
          </a:pPr>
          <a:r>
            <a:rPr lang="es-AR" sz="2500" b="0" i="0" kern="1200" baseline="0" dirty="0"/>
            <a:t>¿Qué empresa cambió completamente una industria en los últimos 15 años?</a:t>
          </a:r>
          <a:endParaRPr lang="en-US" sz="2500" kern="1200" dirty="0"/>
        </a:p>
      </dsp:txBody>
      <dsp:txXfrm>
        <a:off x="2005070" y="940328"/>
        <a:ext cx="4944369" cy="1735991"/>
      </dsp:txXfrm>
    </dsp:sp>
    <dsp:sp modelId="{65220F95-DC85-4B65-AB5B-C303B832F2A4}">
      <dsp:nvSpPr>
        <dsp:cNvPr id="0" name=""/>
        <dsp:cNvSpPr/>
      </dsp:nvSpPr>
      <dsp:spPr>
        <a:xfrm>
          <a:off x="0" y="3110317"/>
          <a:ext cx="6949440" cy="1735991"/>
        </a:xfrm>
        <a:prstGeom prst="roundRect">
          <a:avLst>
            <a:gd name="adj" fmla="val 10000"/>
          </a:avLst>
        </a:prstGeom>
        <a:gradFill rotWithShape="0">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gradFill>
        <a:ln>
          <a:noFill/>
        </a:ln>
        <a:effectLst/>
      </dsp:spPr>
      <dsp:style>
        <a:lnRef idx="0">
          <a:scrgbClr r="0" g="0" b="0"/>
        </a:lnRef>
        <a:fillRef idx="1">
          <a:scrgbClr r="0" g="0" b="0"/>
        </a:fillRef>
        <a:effectRef idx="0">
          <a:scrgbClr r="0" g="0" b="0"/>
        </a:effectRef>
        <a:fontRef idx="minor"/>
      </dsp:style>
    </dsp:sp>
    <dsp:sp modelId="{E3BDBF08-1E06-49E6-AB8F-CAF6A8640D9D}">
      <dsp:nvSpPr>
        <dsp:cNvPr id="0" name=""/>
        <dsp:cNvSpPr/>
      </dsp:nvSpPr>
      <dsp:spPr>
        <a:xfrm>
          <a:off x="525137" y="3500915"/>
          <a:ext cx="954795" cy="9547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A0DD40-5A1D-4A8E-9019-E00B76232737}">
      <dsp:nvSpPr>
        <dsp:cNvPr id="0" name=""/>
        <dsp:cNvSpPr/>
      </dsp:nvSpPr>
      <dsp:spPr>
        <a:xfrm>
          <a:off x="2005070" y="3110317"/>
          <a:ext cx="4944369" cy="1735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726" tIns="183726" rIns="183726" bIns="183726" numCol="1" spcCol="1270" anchor="ctr" anchorCtr="0">
          <a:noAutofit/>
        </a:bodyPr>
        <a:lstStyle/>
        <a:p>
          <a:pPr marL="0" lvl="0" indent="0" algn="l" defTabSz="1111250">
            <a:lnSpc>
              <a:spcPct val="90000"/>
            </a:lnSpc>
            <a:spcBef>
              <a:spcPct val="0"/>
            </a:spcBef>
            <a:spcAft>
              <a:spcPct val="35000"/>
            </a:spcAft>
            <a:buNone/>
          </a:pPr>
          <a:r>
            <a:rPr lang="es-AR" sz="2500" b="0" i="0" kern="1200" baseline="0"/>
            <a:t>¿Qué tecnología creen que está cambiando más rápido el mundo hoy?</a:t>
          </a:r>
          <a:endParaRPr lang="en-US" sz="2500" kern="1200"/>
        </a:p>
      </dsp:txBody>
      <dsp:txXfrm>
        <a:off x="2005070" y="3110317"/>
        <a:ext cx="4944369" cy="17359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E118DA-CDD4-4A01-9B21-3554CA96BA87}">
      <dsp:nvSpPr>
        <dsp:cNvPr id="0" name=""/>
        <dsp:cNvSpPr/>
      </dsp:nvSpPr>
      <dsp:spPr>
        <a:xfrm>
          <a:off x="235727" y="558450"/>
          <a:ext cx="1347988" cy="134798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9AE315-0F57-4791-B676-95BD2D80DB88}">
      <dsp:nvSpPr>
        <dsp:cNvPr id="0" name=""/>
        <dsp:cNvSpPr/>
      </dsp:nvSpPr>
      <dsp:spPr>
        <a:xfrm>
          <a:off x="518804" y="841527"/>
          <a:ext cx="781833" cy="7818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C90D15-A042-47E2-904F-0C0996CD370B}">
      <dsp:nvSpPr>
        <dsp:cNvPr id="0" name=""/>
        <dsp:cNvSpPr/>
      </dsp:nvSpPr>
      <dsp:spPr>
        <a:xfrm>
          <a:off x="1872569" y="558450"/>
          <a:ext cx="3177400" cy="1347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s-AR" sz="2400" kern="1200"/>
            <a:t>Tecnologías Disruptivas</a:t>
          </a:r>
          <a:endParaRPr lang="en-US" sz="2400" kern="1200"/>
        </a:p>
      </dsp:txBody>
      <dsp:txXfrm>
        <a:off x="1872569" y="558450"/>
        <a:ext cx="3177400" cy="1347988"/>
      </dsp:txXfrm>
    </dsp:sp>
    <dsp:sp modelId="{6962BABE-0AD9-4E3C-8BE1-28E205BDE773}">
      <dsp:nvSpPr>
        <dsp:cNvPr id="0" name=""/>
        <dsp:cNvSpPr/>
      </dsp:nvSpPr>
      <dsp:spPr>
        <a:xfrm>
          <a:off x="5603608" y="558450"/>
          <a:ext cx="1347988" cy="134798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E181D2-C87E-4A88-A49D-D6C7E3D2EFA1}">
      <dsp:nvSpPr>
        <dsp:cNvPr id="0" name=""/>
        <dsp:cNvSpPr/>
      </dsp:nvSpPr>
      <dsp:spPr>
        <a:xfrm>
          <a:off x="5886686" y="841527"/>
          <a:ext cx="781833" cy="7818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EAD480-08E6-4A43-B253-8D8FB80AA981}">
      <dsp:nvSpPr>
        <dsp:cNvPr id="0" name=""/>
        <dsp:cNvSpPr/>
      </dsp:nvSpPr>
      <dsp:spPr>
        <a:xfrm>
          <a:off x="7240451" y="558450"/>
          <a:ext cx="3177400" cy="1347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s-AR" sz="2400" kern="1200"/>
            <a:t>Bussines Intelligence</a:t>
          </a:r>
          <a:endParaRPr lang="en-US" sz="2400" kern="1200"/>
        </a:p>
      </dsp:txBody>
      <dsp:txXfrm>
        <a:off x="7240451" y="558450"/>
        <a:ext cx="3177400" cy="1347988"/>
      </dsp:txXfrm>
    </dsp:sp>
    <dsp:sp modelId="{42951686-9647-4080-9CA7-9FC87B9E7028}">
      <dsp:nvSpPr>
        <dsp:cNvPr id="0" name=""/>
        <dsp:cNvSpPr/>
      </dsp:nvSpPr>
      <dsp:spPr>
        <a:xfrm>
          <a:off x="235727" y="2687389"/>
          <a:ext cx="1347988" cy="134798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9287C1-ED10-44A8-A560-E79522D654BB}">
      <dsp:nvSpPr>
        <dsp:cNvPr id="0" name=""/>
        <dsp:cNvSpPr/>
      </dsp:nvSpPr>
      <dsp:spPr>
        <a:xfrm>
          <a:off x="518804" y="2970466"/>
          <a:ext cx="781833" cy="7818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FEAB9B-E91E-408C-958D-EA73DF3159C3}">
      <dsp:nvSpPr>
        <dsp:cNvPr id="0" name=""/>
        <dsp:cNvSpPr/>
      </dsp:nvSpPr>
      <dsp:spPr>
        <a:xfrm>
          <a:off x="1872569" y="2687389"/>
          <a:ext cx="3177400" cy="1347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s-AR" sz="2400" kern="1200"/>
            <a:t>Big Data</a:t>
          </a:r>
          <a:endParaRPr lang="en-US" sz="2400" kern="1200"/>
        </a:p>
      </dsp:txBody>
      <dsp:txXfrm>
        <a:off x="1872569" y="2687389"/>
        <a:ext cx="3177400" cy="1347988"/>
      </dsp:txXfrm>
    </dsp:sp>
    <dsp:sp modelId="{6E5C5066-E272-4164-B745-4648EB97E23F}">
      <dsp:nvSpPr>
        <dsp:cNvPr id="0" name=""/>
        <dsp:cNvSpPr/>
      </dsp:nvSpPr>
      <dsp:spPr>
        <a:xfrm>
          <a:off x="5603608" y="2687389"/>
          <a:ext cx="1347988" cy="134798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32031A-A055-48D9-9B9B-9EFBA41853F6}">
      <dsp:nvSpPr>
        <dsp:cNvPr id="0" name=""/>
        <dsp:cNvSpPr/>
      </dsp:nvSpPr>
      <dsp:spPr>
        <a:xfrm>
          <a:off x="5886686" y="2970466"/>
          <a:ext cx="781833" cy="78183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20C9B5-E380-4BFF-AB4D-3009C3AD7A4C}">
      <dsp:nvSpPr>
        <dsp:cNvPr id="0" name=""/>
        <dsp:cNvSpPr/>
      </dsp:nvSpPr>
      <dsp:spPr>
        <a:xfrm>
          <a:off x="7240451" y="2687389"/>
          <a:ext cx="3177400" cy="1347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s-AR" sz="2400" kern="1200"/>
            <a:t>Data Mining</a:t>
          </a:r>
          <a:endParaRPr lang="en-US" sz="2400" kern="1200"/>
        </a:p>
      </dsp:txBody>
      <dsp:txXfrm>
        <a:off x="7240451" y="2687389"/>
        <a:ext cx="3177400" cy="13479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25EEDC-04B0-4AA1-93D0-74E95EBB0A7D}">
      <dsp:nvSpPr>
        <dsp:cNvPr id="0" name=""/>
        <dsp:cNvSpPr/>
      </dsp:nvSpPr>
      <dsp:spPr>
        <a:xfrm>
          <a:off x="0" y="3588"/>
          <a:ext cx="10653579" cy="764441"/>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BA395C22-427C-4682-B2C3-46FA7DBA41D3}">
      <dsp:nvSpPr>
        <dsp:cNvPr id="0" name=""/>
        <dsp:cNvSpPr/>
      </dsp:nvSpPr>
      <dsp:spPr>
        <a:xfrm>
          <a:off x="231243" y="175588"/>
          <a:ext cx="420442" cy="4204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5E4C91-BFC9-43DA-94DB-DC5931DDF20D}">
      <dsp:nvSpPr>
        <dsp:cNvPr id="0" name=""/>
        <dsp:cNvSpPr/>
      </dsp:nvSpPr>
      <dsp:spPr>
        <a:xfrm>
          <a:off x="882930" y="3588"/>
          <a:ext cx="4794110"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800100">
            <a:lnSpc>
              <a:spcPct val="100000"/>
            </a:lnSpc>
            <a:spcBef>
              <a:spcPct val="0"/>
            </a:spcBef>
            <a:spcAft>
              <a:spcPct val="35000"/>
            </a:spcAft>
            <a:buNone/>
          </a:pPr>
          <a:r>
            <a:rPr lang="es-MX" sz="1800" b="1" kern="1200"/>
            <a:t>Transformación de Modelos de Negocio:</a:t>
          </a:r>
          <a:r>
            <a:rPr lang="es-MX" sz="1800" kern="1200"/>
            <a:t> </a:t>
          </a:r>
          <a:endParaRPr lang="en-US" sz="1800" kern="1200"/>
        </a:p>
      </dsp:txBody>
      <dsp:txXfrm>
        <a:off x="882930" y="3588"/>
        <a:ext cx="4794110" cy="764441"/>
      </dsp:txXfrm>
    </dsp:sp>
    <dsp:sp modelId="{009BAAFC-095D-4689-843D-C62A0466F372}">
      <dsp:nvSpPr>
        <dsp:cNvPr id="0" name=""/>
        <dsp:cNvSpPr/>
      </dsp:nvSpPr>
      <dsp:spPr>
        <a:xfrm>
          <a:off x="5677040" y="3588"/>
          <a:ext cx="4976538"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533400">
            <a:lnSpc>
              <a:spcPct val="100000"/>
            </a:lnSpc>
            <a:spcBef>
              <a:spcPct val="0"/>
            </a:spcBef>
            <a:spcAft>
              <a:spcPct val="35000"/>
            </a:spcAft>
            <a:buNone/>
          </a:pPr>
          <a:r>
            <a:rPr lang="es-MX" sz="1200" kern="1200" dirty="0"/>
            <a:t>Alteran la forma en que operan las empresas, permitiendo la creación de nuevos productos y servicios</a:t>
          </a:r>
          <a:endParaRPr lang="en-US" sz="1200" kern="1200" dirty="0"/>
        </a:p>
      </dsp:txBody>
      <dsp:txXfrm>
        <a:off x="5677040" y="3588"/>
        <a:ext cx="4976538" cy="764441"/>
      </dsp:txXfrm>
    </dsp:sp>
    <dsp:sp modelId="{0F9B5F63-688A-4EF0-A66D-5CC819C8A933}">
      <dsp:nvSpPr>
        <dsp:cNvPr id="0" name=""/>
        <dsp:cNvSpPr/>
      </dsp:nvSpPr>
      <dsp:spPr>
        <a:xfrm>
          <a:off x="0" y="959141"/>
          <a:ext cx="10653579" cy="764441"/>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86D34B58-5256-494D-9C9D-F7AB950DB7D1}">
      <dsp:nvSpPr>
        <dsp:cNvPr id="0" name=""/>
        <dsp:cNvSpPr/>
      </dsp:nvSpPr>
      <dsp:spPr>
        <a:xfrm>
          <a:off x="231243" y="1131140"/>
          <a:ext cx="420442" cy="4204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6DB4A2-ECCC-4EC6-9F81-6A0C039C292C}">
      <dsp:nvSpPr>
        <dsp:cNvPr id="0" name=""/>
        <dsp:cNvSpPr/>
      </dsp:nvSpPr>
      <dsp:spPr>
        <a:xfrm>
          <a:off x="882930" y="959141"/>
          <a:ext cx="4794110"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800100">
            <a:lnSpc>
              <a:spcPct val="100000"/>
            </a:lnSpc>
            <a:spcBef>
              <a:spcPct val="0"/>
            </a:spcBef>
            <a:spcAft>
              <a:spcPct val="35000"/>
            </a:spcAft>
            <a:buNone/>
          </a:pPr>
          <a:r>
            <a:rPr lang="es-MX" sz="1800" b="1" kern="1200"/>
            <a:t>Eficiencia y Productividad:</a:t>
          </a:r>
          <a:r>
            <a:rPr lang="es-MX" sz="1800" kern="1200"/>
            <a:t> </a:t>
          </a:r>
          <a:endParaRPr lang="en-US" sz="1800" kern="1200"/>
        </a:p>
      </dsp:txBody>
      <dsp:txXfrm>
        <a:off x="882930" y="959141"/>
        <a:ext cx="4794110" cy="764441"/>
      </dsp:txXfrm>
    </dsp:sp>
    <dsp:sp modelId="{ED00A4E4-3F0F-4269-864D-028FA98B9FEE}">
      <dsp:nvSpPr>
        <dsp:cNvPr id="0" name=""/>
        <dsp:cNvSpPr/>
      </dsp:nvSpPr>
      <dsp:spPr>
        <a:xfrm>
          <a:off x="5677040" y="959141"/>
          <a:ext cx="4976538"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533400">
            <a:lnSpc>
              <a:spcPct val="100000"/>
            </a:lnSpc>
            <a:spcBef>
              <a:spcPct val="0"/>
            </a:spcBef>
            <a:spcAft>
              <a:spcPct val="35000"/>
            </a:spcAft>
            <a:buNone/>
          </a:pPr>
          <a:r>
            <a:rPr lang="es-MX" sz="1200" kern="1200"/>
            <a:t>Automatizan tareas repetitivas, optimizan recursos y reducen costos operativos, como se destaca en el Xubio Blog y en un video de YouTube.</a:t>
          </a:r>
          <a:endParaRPr lang="en-US" sz="1200" kern="1200"/>
        </a:p>
      </dsp:txBody>
      <dsp:txXfrm>
        <a:off x="5677040" y="959141"/>
        <a:ext cx="4976538" cy="764441"/>
      </dsp:txXfrm>
    </dsp:sp>
    <dsp:sp modelId="{0734EF2D-81D4-4C7E-8EF6-2D15B560EDD5}">
      <dsp:nvSpPr>
        <dsp:cNvPr id="0" name=""/>
        <dsp:cNvSpPr/>
      </dsp:nvSpPr>
      <dsp:spPr>
        <a:xfrm>
          <a:off x="0" y="1914693"/>
          <a:ext cx="10653579" cy="764441"/>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EC3E4A9A-BA98-40A8-B301-109E05A5CC03}">
      <dsp:nvSpPr>
        <dsp:cNvPr id="0" name=""/>
        <dsp:cNvSpPr/>
      </dsp:nvSpPr>
      <dsp:spPr>
        <a:xfrm>
          <a:off x="231243" y="2086692"/>
          <a:ext cx="420442" cy="4204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A16987-3D06-4DA2-8CA1-5E6C11527540}">
      <dsp:nvSpPr>
        <dsp:cNvPr id="0" name=""/>
        <dsp:cNvSpPr/>
      </dsp:nvSpPr>
      <dsp:spPr>
        <a:xfrm>
          <a:off x="882930" y="1914693"/>
          <a:ext cx="4794110"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800100">
            <a:lnSpc>
              <a:spcPct val="100000"/>
            </a:lnSpc>
            <a:spcBef>
              <a:spcPct val="0"/>
            </a:spcBef>
            <a:spcAft>
              <a:spcPct val="35000"/>
            </a:spcAft>
            <a:buNone/>
          </a:pPr>
          <a:r>
            <a:rPr lang="es-MX" sz="1800" b="1" kern="1200"/>
            <a:t>Conectividad y Nuevas Experiencias:</a:t>
          </a:r>
          <a:r>
            <a:rPr lang="es-MX" sz="1800" kern="1200"/>
            <a:t> </a:t>
          </a:r>
          <a:endParaRPr lang="en-US" sz="1800" kern="1200"/>
        </a:p>
      </dsp:txBody>
      <dsp:txXfrm>
        <a:off x="882930" y="1914693"/>
        <a:ext cx="4794110" cy="764441"/>
      </dsp:txXfrm>
    </dsp:sp>
    <dsp:sp modelId="{820500B2-A3F9-46D3-A190-83B26C1364DA}">
      <dsp:nvSpPr>
        <dsp:cNvPr id="0" name=""/>
        <dsp:cNvSpPr/>
      </dsp:nvSpPr>
      <dsp:spPr>
        <a:xfrm>
          <a:off x="5677040" y="1914693"/>
          <a:ext cx="4976538"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533400">
            <a:lnSpc>
              <a:spcPct val="100000"/>
            </a:lnSpc>
            <a:spcBef>
              <a:spcPct val="0"/>
            </a:spcBef>
            <a:spcAft>
              <a:spcPct val="35000"/>
            </a:spcAft>
            <a:buNone/>
          </a:pPr>
          <a:r>
            <a:rPr lang="es-MX" sz="1200" kern="1200"/>
            <a:t>Tecnologías como el 5G y el IoT facilitan la interconexión y la hiperpersonalización de productos en tiempo real, señalan EAE Barcelona y la Asociación para el Progreso de la Dirección | APD.</a:t>
          </a:r>
          <a:endParaRPr lang="en-US" sz="1200" kern="1200"/>
        </a:p>
      </dsp:txBody>
      <dsp:txXfrm>
        <a:off x="5677040" y="1914693"/>
        <a:ext cx="4976538" cy="764441"/>
      </dsp:txXfrm>
    </dsp:sp>
    <dsp:sp modelId="{2190B26F-23DE-454C-A0C0-1F38DAA71543}">
      <dsp:nvSpPr>
        <dsp:cNvPr id="0" name=""/>
        <dsp:cNvSpPr/>
      </dsp:nvSpPr>
      <dsp:spPr>
        <a:xfrm>
          <a:off x="0" y="2870245"/>
          <a:ext cx="10653579" cy="764441"/>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3DAEBA4E-3AB5-476B-99F5-8F3A3989C67D}">
      <dsp:nvSpPr>
        <dsp:cNvPr id="0" name=""/>
        <dsp:cNvSpPr/>
      </dsp:nvSpPr>
      <dsp:spPr>
        <a:xfrm>
          <a:off x="231243" y="3042244"/>
          <a:ext cx="420442" cy="42044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9AF66B-6C12-4F17-BB10-0B79CCADA262}">
      <dsp:nvSpPr>
        <dsp:cNvPr id="0" name=""/>
        <dsp:cNvSpPr/>
      </dsp:nvSpPr>
      <dsp:spPr>
        <a:xfrm>
          <a:off x="882930" y="2870245"/>
          <a:ext cx="4794110"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800100">
            <a:lnSpc>
              <a:spcPct val="100000"/>
            </a:lnSpc>
            <a:spcBef>
              <a:spcPct val="0"/>
            </a:spcBef>
            <a:spcAft>
              <a:spcPct val="35000"/>
            </a:spcAft>
            <a:buNone/>
          </a:pPr>
          <a:r>
            <a:rPr lang="es-MX" sz="1800" b="1" kern="1200"/>
            <a:t>Ventaja Competitiva:</a:t>
          </a:r>
          <a:r>
            <a:rPr lang="es-MX" sz="1800" kern="1200"/>
            <a:t> </a:t>
          </a:r>
          <a:endParaRPr lang="en-US" sz="1800" kern="1200"/>
        </a:p>
      </dsp:txBody>
      <dsp:txXfrm>
        <a:off x="882930" y="2870245"/>
        <a:ext cx="4794110" cy="764441"/>
      </dsp:txXfrm>
    </dsp:sp>
    <dsp:sp modelId="{ED4484E1-8514-4706-9273-E527473ABA77}">
      <dsp:nvSpPr>
        <dsp:cNvPr id="0" name=""/>
        <dsp:cNvSpPr/>
      </dsp:nvSpPr>
      <dsp:spPr>
        <a:xfrm>
          <a:off x="5677040" y="2870245"/>
          <a:ext cx="4976538"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533400">
            <a:lnSpc>
              <a:spcPct val="100000"/>
            </a:lnSpc>
            <a:spcBef>
              <a:spcPct val="0"/>
            </a:spcBef>
            <a:spcAft>
              <a:spcPct val="35000"/>
            </a:spcAft>
            <a:buNone/>
          </a:pPr>
          <a:r>
            <a:rPr lang="es-MX" sz="1200" kern="1200"/>
            <a:t>Permiten a nuevas empresas competir con líderes de mercado al ofrecer soluciones más simples y accesibles, apuntan www.telefonica.com y OpenWebinars.</a:t>
          </a:r>
          <a:endParaRPr lang="en-US" sz="1200" kern="1200"/>
        </a:p>
      </dsp:txBody>
      <dsp:txXfrm>
        <a:off x="5677040" y="2870245"/>
        <a:ext cx="4976538" cy="764441"/>
      </dsp:txXfrm>
    </dsp:sp>
    <dsp:sp modelId="{B1A04655-DF8B-4293-9DC9-15E5D38DC3D6}">
      <dsp:nvSpPr>
        <dsp:cNvPr id="0" name=""/>
        <dsp:cNvSpPr/>
      </dsp:nvSpPr>
      <dsp:spPr>
        <a:xfrm>
          <a:off x="0" y="3825797"/>
          <a:ext cx="10653579" cy="764441"/>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69553178-1C22-4CD4-9C46-7D4F233C1231}">
      <dsp:nvSpPr>
        <dsp:cNvPr id="0" name=""/>
        <dsp:cNvSpPr/>
      </dsp:nvSpPr>
      <dsp:spPr>
        <a:xfrm>
          <a:off x="231243" y="3997796"/>
          <a:ext cx="420442" cy="42044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86E428-4058-492F-9B91-E99C48976263}">
      <dsp:nvSpPr>
        <dsp:cNvPr id="0" name=""/>
        <dsp:cNvSpPr/>
      </dsp:nvSpPr>
      <dsp:spPr>
        <a:xfrm>
          <a:off x="882930" y="3825797"/>
          <a:ext cx="4794110"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800100">
            <a:lnSpc>
              <a:spcPct val="100000"/>
            </a:lnSpc>
            <a:spcBef>
              <a:spcPct val="0"/>
            </a:spcBef>
            <a:spcAft>
              <a:spcPct val="35000"/>
            </a:spcAft>
            <a:buNone/>
          </a:pPr>
          <a:r>
            <a:rPr lang="es-MX" sz="1800" b="1" kern="1200"/>
            <a:t>Impacto Social y Sostenibilidad:</a:t>
          </a:r>
          <a:r>
            <a:rPr lang="es-MX" sz="1800" kern="1200"/>
            <a:t> </a:t>
          </a:r>
          <a:endParaRPr lang="en-US" sz="1800" kern="1200"/>
        </a:p>
      </dsp:txBody>
      <dsp:txXfrm>
        <a:off x="882930" y="3825797"/>
        <a:ext cx="4794110" cy="764441"/>
      </dsp:txXfrm>
    </dsp:sp>
    <dsp:sp modelId="{65575C9E-ECAB-4E99-B2F2-40FDBC1D867F}">
      <dsp:nvSpPr>
        <dsp:cNvPr id="0" name=""/>
        <dsp:cNvSpPr/>
      </dsp:nvSpPr>
      <dsp:spPr>
        <a:xfrm>
          <a:off x="5677040" y="3825797"/>
          <a:ext cx="4976538"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533400">
            <a:lnSpc>
              <a:spcPct val="100000"/>
            </a:lnSpc>
            <a:spcBef>
              <a:spcPct val="0"/>
            </a:spcBef>
            <a:spcAft>
              <a:spcPct val="35000"/>
            </a:spcAft>
            <a:buNone/>
          </a:pPr>
          <a:r>
            <a:rPr lang="es-MX" sz="1200" kern="1200"/>
            <a:t>Mejoran la calidad de vida y abordan desafíos globales como la ciberseguridad, la sostenibilidad y la salud.</a:t>
          </a:r>
          <a:endParaRPr lang="en-US" sz="1200" kern="1200"/>
        </a:p>
      </dsp:txBody>
      <dsp:txXfrm>
        <a:off x="5677040" y="3825797"/>
        <a:ext cx="4976538" cy="7644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E0F323-2FE0-4802-810C-DDA1281F7F95}">
      <dsp:nvSpPr>
        <dsp:cNvPr id="0" name=""/>
        <dsp:cNvSpPr/>
      </dsp:nvSpPr>
      <dsp:spPr>
        <a:xfrm>
          <a:off x="1507240" y="2200"/>
          <a:ext cx="6028962" cy="1139811"/>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979" tIns="289512" rIns="116979" bIns="289512" numCol="1" spcCol="1270" anchor="ctr" anchorCtr="0">
          <a:noAutofit/>
        </a:bodyPr>
        <a:lstStyle/>
        <a:p>
          <a:pPr marL="0" lvl="0" indent="0" algn="l" defTabSz="488950">
            <a:lnSpc>
              <a:spcPct val="90000"/>
            </a:lnSpc>
            <a:spcBef>
              <a:spcPct val="0"/>
            </a:spcBef>
            <a:spcAft>
              <a:spcPct val="35000"/>
            </a:spcAft>
            <a:buNone/>
          </a:pPr>
          <a:r>
            <a:rPr lang="es-MX" sz="1100" kern="1200"/>
            <a:t>El primer paso es identificar áreas dentro de tu empresa donde las tecnologías disruptivas pueden tener un impacto significativo. Esto podría incluir la mejora de procesos internos, la creación de nuevos productos o servicios, la optimización de la experiencia del cliente, entre otros.</a:t>
          </a:r>
          <a:endParaRPr lang="en-US" sz="1100" kern="1200"/>
        </a:p>
      </dsp:txBody>
      <dsp:txXfrm>
        <a:off x="1507240" y="2200"/>
        <a:ext cx="6028962" cy="1139811"/>
      </dsp:txXfrm>
    </dsp:sp>
    <dsp:sp modelId="{37EDE59D-FEF4-4B0E-8250-EA6510581F62}">
      <dsp:nvSpPr>
        <dsp:cNvPr id="0" name=""/>
        <dsp:cNvSpPr/>
      </dsp:nvSpPr>
      <dsp:spPr>
        <a:xfrm>
          <a:off x="0" y="2200"/>
          <a:ext cx="1507240" cy="1139811"/>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758" tIns="112588" rIns="79758" bIns="112588" numCol="1" spcCol="1270" anchor="ctr" anchorCtr="0">
          <a:noAutofit/>
        </a:bodyPr>
        <a:lstStyle/>
        <a:p>
          <a:pPr marL="0" lvl="0" indent="0" algn="ctr" defTabSz="622300">
            <a:lnSpc>
              <a:spcPct val="90000"/>
            </a:lnSpc>
            <a:spcBef>
              <a:spcPct val="0"/>
            </a:spcBef>
            <a:spcAft>
              <a:spcPct val="35000"/>
            </a:spcAft>
            <a:buNone/>
          </a:pPr>
          <a:r>
            <a:rPr lang="es-MX" sz="1400" kern="1200"/>
            <a:t>Identificar oportunidades de innovaciones disruptivas:</a:t>
          </a:r>
          <a:endParaRPr lang="en-US" sz="1400" kern="1200"/>
        </a:p>
      </dsp:txBody>
      <dsp:txXfrm>
        <a:off x="0" y="2200"/>
        <a:ext cx="1507240" cy="1139811"/>
      </dsp:txXfrm>
    </dsp:sp>
    <dsp:sp modelId="{16479CD6-4C86-4E64-8027-0F99C1C61C3C}">
      <dsp:nvSpPr>
        <dsp:cNvPr id="0" name=""/>
        <dsp:cNvSpPr/>
      </dsp:nvSpPr>
      <dsp:spPr>
        <a:xfrm>
          <a:off x="1507240" y="1210400"/>
          <a:ext cx="6028962" cy="1139811"/>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979" tIns="289512" rIns="116979" bIns="289512" numCol="1" spcCol="1270" anchor="ctr" anchorCtr="0">
          <a:noAutofit/>
        </a:bodyPr>
        <a:lstStyle/>
        <a:p>
          <a:pPr marL="0" lvl="0" indent="0" algn="l" defTabSz="488950">
            <a:lnSpc>
              <a:spcPct val="90000"/>
            </a:lnSpc>
            <a:spcBef>
              <a:spcPct val="0"/>
            </a:spcBef>
            <a:spcAft>
              <a:spcPct val="35000"/>
            </a:spcAft>
            <a:buNone/>
          </a:pPr>
          <a:r>
            <a:rPr lang="es-MX" sz="1100" kern="1200"/>
            <a:t>Mantente actualizado sobre las tendencias tecnológicas emergentes. Esto implica investigar y explorar nuevas tecnologías, asistir a conferencias, participar en grupos de discusión y colaborar con startups.</a:t>
          </a:r>
          <a:endParaRPr lang="en-US" sz="1100" kern="1200"/>
        </a:p>
      </dsp:txBody>
      <dsp:txXfrm>
        <a:off x="1507240" y="1210400"/>
        <a:ext cx="6028962" cy="1139811"/>
      </dsp:txXfrm>
    </dsp:sp>
    <dsp:sp modelId="{AB6E7684-1D95-4846-B8DD-64D34EF9C97D}">
      <dsp:nvSpPr>
        <dsp:cNvPr id="0" name=""/>
        <dsp:cNvSpPr/>
      </dsp:nvSpPr>
      <dsp:spPr>
        <a:xfrm>
          <a:off x="0" y="1210400"/>
          <a:ext cx="1507240" cy="113981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758" tIns="112588" rIns="79758" bIns="112588" numCol="1" spcCol="1270" anchor="ctr" anchorCtr="0">
          <a:noAutofit/>
        </a:bodyPr>
        <a:lstStyle/>
        <a:p>
          <a:pPr marL="0" lvl="0" indent="0" algn="ctr" defTabSz="622300">
            <a:lnSpc>
              <a:spcPct val="90000"/>
            </a:lnSpc>
            <a:spcBef>
              <a:spcPct val="0"/>
            </a:spcBef>
            <a:spcAft>
              <a:spcPct val="35000"/>
            </a:spcAft>
            <a:buNone/>
          </a:pPr>
          <a:r>
            <a:rPr lang="es-MX" sz="1400" kern="1200"/>
            <a:t>Investigar y explorar:</a:t>
          </a:r>
          <a:endParaRPr lang="en-US" sz="1400" kern="1200"/>
        </a:p>
      </dsp:txBody>
      <dsp:txXfrm>
        <a:off x="0" y="1210400"/>
        <a:ext cx="1507240" cy="1139811"/>
      </dsp:txXfrm>
    </dsp:sp>
    <dsp:sp modelId="{513A2902-21C8-46DC-BD1A-1AAAA49A16EB}">
      <dsp:nvSpPr>
        <dsp:cNvPr id="0" name=""/>
        <dsp:cNvSpPr/>
      </dsp:nvSpPr>
      <dsp:spPr>
        <a:xfrm>
          <a:off x="1507240" y="2418601"/>
          <a:ext cx="6028962" cy="1139811"/>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979" tIns="289512" rIns="116979" bIns="289512" numCol="1" spcCol="1270" anchor="ctr" anchorCtr="0">
          <a:noAutofit/>
        </a:bodyPr>
        <a:lstStyle/>
        <a:p>
          <a:pPr marL="0" lvl="0" indent="0" algn="l" defTabSz="488950">
            <a:lnSpc>
              <a:spcPct val="90000"/>
            </a:lnSpc>
            <a:spcBef>
              <a:spcPct val="0"/>
            </a:spcBef>
            <a:spcAft>
              <a:spcPct val="35000"/>
            </a:spcAft>
            <a:buNone/>
          </a:pPr>
          <a:r>
            <a:rPr lang="es-MX" sz="1100" kern="1200"/>
            <a:t>Define objetivos específicos que deseas lograr con la implementación de tecnologías disruptivas. Estos objetivos deben ser medibles y alineados con la estrategia general de la empresa.</a:t>
          </a:r>
          <a:endParaRPr lang="en-US" sz="1100" kern="1200"/>
        </a:p>
      </dsp:txBody>
      <dsp:txXfrm>
        <a:off x="1507240" y="2418601"/>
        <a:ext cx="6028962" cy="1139811"/>
      </dsp:txXfrm>
    </dsp:sp>
    <dsp:sp modelId="{8BDDD7C8-E2D0-4D14-A6D8-9FC36AF17C30}">
      <dsp:nvSpPr>
        <dsp:cNvPr id="0" name=""/>
        <dsp:cNvSpPr/>
      </dsp:nvSpPr>
      <dsp:spPr>
        <a:xfrm>
          <a:off x="0" y="2418601"/>
          <a:ext cx="1507240" cy="1139811"/>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758" tIns="112588" rIns="79758" bIns="112588" numCol="1" spcCol="1270" anchor="ctr" anchorCtr="0">
          <a:noAutofit/>
        </a:bodyPr>
        <a:lstStyle/>
        <a:p>
          <a:pPr marL="0" lvl="0" indent="0" algn="ctr" defTabSz="622300">
            <a:lnSpc>
              <a:spcPct val="90000"/>
            </a:lnSpc>
            <a:spcBef>
              <a:spcPct val="0"/>
            </a:spcBef>
            <a:spcAft>
              <a:spcPct val="35000"/>
            </a:spcAft>
            <a:buNone/>
          </a:pPr>
          <a:r>
            <a:rPr lang="es-MX" sz="1400" kern="1200"/>
            <a:t>Establecer objetivos claros:</a:t>
          </a:r>
          <a:endParaRPr lang="en-US" sz="1400" kern="1200"/>
        </a:p>
      </dsp:txBody>
      <dsp:txXfrm>
        <a:off x="0" y="2418601"/>
        <a:ext cx="1507240" cy="1139811"/>
      </dsp:txXfrm>
    </dsp:sp>
    <dsp:sp modelId="{DF8DDF85-004F-4D63-8C75-A9131D576082}">
      <dsp:nvSpPr>
        <dsp:cNvPr id="0" name=""/>
        <dsp:cNvSpPr/>
      </dsp:nvSpPr>
      <dsp:spPr>
        <a:xfrm>
          <a:off x="1507240" y="3626801"/>
          <a:ext cx="6028962" cy="1139811"/>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979" tIns="289512" rIns="116979" bIns="289512" numCol="1" spcCol="1270" anchor="ctr" anchorCtr="0">
          <a:noAutofit/>
        </a:bodyPr>
        <a:lstStyle/>
        <a:p>
          <a:pPr marL="0" lvl="0" indent="0" algn="l" defTabSz="488950">
            <a:lnSpc>
              <a:spcPct val="90000"/>
            </a:lnSpc>
            <a:spcBef>
              <a:spcPct val="0"/>
            </a:spcBef>
            <a:spcAft>
              <a:spcPct val="35000"/>
            </a:spcAft>
            <a:buNone/>
          </a:pPr>
          <a:r>
            <a:rPr lang="es-MX" sz="1100" kern="1200"/>
            <a:t>Crea un plan detallado que incluya la selección de tecnologías específicas, plazos, recursos necesarios y responsabilidades. </a:t>
          </a:r>
          <a:endParaRPr lang="en-US" sz="1100" kern="1200"/>
        </a:p>
      </dsp:txBody>
      <dsp:txXfrm>
        <a:off x="1507240" y="3626801"/>
        <a:ext cx="6028962" cy="1139811"/>
      </dsp:txXfrm>
    </dsp:sp>
    <dsp:sp modelId="{0DBDA750-0B7B-4F66-AF50-247B974B8842}">
      <dsp:nvSpPr>
        <dsp:cNvPr id="0" name=""/>
        <dsp:cNvSpPr/>
      </dsp:nvSpPr>
      <dsp:spPr>
        <a:xfrm>
          <a:off x="0" y="3626801"/>
          <a:ext cx="1507240" cy="1139811"/>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758" tIns="112588" rIns="79758" bIns="112588" numCol="1" spcCol="1270" anchor="ctr" anchorCtr="0">
          <a:noAutofit/>
        </a:bodyPr>
        <a:lstStyle/>
        <a:p>
          <a:pPr marL="0" lvl="0" indent="0" algn="ctr" defTabSz="622300">
            <a:lnSpc>
              <a:spcPct val="90000"/>
            </a:lnSpc>
            <a:spcBef>
              <a:spcPct val="0"/>
            </a:spcBef>
            <a:spcAft>
              <a:spcPct val="35000"/>
            </a:spcAft>
            <a:buNone/>
          </a:pPr>
          <a:r>
            <a:rPr lang="es-MX" sz="1400" kern="1200"/>
            <a:t>Desarrollar un plan de acción:</a:t>
          </a:r>
          <a:endParaRPr lang="en-US" sz="1400" kern="1200"/>
        </a:p>
      </dsp:txBody>
      <dsp:txXfrm>
        <a:off x="0" y="3626801"/>
        <a:ext cx="1507240" cy="113981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E60C2E-B83A-434B-94B9-4B2CB4104B6D}">
      <dsp:nvSpPr>
        <dsp:cNvPr id="0" name=""/>
        <dsp:cNvSpPr/>
      </dsp:nvSpPr>
      <dsp:spPr>
        <a:xfrm>
          <a:off x="0" y="496"/>
          <a:ext cx="10335350" cy="116155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4EC794-B8E2-458F-88B2-CCF7497CA336}">
      <dsp:nvSpPr>
        <dsp:cNvPr id="0" name=""/>
        <dsp:cNvSpPr/>
      </dsp:nvSpPr>
      <dsp:spPr>
        <a:xfrm>
          <a:off x="351370" y="261845"/>
          <a:ext cx="638854" cy="6388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BF944E-B5FB-4BF9-A6CB-8DBB49792A44}">
      <dsp:nvSpPr>
        <dsp:cNvPr id="0" name=""/>
        <dsp:cNvSpPr/>
      </dsp:nvSpPr>
      <dsp:spPr>
        <a:xfrm>
          <a:off x="1341594" y="496"/>
          <a:ext cx="4650907" cy="11615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931" tIns="122931" rIns="122931" bIns="122931" numCol="1" spcCol="1270" anchor="ctr" anchorCtr="0">
          <a:noAutofit/>
        </a:bodyPr>
        <a:lstStyle/>
        <a:p>
          <a:pPr marL="0" lvl="0" indent="0" algn="l" defTabSz="1111250">
            <a:lnSpc>
              <a:spcPct val="100000"/>
            </a:lnSpc>
            <a:spcBef>
              <a:spcPct val="0"/>
            </a:spcBef>
            <a:spcAft>
              <a:spcPct val="35000"/>
            </a:spcAft>
            <a:buNone/>
          </a:pPr>
          <a:r>
            <a:rPr lang="es-MX" sz="2500" kern="1200"/>
            <a:t>Capacitar al personal:</a:t>
          </a:r>
          <a:endParaRPr lang="en-US" sz="2500" kern="1200"/>
        </a:p>
      </dsp:txBody>
      <dsp:txXfrm>
        <a:off x="1341594" y="496"/>
        <a:ext cx="4650907" cy="1161553"/>
      </dsp:txXfrm>
    </dsp:sp>
    <dsp:sp modelId="{76271DFE-B425-4B5A-92CE-14E73656BA10}">
      <dsp:nvSpPr>
        <dsp:cNvPr id="0" name=""/>
        <dsp:cNvSpPr/>
      </dsp:nvSpPr>
      <dsp:spPr>
        <a:xfrm>
          <a:off x="5992502" y="496"/>
          <a:ext cx="4342847" cy="11615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931" tIns="122931" rIns="122931" bIns="122931" numCol="1" spcCol="1270" anchor="ctr" anchorCtr="0">
          <a:noAutofit/>
        </a:bodyPr>
        <a:lstStyle/>
        <a:p>
          <a:pPr marL="0" lvl="0" indent="0" algn="l" defTabSz="577850">
            <a:lnSpc>
              <a:spcPct val="100000"/>
            </a:lnSpc>
            <a:spcBef>
              <a:spcPct val="0"/>
            </a:spcBef>
            <a:spcAft>
              <a:spcPct val="35000"/>
            </a:spcAft>
            <a:buNone/>
          </a:pPr>
          <a:r>
            <a:rPr lang="es-MX" sz="1300" kern="1200"/>
            <a:t>Proporciona capacitación y desarrollo profesional a tu personal para que puedan utilizar y aprovechar las nuevas tecnologías de manera efectiva.</a:t>
          </a:r>
          <a:endParaRPr lang="en-US" sz="1300" kern="1200"/>
        </a:p>
      </dsp:txBody>
      <dsp:txXfrm>
        <a:off x="5992502" y="496"/>
        <a:ext cx="4342847" cy="1161553"/>
      </dsp:txXfrm>
    </dsp:sp>
    <dsp:sp modelId="{09710177-1DFB-4437-AB14-8EEF9CAC39D4}">
      <dsp:nvSpPr>
        <dsp:cNvPr id="0" name=""/>
        <dsp:cNvSpPr/>
      </dsp:nvSpPr>
      <dsp:spPr>
        <a:xfrm>
          <a:off x="0" y="1452438"/>
          <a:ext cx="10335350" cy="116155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6305A1-D8B5-4332-875B-C0FEF16FD376}">
      <dsp:nvSpPr>
        <dsp:cNvPr id="0" name=""/>
        <dsp:cNvSpPr/>
      </dsp:nvSpPr>
      <dsp:spPr>
        <a:xfrm>
          <a:off x="351370" y="1713788"/>
          <a:ext cx="638854" cy="6388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85DA4E-C612-416B-A14B-6DE23F3E94EE}">
      <dsp:nvSpPr>
        <dsp:cNvPr id="0" name=""/>
        <dsp:cNvSpPr/>
      </dsp:nvSpPr>
      <dsp:spPr>
        <a:xfrm>
          <a:off x="1341594" y="1452438"/>
          <a:ext cx="4650907" cy="11615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931" tIns="122931" rIns="122931" bIns="122931" numCol="1" spcCol="1270" anchor="ctr" anchorCtr="0">
          <a:noAutofit/>
        </a:bodyPr>
        <a:lstStyle/>
        <a:p>
          <a:pPr marL="0" lvl="0" indent="0" algn="l" defTabSz="1111250">
            <a:lnSpc>
              <a:spcPct val="100000"/>
            </a:lnSpc>
            <a:spcBef>
              <a:spcPct val="0"/>
            </a:spcBef>
            <a:spcAft>
              <a:spcPct val="35000"/>
            </a:spcAft>
            <a:buNone/>
          </a:pPr>
          <a:r>
            <a:rPr lang="es-MX" sz="2500" kern="1200"/>
            <a:t>Medir y evaluar:</a:t>
          </a:r>
          <a:endParaRPr lang="en-US" sz="2500" kern="1200"/>
        </a:p>
      </dsp:txBody>
      <dsp:txXfrm>
        <a:off x="1341594" y="1452438"/>
        <a:ext cx="4650907" cy="1161553"/>
      </dsp:txXfrm>
    </dsp:sp>
    <dsp:sp modelId="{E4B03E4D-DC4B-40D8-ABAD-B95C6573D5DA}">
      <dsp:nvSpPr>
        <dsp:cNvPr id="0" name=""/>
        <dsp:cNvSpPr/>
      </dsp:nvSpPr>
      <dsp:spPr>
        <a:xfrm>
          <a:off x="5992502" y="1452438"/>
          <a:ext cx="4342847" cy="11615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931" tIns="122931" rIns="122931" bIns="122931" numCol="1" spcCol="1270" anchor="ctr" anchorCtr="0">
          <a:noAutofit/>
        </a:bodyPr>
        <a:lstStyle/>
        <a:p>
          <a:pPr marL="0" lvl="0" indent="0" algn="l" defTabSz="577850">
            <a:lnSpc>
              <a:spcPct val="100000"/>
            </a:lnSpc>
            <a:spcBef>
              <a:spcPct val="0"/>
            </a:spcBef>
            <a:spcAft>
              <a:spcPct val="35000"/>
            </a:spcAft>
            <a:buNone/>
          </a:pPr>
          <a:r>
            <a:rPr lang="es-MX" sz="1300" kern="1200"/>
            <a:t>Establece métricas y KPIs (Indicadores Clave de Rendimiento) para medir el éxito de la implementación. Realiza un seguimiento constante y ajusta tu estrategia según sea necesario.</a:t>
          </a:r>
          <a:endParaRPr lang="en-US" sz="1300" kern="1200"/>
        </a:p>
      </dsp:txBody>
      <dsp:txXfrm>
        <a:off x="5992502" y="1452438"/>
        <a:ext cx="4342847" cy="1161553"/>
      </dsp:txXfrm>
    </dsp:sp>
    <dsp:sp modelId="{F8218078-7DD2-40F2-804F-FCE6431985C4}">
      <dsp:nvSpPr>
        <dsp:cNvPr id="0" name=""/>
        <dsp:cNvSpPr/>
      </dsp:nvSpPr>
      <dsp:spPr>
        <a:xfrm>
          <a:off x="0" y="2904380"/>
          <a:ext cx="10335350" cy="116155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220E4E-C43D-4F35-BF68-5970F3B9230B}">
      <dsp:nvSpPr>
        <dsp:cNvPr id="0" name=""/>
        <dsp:cNvSpPr/>
      </dsp:nvSpPr>
      <dsp:spPr>
        <a:xfrm>
          <a:off x="351370" y="3165730"/>
          <a:ext cx="638854" cy="6388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A65D8E-D7CB-48FE-A7D8-AEAC7805FA76}">
      <dsp:nvSpPr>
        <dsp:cNvPr id="0" name=""/>
        <dsp:cNvSpPr/>
      </dsp:nvSpPr>
      <dsp:spPr>
        <a:xfrm>
          <a:off x="1341594" y="2904380"/>
          <a:ext cx="4650907" cy="11615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931" tIns="122931" rIns="122931" bIns="122931" numCol="1" spcCol="1270" anchor="ctr" anchorCtr="0">
          <a:noAutofit/>
        </a:bodyPr>
        <a:lstStyle/>
        <a:p>
          <a:pPr marL="0" lvl="0" indent="0" algn="l" defTabSz="1111250">
            <a:lnSpc>
              <a:spcPct val="100000"/>
            </a:lnSpc>
            <a:spcBef>
              <a:spcPct val="0"/>
            </a:spcBef>
            <a:spcAft>
              <a:spcPct val="35000"/>
            </a:spcAft>
            <a:buNone/>
          </a:pPr>
          <a:r>
            <a:rPr lang="es-MX" sz="2500" kern="1200"/>
            <a:t>Iterar y mejorar:</a:t>
          </a:r>
          <a:endParaRPr lang="en-US" sz="2500" kern="1200"/>
        </a:p>
      </dsp:txBody>
      <dsp:txXfrm>
        <a:off x="1341594" y="2904380"/>
        <a:ext cx="4650907" cy="1161553"/>
      </dsp:txXfrm>
    </dsp:sp>
    <dsp:sp modelId="{CB0FD796-D753-43D3-B46C-533C441F7D14}">
      <dsp:nvSpPr>
        <dsp:cNvPr id="0" name=""/>
        <dsp:cNvSpPr/>
      </dsp:nvSpPr>
      <dsp:spPr>
        <a:xfrm>
          <a:off x="5992502" y="2904380"/>
          <a:ext cx="4342847" cy="11615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931" tIns="122931" rIns="122931" bIns="122931" numCol="1" spcCol="1270" anchor="ctr" anchorCtr="0">
          <a:noAutofit/>
        </a:bodyPr>
        <a:lstStyle/>
        <a:p>
          <a:pPr marL="0" lvl="0" indent="0" algn="l" defTabSz="577850">
            <a:lnSpc>
              <a:spcPct val="100000"/>
            </a:lnSpc>
            <a:spcBef>
              <a:spcPct val="0"/>
            </a:spcBef>
            <a:spcAft>
              <a:spcPct val="35000"/>
            </a:spcAft>
            <a:buNone/>
          </a:pPr>
          <a:r>
            <a:rPr lang="es-MX" sz="1300" kern="1200"/>
            <a:t>La innovación disruptiva es un proceso continuo. A medida que evolucionan las tecnologías y las necesidades de tu empresa, sé flexible y esté dispuesto a reinventarte y mejorar constantemente.</a:t>
          </a:r>
          <a:endParaRPr lang="en-US" sz="1300" kern="1200"/>
        </a:p>
      </dsp:txBody>
      <dsp:txXfrm>
        <a:off x="5992502" y="2904380"/>
        <a:ext cx="4342847" cy="116155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6D4102-E6C6-463E-AB1F-9A03E6ECA555}">
      <dsp:nvSpPr>
        <dsp:cNvPr id="0" name=""/>
        <dsp:cNvSpPr/>
      </dsp:nvSpPr>
      <dsp:spPr>
        <a:xfrm>
          <a:off x="0" y="1906"/>
          <a:ext cx="10653579" cy="966318"/>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E2721E0C-EB61-461F-B060-3DC9BC556F00}">
      <dsp:nvSpPr>
        <dsp:cNvPr id="0" name=""/>
        <dsp:cNvSpPr/>
      </dsp:nvSpPr>
      <dsp:spPr>
        <a:xfrm>
          <a:off x="292311" y="219328"/>
          <a:ext cx="531475" cy="5314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999E6B-3C3B-4F37-BF57-5B5E4C510FB3}">
      <dsp:nvSpPr>
        <dsp:cNvPr id="0" name=""/>
        <dsp:cNvSpPr/>
      </dsp:nvSpPr>
      <dsp:spPr>
        <a:xfrm>
          <a:off x="1116098" y="1906"/>
          <a:ext cx="9537480" cy="966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269" tIns="102269" rIns="102269" bIns="102269" numCol="1" spcCol="1270" anchor="ctr" anchorCtr="0">
          <a:noAutofit/>
        </a:bodyPr>
        <a:lstStyle/>
        <a:p>
          <a:pPr marL="0" lvl="0" indent="0" algn="l" defTabSz="977900">
            <a:lnSpc>
              <a:spcPct val="100000"/>
            </a:lnSpc>
            <a:spcBef>
              <a:spcPct val="0"/>
            </a:spcBef>
            <a:spcAft>
              <a:spcPct val="35000"/>
            </a:spcAft>
            <a:buNone/>
          </a:pPr>
          <a:r>
            <a:rPr lang="es-MX" sz="2200" b="1" kern="1200"/>
            <a:t>Inteligencia Artificial (IA):</a:t>
          </a:r>
          <a:r>
            <a:rPr lang="es-MX" sz="2200" kern="1200"/>
            <a:t> Automatiza tareas complejas y optimiza la toma de decisiones.</a:t>
          </a:r>
          <a:endParaRPr lang="en-US" sz="2200" kern="1200"/>
        </a:p>
      </dsp:txBody>
      <dsp:txXfrm>
        <a:off x="1116098" y="1906"/>
        <a:ext cx="9537480" cy="966318"/>
      </dsp:txXfrm>
    </dsp:sp>
    <dsp:sp modelId="{CAA8BE83-8D73-4B09-B2E4-25EBF8D4E2C6}">
      <dsp:nvSpPr>
        <dsp:cNvPr id="0" name=""/>
        <dsp:cNvSpPr/>
      </dsp:nvSpPr>
      <dsp:spPr>
        <a:xfrm>
          <a:off x="0" y="1209805"/>
          <a:ext cx="10653579" cy="966318"/>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F5A66DDF-CFEF-47A0-A266-8B27BA4CA2B5}">
      <dsp:nvSpPr>
        <dsp:cNvPr id="0" name=""/>
        <dsp:cNvSpPr/>
      </dsp:nvSpPr>
      <dsp:spPr>
        <a:xfrm>
          <a:off x="292311" y="1427226"/>
          <a:ext cx="531475" cy="5314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0F0467-83FC-4C3C-BC1D-B01C8D7294EC}">
      <dsp:nvSpPr>
        <dsp:cNvPr id="0" name=""/>
        <dsp:cNvSpPr/>
      </dsp:nvSpPr>
      <dsp:spPr>
        <a:xfrm>
          <a:off x="1116098" y="1209805"/>
          <a:ext cx="9537480" cy="966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269" tIns="102269" rIns="102269" bIns="102269" numCol="1" spcCol="1270" anchor="ctr" anchorCtr="0">
          <a:noAutofit/>
        </a:bodyPr>
        <a:lstStyle/>
        <a:p>
          <a:pPr marL="0" lvl="0" indent="0" algn="l" defTabSz="977900">
            <a:lnSpc>
              <a:spcPct val="100000"/>
            </a:lnSpc>
            <a:spcBef>
              <a:spcPct val="0"/>
            </a:spcBef>
            <a:spcAft>
              <a:spcPct val="35000"/>
            </a:spcAft>
            <a:buNone/>
          </a:pPr>
          <a:r>
            <a:rPr lang="es-MX" sz="2200" b="1" kern="1200"/>
            <a:t>Blockchain:</a:t>
          </a:r>
          <a:r>
            <a:rPr lang="es-MX" sz="2200" kern="1200"/>
            <a:t> Aporta transparencia y seguridad en transacciones.</a:t>
          </a:r>
          <a:endParaRPr lang="en-US" sz="2200" kern="1200"/>
        </a:p>
      </dsp:txBody>
      <dsp:txXfrm>
        <a:off x="1116098" y="1209805"/>
        <a:ext cx="9537480" cy="966318"/>
      </dsp:txXfrm>
    </dsp:sp>
    <dsp:sp modelId="{5A643AE3-E2F0-40A4-BA62-5C205BDA5AEB}">
      <dsp:nvSpPr>
        <dsp:cNvPr id="0" name=""/>
        <dsp:cNvSpPr/>
      </dsp:nvSpPr>
      <dsp:spPr>
        <a:xfrm>
          <a:off x="0" y="2417703"/>
          <a:ext cx="10653579" cy="966318"/>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8D4F5E2D-24E9-4F77-A928-19B6A693DFA9}">
      <dsp:nvSpPr>
        <dsp:cNvPr id="0" name=""/>
        <dsp:cNvSpPr/>
      </dsp:nvSpPr>
      <dsp:spPr>
        <a:xfrm>
          <a:off x="292311" y="2635125"/>
          <a:ext cx="531475" cy="5314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AA4923-5B66-42CD-BA91-63DCE1B9E0DB}">
      <dsp:nvSpPr>
        <dsp:cNvPr id="0" name=""/>
        <dsp:cNvSpPr/>
      </dsp:nvSpPr>
      <dsp:spPr>
        <a:xfrm>
          <a:off x="1116098" y="2417703"/>
          <a:ext cx="9537480" cy="966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269" tIns="102269" rIns="102269" bIns="102269" numCol="1" spcCol="1270" anchor="ctr" anchorCtr="0">
          <a:noAutofit/>
        </a:bodyPr>
        <a:lstStyle/>
        <a:p>
          <a:pPr marL="0" lvl="0" indent="0" algn="l" defTabSz="977900">
            <a:lnSpc>
              <a:spcPct val="100000"/>
            </a:lnSpc>
            <a:spcBef>
              <a:spcPct val="0"/>
            </a:spcBef>
            <a:spcAft>
              <a:spcPct val="35000"/>
            </a:spcAft>
            <a:buNone/>
          </a:pPr>
          <a:r>
            <a:rPr lang="es-MX" sz="2200" b="1" kern="1200"/>
            <a:t>Cloud Computing (Nube):</a:t>
          </a:r>
          <a:r>
            <a:rPr lang="es-MX" sz="2200" kern="1200"/>
            <a:t> Flexibiliza y reduce costes de infraestructura.</a:t>
          </a:r>
          <a:endParaRPr lang="en-US" sz="2200" kern="1200"/>
        </a:p>
      </dsp:txBody>
      <dsp:txXfrm>
        <a:off x="1116098" y="2417703"/>
        <a:ext cx="9537480" cy="966318"/>
      </dsp:txXfrm>
    </dsp:sp>
    <dsp:sp modelId="{2281C4EC-3B6B-41CB-B712-6123521A8CDC}">
      <dsp:nvSpPr>
        <dsp:cNvPr id="0" name=""/>
        <dsp:cNvSpPr/>
      </dsp:nvSpPr>
      <dsp:spPr>
        <a:xfrm>
          <a:off x="0" y="3625602"/>
          <a:ext cx="10653579" cy="966318"/>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14A14656-5405-49D1-A61B-8361723BCA55}">
      <dsp:nvSpPr>
        <dsp:cNvPr id="0" name=""/>
        <dsp:cNvSpPr/>
      </dsp:nvSpPr>
      <dsp:spPr>
        <a:xfrm>
          <a:off x="292311" y="3843024"/>
          <a:ext cx="531475" cy="53147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BDB44C-58B7-4E75-95E2-231FD2FD55EB}">
      <dsp:nvSpPr>
        <dsp:cNvPr id="0" name=""/>
        <dsp:cNvSpPr/>
      </dsp:nvSpPr>
      <dsp:spPr>
        <a:xfrm>
          <a:off x="1116098" y="3625602"/>
          <a:ext cx="9537480" cy="966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269" tIns="102269" rIns="102269" bIns="102269" numCol="1" spcCol="1270" anchor="ctr" anchorCtr="0">
          <a:noAutofit/>
        </a:bodyPr>
        <a:lstStyle/>
        <a:p>
          <a:pPr marL="0" lvl="0" indent="0" algn="l" defTabSz="977900">
            <a:lnSpc>
              <a:spcPct val="100000"/>
            </a:lnSpc>
            <a:spcBef>
              <a:spcPct val="0"/>
            </a:spcBef>
            <a:spcAft>
              <a:spcPct val="35000"/>
            </a:spcAft>
            <a:buNone/>
          </a:pPr>
          <a:r>
            <a:rPr lang="es-MX" sz="2200" b="1" kern="1200"/>
            <a:t>5G:</a:t>
          </a:r>
          <a:r>
            <a:rPr lang="es-MX" sz="2200" kern="1200"/>
            <a:t> Mejora drásticamente la conectividad.</a:t>
          </a:r>
          <a:endParaRPr lang="en-US" sz="2200" kern="1200"/>
        </a:p>
      </dsp:txBody>
      <dsp:txXfrm>
        <a:off x="1116098" y="3625602"/>
        <a:ext cx="9537480" cy="9663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C7102-C6EE-4A4C-A780-1D47A38B8F59}">
      <dsp:nvSpPr>
        <dsp:cNvPr id="0" name=""/>
        <dsp:cNvSpPr/>
      </dsp:nvSpPr>
      <dsp:spPr>
        <a:xfrm>
          <a:off x="0" y="1427"/>
          <a:ext cx="10945037" cy="6084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4EC51E-34D0-4E53-BA68-B8C2EE49C415}">
      <dsp:nvSpPr>
        <dsp:cNvPr id="0" name=""/>
        <dsp:cNvSpPr/>
      </dsp:nvSpPr>
      <dsp:spPr>
        <a:xfrm>
          <a:off x="184065" y="138336"/>
          <a:ext cx="334665" cy="3346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29A032-12E5-4CC1-8A05-F9069EEA3C6C}">
      <dsp:nvSpPr>
        <dsp:cNvPr id="0" name=""/>
        <dsp:cNvSpPr/>
      </dsp:nvSpPr>
      <dsp:spPr>
        <a:xfrm>
          <a:off x="702797" y="1427"/>
          <a:ext cx="4925266" cy="60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398" tIns="64398" rIns="64398" bIns="64398" numCol="1" spcCol="1270" anchor="ctr" anchorCtr="0">
          <a:noAutofit/>
        </a:bodyPr>
        <a:lstStyle/>
        <a:p>
          <a:pPr marL="0" lvl="0" indent="0" algn="l" defTabSz="844550">
            <a:lnSpc>
              <a:spcPct val="100000"/>
            </a:lnSpc>
            <a:spcBef>
              <a:spcPct val="0"/>
            </a:spcBef>
            <a:spcAft>
              <a:spcPct val="35000"/>
            </a:spcAft>
            <a:buNone/>
          </a:pPr>
          <a:r>
            <a:rPr lang="es-MX" sz="1900" b="1" kern="1200"/>
            <a:t>Eficiencia Operativa y Automatización:</a:t>
          </a:r>
          <a:r>
            <a:rPr lang="es-MX" sz="1900" kern="1200"/>
            <a:t> </a:t>
          </a:r>
          <a:endParaRPr lang="en-US" sz="1900" kern="1200"/>
        </a:p>
      </dsp:txBody>
      <dsp:txXfrm>
        <a:off x="702797" y="1427"/>
        <a:ext cx="4925266" cy="608482"/>
      </dsp:txXfrm>
    </dsp:sp>
    <dsp:sp modelId="{2E729D92-8C95-400D-A82F-429A70D0BEA9}">
      <dsp:nvSpPr>
        <dsp:cNvPr id="0" name=""/>
        <dsp:cNvSpPr/>
      </dsp:nvSpPr>
      <dsp:spPr>
        <a:xfrm>
          <a:off x="5628063" y="1427"/>
          <a:ext cx="5316973" cy="60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398" tIns="64398" rIns="64398" bIns="64398" numCol="1" spcCol="1270" anchor="ctr" anchorCtr="0">
          <a:noAutofit/>
        </a:bodyPr>
        <a:lstStyle/>
        <a:p>
          <a:pPr marL="0" lvl="0" indent="0" algn="l" defTabSz="533400">
            <a:lnSpc>
              <a:spcPct val="100000"/>
            </a:lnSpc>
            <a:spcBef>
              <a:spcPct val="0"/>
            </a:spcBef>
            <a:spcAft>
              <a:spcPct val="35000"/>
            </a:spcAft>
            <a:buNone/>
          </a:pPr>
          <a:r>
            <a:rPr lang="es-MX" sz="1200" kern="1200"/>
            <a:t>Permiten automatizar tareas rutinarias, lo que libera tiempo para labores estratégicas y reduce errores humanos.</a:t>
          </a:r>
          <a:endParaRPr lang="en-US" sz="1200" kern="1200"/>
        </a:p>
      </dsp:txBody>
      <dsp:txXfrm>
        <a:off x="5628063" y="1427"/>
        <a:ext cx="5316973" cy="608482"/>
      </dsp:txXfrm>
    </dsp:sp>
    <dsp:sp modelId="{965BDD38-D8F5-4FEF-92F4-742695275DF4}">
      <dsp:nvSpPr>
        <dsp:cNvPr id="0" name=""/>
        <dsp:cNvSpPr/>
      </dsp:nvSpPr>
      <dsp:spPr>
        <a:xfrm>
          <a:off x="0" y="762031"/>
          <a:ext cx="10945037" cy="6084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FA6937-B739-4588-A340-62DEB4BB158F}">
      <dsp:nvSpPr>
        <dsp:cNvPr id="0" name=""/>
        <dsp:cNvSpPr/>
      </dsp:nvSpPr>
      <dsp:spPr>
        <a:xfrm>
          <a:off x="184065" y="898939"/>
          <a:ext cx="334665" cy="33466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81572D-E77C-4E0F-9B67-A6B65C9A0F3A}">
      <dsp:nvSpPr>
        <dsp:cNvPr id="0" name=""/>
        <dsp:cNvSpPr/>
      </dsp:nvSpPr>
      <dsp:spPr>
        <a:xfrm>
          <a:off x="702797" y="762031"/>
          <a:ext cx="4925266" cy="60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398" tIns="64398" rIns="64398" bIns="64398" numCol="1" spcCol="1270" anchor="ctr" anchorCtr="0">
          <a:noAutofit/>
        </a:bodyPr>
        <a:lstStyle/>
        <a:p>
          <a:pPr marL="0" lvl="0" indent="0" algn="l" defTabSz="844550">
            <a:lnSpc>
              <a:spcPct val="100000"/>
            </a:lnSpc>
            <a:spcBef>
              <a:spcPct val="0"/>
            </a:spcBef>
            <a:spcAft>
              <a:spcPct val="35000"/>
            </a:spcAft>
            <a:buNone/>
          </a:pPr>
          <a:r>
            <a:rPr lang="es-MX" sz="1900" b="1" kern="1200"/>
            <a:t>Reducción de Costes:</a:t>
          </a:r>
          <a:r>
            <a:rPr lang="es-MX" sz="1900" kern="1200"/>
            <a:t> </a:t>
          </a:r>
          <a:endParaRPr lang="en-US" sz="1900" kern="1200"/>
        </a:p>
      </dsp:txBody>
      <dsp:txXfrm>
        <a:off x="702797" y="762031"/>
        <a:ext cx="4925266" cy="608482"/>
      </dsp:txXfrm>
    </dsp:sp>
    <dsp:sp modelId="{EBA8EB74-FA3F-4C4F-BD87-0413236FA81C}">
      <dsp:nvSpPr>
        <dsp:cNvPr id="0" name=""/>
        <dsp:cNvSpPr/>
      </dsp:nvSpPr>
      <dsp:spPr>
        <a:xfrm>
          <a:off x="5628063" y="762031"/>
          <a:ext cx="5316973" cy="60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398" tIns="64398" rIns="64398" bIns="64398" numCol="1" spcCol="1270" anchor="ctr" anchorCtr="0">
          <a:noAutofit/>
        </a:bodyPr>
        <a:lstStyle/>
        <a:p>
          <a:pPr marL="0" lvl="0" indent="0" algn="l" defTabSz="533400">
            <a:lnSpc>
              <a:spcPct val="100000"/>
            </a:lnSpc>
            <a:spcBef>
              <a:spcPct val="0"/>
            </a:spcBef>
            <a:spcAft>
              <a:spcPct val="35000"/>
            </a:spcAft>
            <a:buNone/>
          </a:pPr>
          <a:r>
            <a:rPr lang="es-MX" sz="1200" kern="1200"/>
            <a:t>Al optimizar la cadena de suministro y los procesos productivos, disminuyen los gastos a largo plazo.</a:t>
          </a:r>
          <a:endParaRPr lang="en-US" sz="1200" kern="1200"/>
        </a:p>
      </dsp:txBody>
      <dsp:txXfrm>
        <a:off x="5628063" y="762031"/>
        <a:ext cx="5316973" cy="608482"/>
      </dsp:txXfrm>
    </dsp:sp>
    <dsp:sp modelId="{684DC7F8-C8A9-4883-9E18-0F388F34096D}">
      <dsp:nvSpPr>
        <dsp:cNvPr id="0" name=""/>
        <dsp:cNvSpPr/>
      </dsp:nvSpPr>
      <dsp:spPr>
        <a:xfrm>
          <a:off x="0" y="1522634"/>
          <a:ext cx="10945037" cy="6084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3A33F3-13B3-4CAA-BECC-3EBA909FD2D2}">
      <dsp:nvSpPr>
        <dsp:cNvPr id="0" name=""/>
        <dsp:cNvSpPr/>
      </dsp:nvSpPr>
      <dsp:spPr>
        <a:xfrm>
          <a:off x="184065" y="1659542"/>
          <a:ext cx="334665" cy="33466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0B5EF3-1ED9-4089-9E7F-FD41B49C3800}">
      <dsp:nvSpPr>
        <dsp:cNvPr id="0" name=""/>
        <dsp:cNvSpPr/>
      </dsp:nvSpPr>
      <dsp:spPr>
        <a:xfrm>
          <a:off x="702797" y="1522634"/>
          <a:ext cx="4925266" cy="60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398" tIns="64398" rIns="64398" bIns="64398" numCol="1" spcCol="1270" anchor="ctr" anchorCtr="0">
          <a:noAutofit/>
        </a:bodyPr>
        <a:lstStyle/>
        <a:p>
          <a:pPr marL="0" lvl="0" indent="0" algn="l" defTabSz="844550">
            <a:lnSpc>
              <a:spcPct val="100000"/>
            </a:lnSpc>
            <a:spcBef>
              <a:spcPct val="0"/>
            </a:spcBef>
            <a:spcAft>
              <a:spcPct val="35000"/>
            </a:spcAft>
            <a:buNone/>
          </a:pPr>
          <a:r>
            <a:rPr lang="es-MX" sz="1900" b="1" kern="1200"/>
            <a:t>Nuevos Modelos de Negocio:</a:t>
          </a:r>
          <a:r>
            <a:rPr lang="es-MX" sz="1900" kern="1200"/>
            <a:t> </a:t>
          </a:r>
          <a:endParaRPr lang="en-US" sz="1900" kern="1200"/>
        </a:p>
      </dsp:txBody>
      <dsp:txXfrm>
        <a:off x="702797" y="1522634"/>
        <a:ext cx="4925266" cy="608482"/>
      </dsp:txXfrm>
    </dsp:sp>
    <dsp:sp modelId="{E8E6FC3B-6EFD-4594-8D39-E94B74CDFB26}">
      <dsp:nvSpPr>
        <dsp:cNvPr id="0" name=""/>
        <dsp:cNvSpPr/>
      </dsp:nvSpPr>
      <dsp:spPr>
        <a:xfrm>
          <a:off x="5628063" y="1522634"/>
          <a:ext cx="5316973" cy="60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398" tIns="64398" rIns="64398" bIns="64398" numCol="1" spcCol="1270" anchor="ctr" anchorCtr="0">
          <a:noAutofit/>
        </a:bodyPr>
        <a:lstStyle/>
        <a:p>
          <a:pPr marL="0" lvl="0" indent="0" algn="l" defTabSz="533400">
            <a:lnSpc>
              <a:spcPct val="100000"/>
            </a:lnSpc>
            <a:spcBef>
              <a:spcPct val="0"/>
            </a:spcBef>
            <a:spcAft>
              <a:spcPct val="35000"/>
            </a:spcAft>
            <a:buNone/>
          </a:pPr>
          <a:r>
            <a:rPr lang="es-MX" sz="1200" kern="1200"/>
            <a:t>Facilitan la creación de productos y servicios innovadores, permitiendo el acceso a mercados anteriormente inaccesibles.</a:t>
          </a:r>
          <a:endParaRPr lang="en-US" sz="1200" kern="1200"/>
        </a:p>
      </dsp:txBody>
      <dsp:txXfrm>
        <a:off x="5628063" y="1522634"/>
        <a:ext cx="5316973" cy="608482"/>
      </dsp:txXfrm>
    </dsp:sp>
    <dsp:sp modelId="{AF45657D-98DB-4C0F-A95B-378729509431}">
      <dsp:nvSpPr>
        <dsp:cNvPr id="0" name=""/>
        <dsp:cNvSpPr/>
      </dsp:nvSpPr>
      <dsp:spPr>
        <a:xfrm>
          <a:off x="0" y="2283237"/>
          <a:ext cx="10945037" cy="6084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12BC0E-0D2E-442A-AE1D-3D757AB5AF99}">
      <dsp:nvSpPr>
        <dsp:cNvPr id="0" name=""/>
        <dsp:cNvSpPr/>
      </dsp:nvSpPr>
      <dsp:spPr>
        <a:xfrm>
          <a:off x="184065" y="2420145"/>
          <a:ext cx="334665" cy="33466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687217-230B-46E4-A9CA-9DFC2ED0AD24}">
      <dsp:nvSpPr>
        <dsp:cNvPr id="0" name=""/>
        <dsp:cNvSpPr/>
      </dsp:nvSpPr>
      <dsp:spPr>
        <a:xfrm>
          <a:off x="702797" y="2283237"/>
          <a:ext cx="4925266" cy="60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398" tIns="64398" rIns="64398" bIns="64398" numCol="1" spcCol="1270" anchor="ctr" anchorCtr="0">
          <a:noAutofit/>
        </a:bodyPr>
        <a:lstStyle/>
        <a:p>
          <a:pPr marL="0" lvl="0" indent="0" algn="l" defTabSz="844550">
            <a:lnSpc>
              <a:spcPct val="100000"/>
            </a:lnSpc>
            <a:spcBef>
              <a:spcPct val="0"/>
            </a:spcBef>
            <a:spcAft>
              <a:spcPct val="35000"/>
            </a:spcAft>
            <a:buNone/>
          </a:pPr>
          <a:r>
            <a:rPr lang="es-MX" sz="1900" b="1" kern="1200"/>
            <a:t>Mayor Competitividad y Agilidad:</a:t>
          </a:r>
          <a:r>
            <a:rPr lang="es-MX" sz="1900" kern="1200"/>
            <a:t> </a:t>
          </a:r>
          <a:endParaRPr lang="en-US" sz="1900" kern="1200"/>
        </a:p>
      </dsp:txBody>
      <dsp:txXfrm>
        <a:off x="702797" y="2283237"/>
        <a:ext cx="4925266" cy="608482"/>
      </dsp:txXfrm>
    </dsp:sp>
    <dsp:sp modelId="{01562353-1DCA-4D8E-8FD5-5892E356411C}">
      <dsp:nvSpPr>
        <dsp:cNvPr id="0" name=""/>
        <dsp:cNvSpPr/>
      </dsp:nvSpPr>
      <dsp:spPr>
        <a:xfrm>
          <a:off x="5628063" y="2283237"/>
          <a:ext cx="5316973" cy="60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398" tIns="64398" rIns="64398" bIns="64398" numCol="1" spcCol="1270" anchor="ctr" anchorCtr="0">
          <a:noAutofit/>
        </a:bodyPr>
        <a:lstStyle/>
        <a:p>
          <a:pPr marL="0" lvl="0" indent="0" algn="l" defTabSz="533400">
            <a:lnSpc>
              <a:spcPct val="100000"/>
            </a:lnSpc>
            <a:spcBef>
              <a:spcPct val="0"/>
            </a:spcBef>
            <a:spcAft>
              <a:spcPct val="35000"/>
            </a:spcAft>
            <a:buNone/>
          </a:pPr>
          <a:r>
            <a:rPr lang="es-MX" sz="1200" kern="1200"/>
            <a:t>Ayudan a las empresas a adaptarse rápidamente a los cambios del mercado global.</a:t>
          </a:r>
          <a:endParaRPr lang="en-US" sz="1200" kern="1200"/>
        </a:p>
      </dsp:txBody>
      <dsp:txXfrm>
        <a:off x="5628063" y="2283237"/>
        <a:ext cx="5316973" cy="608482"/>
      </dsp:txXfrm>
    </dsp:sp>
    <dsp:sp modelId="{BB4BB0AA-9E7F-4295-8080-2DB1E123B2D5}">
      <dsp:nvSpPr>
        <dsp:cNvPr id="0" name=""/>
        <dsp:cNvSpPr/>
      </dsp:nvSpPr>
      <dsp:spPr>
        <a:xfrm>
          <a:off x="0" y="3043840"/>
          <a:ext cx="10945037" cy="6084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8B634E-78D2-49D5-9555-B703016A24FA}">
      <dsp:nvSpPr>
        <dsp:cNvPr id="0" name=""/>
        <dsp:cNvSpPr/>
      </dsp:nvSpPr>
      <dsp:spPr>
        <a:xfrm>
          <a:off x="184065" y="3180748"/>
          <a:ext cx="334665" cy="33466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F49DE6-6763-4D67-8108-740F86ABB787}">
      <dsp:nvSpPr>
        <dsp:cNvPr id="0" name=""/>
        <dsp:cNvSpPr/>
      </dsp:nvSpPr>
      <dsp:spPr>
        <a:xfrm>
          <a:off x="702797" y="3043840"/>
          <a:ext cx="4925266" cy="60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398" tIns="64398" rIns="64398" bIns="64398" numCol="1" spcCol="1270" anchor="ctr" anchorCtr="0">
          <a:noAutofit/>
        </a:bodyPr>
        <a:lstStyle/>
        <a:p>
          <a:pPr marL="0" lvl="0" indent="0" algn="l" defTabSz="844550">
            <a:lnSpc>
              <a:spcPct val="100000"/>
            </a:lnSpc>
            <a:spcBef>
              <a:spcPct val="0"/>
            </a:spcBef>
            <a:spcAft>
              <a:spcPct val="35000"/>
            </a:spcAft>
            <a:buNone/>
          </a:pPr>
          <a:r>
            <a:rPr lang="es-MX" sz="1900" b="1" kern="1200"/>
            <a:t>Seguridad y Transparencia:</a:t>
          </a:r>
          <a:r>
            <a:rPr lang="es-MX" sz="1900" kern="1200"/>
            <a:t> </a:t>
          </a:r>
          <a:endParaRPr lang="en-US" sz="1900" kern="1200"/>
        </a:p>
      </dsp:txBody>
      <dsp:txXfrm>
        <a:off x="702797" y="3043840"/>
        <a:ext cx="4925266" cy="608482"/>
      </dsp:txXfrm>
    </dsp:sp>
    <dsp:sp modelId="{C7F9F19C-C219-42E7-A76B-39A5D5587399}">
      <dsp:nvSpPr>
        <dsp:cNvPr id="0" name=""/>
        <dsp:cNvSpPr/>
      </dsp:nvSpPr>
      <dsp:spPr>
        <a:xfrm>
          <a:off x="5628063" y="3043840"/>
          <a:ext cx="5316973" cy="60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398" tIns="64398" rIns="64398" bIns="64398" numCol="1" spcCol="1270" anchor="ctr" anchorCtr="0">
          <a:noAutofit/>
        </a:bodyPr>
        <a:lstStyle/>
        <a:p>
          <a:pPr marL="0" lvl="0" indent="0" algn="l" defTabSz="533400">
            <a:lnSpc>
              <a:spcPct val="100000"/>
            </a:lnSpc>
            <a:spcBef>
              <a:spcPct val="0"/>
            </a:spcBef>
            <a:spcAft>
              <a:spcPct val="35000"/>
            </a:spcAft>
            <a:buNone/>
          </a:pPr>
          <a:r>
            <a:rPr lang="es-MX" sz="1200" kern="1200"/>
            <a:t>Tecnologías como blockchain garantizan registros inquebrantables y trazabilidad en procesos financieros y administrativos.</a:t>
          </a:r>
          <a:endParaRPr lang="en-US" sz="1200" kern="1200"/>
        </a:p>
      </dsp:txBody>
      <dsp:txXfrm>
        <a:off x="5628063" y="3043840"/>
        <a:ext cx="5316973" cy="608482"/>
      </dsp:txXfrm>
    </dsp:sp>
    <dsp:sp modelId="{DE648CF1-4C61-41A0-8DE1-DF8822189A2D}">
      <dsp:nvSpPr>
        <dsp:cNvPr id="0" name=""/>
        <dsp:cNvSpPr/>
      </dsp:nvSpPr>
      <dsp:spPr>
        <a:xfrm>
          <a:off x="0" y="3804443"/>
          <a:ext cx="10945037" cy="6084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0116A4-D015-44DD-AC1B-2DD26F291E5B}">
      <dsp:nvSpPr>
        <dsp:cNvPr id="0" name=""/>
        <dsp:cNvSpPr/>
      </dsp:nvSpPr>
      <dsp:spPr>
        <a:xfrm>
          <a:off x="184065" y="3941352"/>
          <a:ext cx="334665" cy="33466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17E07A-17AE-4C2D-AF0D-64619E32B4A1}">
      <dsp:nvSpPr>
        <dsp:cNvPr id="0" name=""/>
        <dsp:cNvSpPr/>
      </dsp:nvSpPr>
      <dsp:spPr>
        <a:xfrm>
          <a:off x="702797" y="3804443"/>
          <a:ext cx="4925266" cy="60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398" tIns="64398" rIns="64398" bIns="64398" numCol="1" spcCol="1270" anchor="ctr" anchorCtr="0">
          <a:noAutofit/>
        </a:bodyPr>
        <a:lstStyle/>
        <a:p>
          <a:pPr marL="0" lvl="0" indent="0" algn="l" defTabSz="844550">
            <a:lnSpc>
              <a:spcPct val="100000"/>
            </a:lnSpc>
            <a:spcBef>
              <a:spcPct val="0"/>
            </a:spcBef>
            <a:spcAft>
              <a:spcPct val="35000"/>
            </a:spcAft>
            <a:buNone/>
          </a:pPr>
          <a:r>
            <a:rPr lang="es-MX" sz="1900" b="1" kern="1200"/>
            <a:t>Mejora de la Experiencia del Cliente:</a:t>
          </a:r>
          <a:r>
            <a:rPr lang="es-MX" sz="1900" kern="1200"/>
            <a:t> </a:t>
          </a:r>
          <a:endParaRPr lang="en-US" sz="1900" kern="1200"/>
        </a:p>
      </dsp:txBody>
      <dsp:txXfrm>
        <a:off x="702797" y="3804443"/>
        <a:ext cx="4925266" cy="608482"/>
      </dsp:txXfrm>
    </dsp:sp>
    <dsp:sp modelId="{3603DEEE-A208-43DB-AAD3-3B64E62B9549}">
      <dsp:nvSpPr>
        <dsp:cNvPr id="0" name=""/>
        <dsp:cNvSpPr/>
      </dsp:nvSpPr>
      <dsp:spPr>
        <a:xfrm>
          <a:off x="5628063" y="3804443"/>
          <a:ext cx="5316973" cy="60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398" tIns="64398" rIns="64398" bIns="64398" numCol="1" spcCol="1270" anchor="ctr" anchorCtr="0">
          <a:noAutofit/>
        </a:bodyPr>
        <a:lstStyle/>
        <a:p>
          <a:pPr marL="0" lvl="0" indent="0" algn="l" defTabSz="533400">
            <a:lnSpc>
              <a:spcPct val="100000"/>
            </a:lnSpc>
            <a:spcBef>
              <a:spcPct val="0"/>
            </a:spcBef>
            <a:spcAft>
              <a:spcPct val="35000"/>
            </a:spcAft>
            <a:buNone/>
          </a:pPr>
          <a:r>
            <a:rPr lang="es-MX" sz="1200" kern="1200"/>
            <a:t>La inteligencia artificial y el aprendizaje automático permiten personalizar la oferta y resolver necesidades de manera más efectiva</a:t>
          </a:r>
          <a:endParaRPr lang="en-US" sz="1200" kern="1200"/>
        </a:p>
      </dsp:txBody>
      <dsp:txXfrm>
        <a:off x="5628063" y="3804443"/>
        <a:ext cx="5316973" cy="60848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189B95-5A1F-403F-A0EC-7B65466AE4B5}">
      <dsp:nvSpPr>
        <dsp:cNvPr id="0" name=""/>
        <dsp:cNvSpPr/>
      </dsp:nvSpPr>
      <dsp:spPr>
        <a:xfrm>
          <a:off x="0" y="66915"/>
          <a:ext cx="6391275" cy="1230693"/>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MX" sz="2200" kern="1200"/>
            <a:t>Proceso: Implica recolectar, almacenar, analizar y visualizar datos.</a:t>
          </a:r>
          <a:endParaRPr lang="en-US" sz="2200" kern="1200"/>
        </a:p>
      </dsp:txBody>
      <dsp:txXfrm>
        <a:off x="60077" y="126992"/>
        <a:ext cx="6271121" cy="1110539"/>
      </dsp:txXfrm>
    </dsp:sp>
    <dsp:sp modelId="{571B1E4C-0CA9-485B-BA72-F1B1E0C5225E}">
      <dsp:nvSpPr>
        <dsp:cNvPr id="0" name=""/>
        <dsp:cNvSpPr/>
      </dsp:nvSpPr>
      <dsp:spPr>
        <a:xfrm>
          <a:off x="0" y="1360969"/>
          <a:ext cx="6391275" cy="1230693"/>
        </a:xfrm>
        <a:prstGeom prst="roundRect">
          <a:avLst/>
        </a:prstGeom>
        <a:solidFill>
          <a:schemeClr val="accent2">
            <a:hueOff val="-6588574"/>
            <a:satOff val="30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MX" sz="2200" kern="1200"/>
            <a:t>Objetivo: Convertir datos en conocimiento para mejorar la toma de decisiones.</a:t>
          </a:r>
          <a:endParaRPr lang="en-US" sz="2200" kern="1200"/>
        </a:p>
      </dsp:txBody>
      <dsp:txXfrm>
        <a:off x="60077" y="1421046"/>
        <a:ext cx="6271121" cy="1110539"/>
      </dsp:txXfrm>
    </dsp:sp>
    <dsp:sp modelId="{52EC074D-7112-4B1B-9DA1-B886A8C23382}">
      <dsp:nvSpPr>
        <dsp:cNvPr id="0" name=""/>
        <dsp:cNvSpPr/>
      </dsp:nvSpPr>
      <dsp:spPr>
        <a:xfrm>
          <a:off x="0" y="2655023"/>
          <a:ext cx="6391275" cy="1230693"/>
        </a:xfrm>
        <a:prstGeom prst="roundRect">
          <a:avLst/>
        </a:prstGeom>
        <a:solidFill>
          <a:schemeClr val="accent2">
            <a:hueOff val="-13177148"/>
            <a:satOff val="6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MX" sz="2200" kern="1200"/>
            <a:t>Componentes: Utiliza herramientas como tableros de control (dashboards), informes, minería de datos y analítica descriptiva.</a:t>
          </a:r>
          <a:endParaRPr lang="en-US" sz="2200" kern="1200"/>
        </a:p>
      </dsp:txBody>
      <dsp:txXfrm>
        <a:off x="60077" y="2715100"/>
        <a:ext cx="6271121" cy="1110539"/>
      </dsp:txXfrm>
    </dsp:sp>
    <dsp:sp modelId="{C0D7171F-2E1E-43EF-BC51-4A6CC2BDBAB0}">
      <dsp:nvSpPr>
        <dsp:cNvPr id="0" name=""/>
        <dsp:cNvSpPr/>
      </dsp:nvSpPr>
      <dsp:spPr>
        <a:xfrm>
          <a:off x="0" y="3949077"/>
          <a:ext cx="6391275" cy="1230693"/>
        </a:xfrm>
        <a:prstGeom prst="roundRect">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MX" sz="2200" kern="1200"/>
            <a:t>Herramientas comunes: Microsoft Power BI, Tableau, Qlik, Looker de Google Cloud</a:t>
          </a:r>
          <a:endParaRPr lang="en-US" sz="2200" kern="1200"/>
        </a:p>
      </dsp:txBody>
      <dsp:txXfrm>
        <a:off x="60077" y="4009154"/>
        <a:ext cx="6271121" cy="111053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77449E-D88D-43F3-B8D9-2B4EC571F223}">
      <dsp:nvSpPr>
        <dsp:cNvPr id="0" name=""/>
        <dsp:cNvSpPr/>
      </dsp:nvSpPr>
      <dsp:spPr>
        <a:xfrm>
          <a:off x="0" y="6656"/>
          <a:ext cx="6391275" cy="6807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1186EF-D5BA-443E-B8BE-EF3A76D7E5BC}">
      <dsp:nvSpPr>
        <dsp:cNvPr id="0" name=""/>
        <dsp:cNvSpPr/>
      </dsp:nvSpPr>
      <dsp:spPr>
        <a:xfrm>
          <a:off x="205931" y="159828"/>
          <a:ext cx="374786" cy="374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C7A48E7-DBEE-4C63-9B7B-B7412E577C13}">
      <dsp:nvSpPr>
        <dsp:cNvPr id="0" name=""/>
        <dsp:cNvSpPr/>
      </dsp:nvSpPr>
      <dsp:spPr>
        <a:xfrm>
          <a:off x="786648" y="6656"/>
          <a:ext cx="5498815" cy="872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311" tIns="92311" rIns="92311" bIns="92311" numCol="1" spcCol="1270" anchor="ctr" anchorCtr="0">
          <a:noAutofit/>
        </a:bodyPr>
        <a:lstStyle/>
        <a:p>
          <a:pPr marL="0" lvl="0" indent="0" algn="l" defTabSz="622300">
            <a:lnSpc>
              <a:spcPct val="100000"/>
            </a:lnSpc>
            <a:spcBef>
              <a:spcPct val="0"/>
            </a:spcBef>
            <a:spcAft>
              <a:spcPct val="35000"/>
            </a:spcAft>
            <a:buNone/>
          </a:pPr>
          <a:r>
            <a:rPr lang="es-MX" sz="1400" b="1" i="0" kern="1200" dirty="0"/>
            <a:t>Tomar decisiones más rápidas y acertadas</a:t>
          </a:r>
          <a:r>
            <a:rPr lang="es-MX" sz="1400" b="0" i="0" kern="1200" dirty="0"/>
            <a:t>: Analiza datos históricos y actuales de ventas, marketing, finanzas y operaciones para prever tendencias y entender la posición en el mercado.</a:t>
          </a:r>
          <a:endParaRPr lang="en-US" sz="1400" kern="1200" dirty="0"/>
        </a:p>
      </dsp:txBody>
      <dsp:txXfrm>
        <a:off x="786648" y="6656"/>
        <a:ext cx="5498815" cy="872228"/>
      </dsp:txXfrm>
    </dsp:sp>
    <dsp:sp modelId="{A3A062A9-8646-4EAB-B270-82B12710064C}">
      <dsp:nvSpPr>
        <dsp:cNvPr id="0" name=""/>
        <dsp:cNvSpPr/>
      </dsp:nvSpPr>
      <dsp:spPr>
        <a:xfrm>
          <a:off x="0" y="1096942"/>
          <a:ext cx="6391275" cy="6807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9F03E6-B456-4E2D-88B1-FA375878B8B0}">
      <dsp:nvSpPr>
        <dsp:cNvPr id="0" name=""/>
        <dsp:cNvSpPr/>
      </dsp:nvSpPr>
      <dsp:spPr>
        <a:xfrm>
          <a:off x="205931" y="1250114"/>
          <a:ext cx="374786" cy="374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82A5655-5B9E-4C4D-B77F-ED105D277CB6}">
      <dsp:nvSpPr>
        <dsp:cNvPr id="0" name=""/>
        <dsp:cNvSpPr/>
      </dsp:nvSpPr>
      <dsp:spPr>
        <a:xfrm>
          <a:off x="786648" y="1096942"/>
          <a:ext cx="5498815" cy="872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311" tIns="92311" rIns="92311" bIns="92311" numCol="1" spcCol="1270" anchor="ctr" anchorCtr="0">
          <a:noAutofit/>
        </a:bodyPr>
        <a:lstStyle/>
        <a:p>
          <a:pPr marL="0" lvl="0" indent="0" algn="l" defTabSz="622300">
            <a:lnSpc>
              <a:spcPct val="100000"/>
            </a:lnSpc>
            <a:spcBef>
              <a:spcPct val="0"/>
            </a:spcBef>
            <a:spcAft>
              <a:spcPct val="35000"/>
            </a:spcAft>
            <a:buNone/>
          </a:pPr>
          <a:r>
            <a:rPr lang="es-MX" sz="1400" b="1" i="0" kern="1200" dirty="0"/>
            <a:t>Visualizar datos complejos</a:t>
          </a:r>
          <a:r>
            <a:rPr lang="es-MX" sz="1400" b="0" i="0" kern="1200" dirty="0"/>
            <a:t>: Transforma grandes volúmenes de datos en paneles de control (</a:t>
          </a:r>
          <a:r>
            <a:rPr lang="es-MX" sz="1400" b="0" i="0" kern="1200" dirty="0" err="1"/>
            <a:t>dashboards</a:t>
          </a:r>
          <a:r>
            <a:rPr lang="es-MX" sz="1400" b="0" i="0" kern="1200" dirty="0"/>
            <a:t>) interactivos, gráficos y reportes fáciles de entender, frecuentemente usados en herramientas como </a:t>
          </a:r>
          <a:r>
            <a:rPr lang="es-MX" sz="1400" b="0" i="0" kern="1200" dirty="0" err="1"/>
            <a:t>Power</a:t>
          </a:r>
          <a:r>
            <a:rPr lang="es-MX" sz="1400" b="0" i="0" kern="1200" dirty="0"/>
            <a:t> BI.</a:t>
          </a:r>
          <a:endParaRPr lang="en-US" sz="1400" kern="1200" dirty="0"/>
        </a:p>
      </dsp:txBody>
      <dsp:txXfrm>
        <a:off x="786648" y="1096942"/>
        <a:ext cx="5498815" cy="872228"/>
      </dsp:txXfrm>
    </dsp:sp>
    <dsp:sp modelId="{90831B0E-C000-4692-BCA6-F77F703B0184}">
      <dsp:nvSpPr>
        <dsp:cNvPr id="0" name=""/>
        <dsp:cNvSpPr/>
      </dsp:nvSpPr>
      <dsp:spPr>
        <a:xfrm>
          <a:off x="0" y="2187229"/>
          <a:ext cx="6391275" cy="6807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872C65-4788-467C-BBF1-029A081F9410}">
      <dsp:nvSpPr>
        <dsp:cNvPr id="0" name=""/>
        <dsp:cNvSpPr/>
      </dsp:nvSpPr>
      <dsp:spPr>
        <a:xfrm>
          <a:off x="205931" y="2340400"/>
          <a:ext cx="374786" cy="374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8F3061F-44EF-4EC0-974F-03A763621BCC}">
      <dsp:nvSpPr>
        <dsp:cNvPr id="0" name=""/>
        <dsp:cNvSpPr/>
      </dsp:nvSpPr>
      <dsp:spPr>
        <a:xfrm>
          <a:off x="786648" y="2187229"/>
          <a:ext cx="5498815" cy="872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311" tIns="92311" rIns="92311" bIns="92311" numCol="1" spcCol="1270" anchor="ctr" anchorCtr="0">
          <a:noAutofit/>
        </a:bodyPr>
        <a:lstStyle/>
        <a:p>
          <a:pPr marL="0" lvl="0" indent="0" algn="l" defTabSz="622300">
            <a:lnSpc>
              <a:spcPct val="100000"/>
            </a:lnSpc>
            <a:spcBef>
              <a:spcPct val="0"/>
            </a:spcBef>
            <a:spcAft>
              <a:spcPct val="35000"/>
            </a:spcAft>
            <a:buNone/>
          </a:pPr>
          <a:r>
            <a:rPr lang="es-MX" sz="1400" b="1" i="0" kern="1200" dirty="0"/>
            <a:t>Identificar ineficiencias</a:t>
          </a:r>
          <a:r>
            <a:rPr lang="es-MX" sz="1400" b="0" i="0" kern="1200" dirty="0"/>
            <a:t>: Detecta áreas de mejora en los procesos internos, reduciendo costos operativos.</a:t>
          </a:r>
          <a:endParaRPr lang="en-US" sz="1400" kern="1200" dirty="0"/>
        </a:p>
      </dsp:txBody>
      <dsp:txXfrm>
        <a:off x="786648" y="2187229"/>
        <a:ext cx="5498815" cy="872228"/>
      </dsp:txXfrm>
    </dsp:sp>
    <dsp:sp modelId="{67333748-AD8E-4FDD-9878-C635DB746047}">
      <dsp:nvSpPr>
        <dsp:cNvPr id="0" name=""/>
        <dsp:cNvSpPr/>
      </dsp:nvSpPr>
      <dsp:spPr>
        <a:xfrm>
          <a:off x="0" y="3277515"/>
          <a:ext cx="6391275" cy="6807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5D3C54-3952-4F00-B45C-FE96655769EE}">
      <dsp:nvSpPr>
        <dsp:cNvPr id="0" name=""/>
        <dsp:cNvSpPr/>
      </dsp:nvSpPr>
      <dsp:spPr>
        <a:xfrm>
          <a:off x="205931" y="3430687"/>
          <a:ext cx="374786" cy="374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5FCDDE8-412D-493F-B625-5BE64A5B4230}">
      <dsp:nvSpPr>
        <dsp:cNvPr id="0" name=""/>
        <dsp:cNvSpPr/>
      </dsp:nvSpPr>
      <dsp:spPr>
        <a:xfrm>
          <a:off x="786648" y="3277515"/>
          <a:ext cx="5498815" cy="872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311" tIns="92311" rIns="92311" bIns="92311" numCol="1" spcCol="1270" anchor="ctr" anchorCtr="0">
          <a:noAutofit/>
        </a:bodyPr>
        <a:lstStyle/>
        <a:p>
          <a:pPr marL="0" lvl="0" indent="0" algn="l" defTabSz="622300">
            <a:lnSpc>
              <a:spcPct val="100000"/>
            </a:lnSpc>
            <a:spcBef>
              <a:spcPct val="0"/>
            </a:spcBef>
            <a:spcAft>
              <a:spcPct val="35000"/>
            </a:spcAft>
            <a:buNone/>
          </a:pPr>
          <a:r>
            <a:rPr lang="es-MX" sz="1400" b="1" i="0" kern="1200" dirty="0"/>
            <a:t>Conocer mejor al cliente</a:t>
          </a:r>
          <a:r>
            <a:rPr lang="es-MX" sz="1400" b="0" i="0" kern="1200" dirty="0"/>
            <a:t>: Analiza comportamientos de compra para personalizar ofertas y mejorar la experiencia de usuario.</a:t>
          </a:r>
          <a:endParaRPr lang="en-US" sz="1400" kern="1200" dirty="0"/>
        </a:p>
      </dsp:txBody>
      <dsp:txXfrm>
        <a:off x="786648" y="3277515"/>
        <a:ext cx="5498815" cy="872228"/>
      </dsp:txXfrm>
    </dsp:sp>
    <dsp:sp modelId="{AC9E3E84-7D2F-4834-9676-881AFAA4277E}">
      <dsp:nvSpPr>
        <dsp:cNvPr id="0" name=""/>
        <dsp:cNvSpPr/>
      </dsp:nvSpPr>
      <dsp:spPr>
        <a:xfrm>
          <a:off x="0" y="4367801"/>
          <a:ext cx="6391275" cy="6807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AC905E-51FD-440B-8B11-ED49C8495D84}">
      <dsp:nvSpPr>
        <dsp:cNvPr id="0" name=""/>
        <dsp:cNvSpPr/>
      </dsp:nvSpPr>
      <dsp:spPr>
        <a:xfrm>
          <a:off x="205931" y="4520973"/>
          <a:ext cx="374786" cy="37442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0AA2AFF-CD69-4188-B9AD-F4D67CAC27F0}">
      <dsp:nvSpPr>
        <dsp:cNvPr id="0" name=""/>
        <dsp:cNvSpPr/>
      </dsp:nvSpPr>
      <dsp:spPr>
        <a:xfrm>
          <a:off x="786648" y="4367801"/>
          <a:ext cx="5498815" cy="872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311" tIns="92311" rIns="92311" bIns="92311" numCol="1" spcCol="1270" anchor="ctr" anchorCtr="0">
          <a:noAutofit/>
        </a:bodyPr>
        <a:lstStyle/>
        <a:p>
          <a:pPr marL="0" lvl="0" indent="0" algn="l" defTabSz="622300">
            <a:lnSpc>
              <a:spcPct val="100000"/>
            </a:lnSpc>
            <a:spcBef>
              <a:spcPct val="0"/>
            </a:spcBef>
            <a:spcAft>
              <a:spcPct val="35000"/>
            </a:spcAft>
            <a:buNone/>
          </a:pPr>
          <a:r>
            <a:rPr lang="es-MX" sz="1400" b="1" i="0" kern="1200" dirty="0"/>
            <a:t>Obtener ventaja competitiva</a:t>
          </a:r>
          <a:r>
            <a:rPr lang="es-MX" sz="1400" b="0" i="0" kern="1200" dirty="0"/>
            <a:t>: Permite monitorizar el rendimiento propio frente a la competencia y el mercado</a:t>
          </a:r>
          <a:endParaRPr lang="en-US" sz="1400" kern="1200" dirty="0"/>
        </a:p>
      </dsp:txBody>
      <dsp:txXfrm>
        <a:off x="786648" y="4367801"/>
        <a:ext cx="5498815" cy="87222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C413F3-B60A-40E3-8640-13EE3AC8620D}">
      <dsp:nvSpPr>
        <dsp:cNvPr id="0" name=""/>
        <dsp:cNvSpPr/>
      </dsp:nvSpPr>
      <dsp:spPr>
        <a:xfrm>
          <a:off x="61415" y="22860"/>
          <a:ext cx="1258021" cy="125802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DC9D01-066A-4755-AD38-B9E6ED40FAD5}">
      <dsp:nvSpPr>
        <dsp:cNvPr id="0" name=""/>
        <dsp:cNvSpPr/>
      </dsp:nvSpPr>
      <dsp:spPr>
        <a:xfrm>
          <a:off x="325600" y="287044"/>
          <a:ext cx="729652" cy="7296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A5A3EC1-E7C1-44DF-B5C1-5AFF69970749}">
      <dsp:nvSpPr>
        <dsp:cNvPr id="0" name=""/>
        <dsp:cNvSpPr/>
      </dsp:nvSpPr>
      <dsp:spPr>
        <a:xfrm>
          <a:off x="1589012" y="22860"/>
          <a:ext cx="2965335" cy="1258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s-AR" sz="1500" b="1" i="0" kern="1200" baseline="0"/>
            <a:t>Visualización de datos:</a:t>
          </a:r>
          <a:r>
            <a:rPr lang="es-AR" sz="1500" b="0" i="0" kern="1200" baseline="0"/>
            <a:t> Paneles fáciles de entender para monitorear indicadores clave (KPIs).</a:t>
          </a:r>
          <a:endParaRPr lang="en-US" sz="1500" kern="1200"/>
        </a:p>
      </dsp:txBody>
      <dsp:txXfrm>
        <a:off x="1589012" y="22860"/>
        <a:ext cx="2965335" cy="1258021"/>
      </dsp:txXfrm>
    </dsp:sp>
    <dsp:sp modelId="{D9C24977-D432-4277-930D-3DF36D3C065E}">
      <dsp:nvSpPr>
        <dsp:cNvPr id="0" name=""/>
        <dsp:cNvSpPr/>
      </dsp:nvSpPr>
      <dsp:spPr>
        <a:xfrm>
          <a:off x="5071035" y="22860"/>
          <a:ext cx="1258021" cy="125802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FCF840-3C1C-420D-B9A0-569306A563F2}">
      <dsp:nvSpPr>
        <dsp:cNvPr id="0" name=""/>
        <dsp:cNvSpPr/>
      </dsp:nvSpPr>
      <dsp:spPr>
        <a:xfrm>
          <a:off x="5335219" y="287044"/>
          <a:ext cx="729652" cy="7296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05087DF-4873-40D0-893E-E8FC434CDF44}">
      <dsp:nvSpPr>
        <dsp:cNvPr id="0" name=""/>
        <dsp:cNvSpPr/>
      </dsp:nvSpPr>
      <dsp:spPr>
        <a:xfrm>
          <a:off x="6598632" y="22860"/>
          <a:ext cx="2965335" cy="1258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s-AR" sz="1500" b="1" i="0" kern="1200" baseline="0"/>
            <a:t>Identificación de oportunidades:</a:t>
          </a:r>
          <a:r>
            <a:rPr lang="es-AR" sz="1500" b="0" i="0" kern="1200" baseline="0"/>
            <a:t> Ayuda a descubrir nuevas formas de aumentar ganancias y analizar comportamientos del cliente.</a:t>
          </a:r>
          <a:endParaRPr lang="en-US" sz="1500" kern="1200"/>
        </a:p>
      </dsp:txBody>
      <dsp:txXfrm>
        <a:off x="6598632" y="22860"/>
        <a:ext cx="2965335" cy="1258021"/>
      </dsp:txXfrm>
    </dsp:sp>
    <dsp:sp modelId="{0F1D72CE-0EFE-4A1A-BCEF-F2B67B187097}">
      <dsp:nvSpPr>
        <dsp:cNvPr id="0" name=""/>
        <dsp:cNvSpPr/>
      </dsp:nvSpPr>
      <dsp:spPr>
        <a:xfrm>
          <a:off x="61415" y="1805579"/>
          <a:ext cx="1258021" cy="125802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C0A32D-F386-45B3-A655-DFFA618DA2A9}">
      <dsp:nvSpPr>
        <dsp:cNvPr id="0" name=""/>
        <dsp:cNvSpPr/>
      </dsp:nvSpPr>
      <dsp:spPr>
        <a:xfrm>
          <a:off x="325600" y="2069764"/>
          <a:ext cx="729652" cy="7296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E16A59B-50C5-4B82-BB39-FA654372CF39}">
      <dsp:nvSpPr>
        <dsp:cNvPr id="0" name=""/>
        <dsp:cNvSpPr/>
      </dsp:nvSpPr>
      <dsp:spPr>
        <a:xfrm>
          <a:off x="1589012" y="1805579"/>
          <a:ext cx="2965335" cy="1258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s-AR" sz="1500" b="1" i="0" kern="1200" baseline="0"/>
            <a:t>Optimización operativa:</a:t>
          </a:r>
          <a:r>
            <a:rPr lang="es-AR" sz="1500" b="0" i="0" kern="1200" baseline="0"/>
            <a:t> Permite identificar ineficiencias y mejorar procesos internos.</a:t>
          </a:r>
          <a:endParaRPr lang="en-US" sz="1500" kern="1200"/>
        </a:p>
      </dsp:txBody>
      <dsp:txXfrm>
        <a:off x="1589012" y="1805579"/>
        <a:ext cx="2965335" cy="1258021"/>
      </dsp:txXfrm>
    </dsp:sp>
    <dsp:sp modelId="{67BA9B13-A318-4FAA-A597-CBBD9CC62336}">
      <dsp:nvSpPr>
        <dsp:cNvPr id="0" name=""/>
        <dsp:cNvSpPr/>
      </dsp:nvSpPr>
      <dsp:spPr>
        <a:xfrm>
          <a:off x="5071035" y="1805579"/>
          <a:ext cx="1258021" cy="125802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80CBCE-DF38-4FA3-A7AE-71B41691C568}">
      <dsp:nvSpPr>
        <dsp:cNvPr id="0" name=""/>
        <dsp:cNvSpPr/>
      </dsp:nvSpPr>
      <dsp:spPr>
        <a:xfrm>
          <a:off x="5335219" y="2069764"/>
          <a:ext cx="729652" cy="72965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DD449B2-18BF-4D4D-B371-C12B9FE511CC}">
      <dsp:nvSpPr>
        <dsp:cNvPr id="0" name=""/>
        <dsp:cNvSpPr/>
      </dsp:nvSpPr>
      <dsp:spPr>
        <a:xfrm>
          <a:off x="6598632" y="1805579"/>
          <a:ext cx="2965335" cy="1258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s-AR" sz="1500" b="1" i="0" kern="1200" baseline="0"/>
            <a:t>Análisis competitivo:</a:t>
          </a:r>
          <a:r>
            <a:rPr lang="es-AR" sz="1500" b="0" i="0" kern="1200" baseline="0"/>
            <a:t> Facilita la comparación de resultados con el mercado. </a:t>
          </a:r>
          <a:endParaRPr lang="en-US" sz="1500" kern="1200"/>
        </a:p>
      </dsp:txBody>
      <dsp:txXfrm>
        <a:off x="6598632" y="1805579"/>
        <a:ext cx="2965335" cy="125802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747CC0-30A6-4437-B5FE-60474FE2D3A5}">
      <dsp:nvSpPr>
        <dsp:cNvPr id="0" name=""/>
        <dsp:cNvSpPr/>
      </dsp:nvSpPr>
      <dsp:spPr>
        <a:xfrm>
          <a:off x="0" y="67287"/>
          <a:ext cx="6391275" cy="407745"/>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MX" sz="1700" b="1" i="0" kern="1200"/>
            <a:t>Toma de Decisiones basada en Datos:</a:t>
          </a:r>
          <a:r>
            <a:rPr lang="es-MX" sz="1700" b="0" i="0" kern="1200"/>
            <a:t> </a:t>
          </a:r>
          <a:endParaRPr lang="en-US" sz="1700" kern="1200"/>
        </a:p>
      </dsp:txBody>
      <dsp:txXfrm>
        <a:off x="19904" y="87191"/>
        <a:ext cx="6351467" cy="367937"/>
      </dsp:txXfrm>
    </dsp:sp>
    <dsp:sp modelId="{849F2330-70F3-4FFA-A5D5-55D7E1D86506}">
      <dsp:nvSpPr>
        <dsp:cNvPr id="0" name=""/>
        <dsp:cNvSpPr/>
      </dsp:nvSpPr>
      <dsp:spPr>
        <a:xfrm>
          <a:off x="0" y="475032"/>
          <a:ext cx="6391275"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923"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s-MX" sz="1300" b="0" i="0" kern="1200"/>
            <a:t>Elimina suposiciones al ofrecer una visión clara, actual e histórica de la empresa, fundamentando las decisiones en hechos concretos.</a:t>
          </a:r>
          <a:endParaRPr lang="en-US" sz="1300" kern="1200"/>
        </a:p>
      </dsp:txBody>
      <dsp:txXfrm>
        <a:off x="0" y="475032"/>
        <a:ext cx="6391275" cy="413482"/>
      </dsp:txXfrm>
    </dsp:sp>
    <dsp:sp modelId="{3B60299F-DEB7-4665-BDF1-4F68D24F0522}">
      <dsp:nvSpPr>
        <dsp:cNvPr id="0" name=""/>
        <dsp:cNvSpPr/>
      </dsp:nvSpPr>
      <dsp:spPr>
        <a:xfrm>
          <a:off x="0" y="888514"/>
          <a:ext cx="6391275" cy="407745"/>
        </a:xfrm>
        <a:prstGeom prst="roundRect">
          <a:avLst/>
        </a:prstGeom>
        <a:solidFill>
          <a:schemeClr val="accent2">
            <a:hueOff val="-3953144"/>
            <a:satOff val="18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MX" sz="1700" b="1" i="0" kern="1200"/>
            <a:t>Eficiencia Operativa:</a:t>
          </a:r>
          <a:r>
            <a:rPr lang="es-MX" sz="1700" b="0" i="0" kern="1200"/>
            <a:t> </a:t>
          </a:r>
          <a:endParaRPr lang="en-US" sz="1700" kern="1200"/>
        </a:p>
      </dsp:txBody>
      <dsp:txXfrm>
        <a:off x="19904" y="908418"/>
        <a:ext cx="6351467" cy="367937"/>
      </dsp:txXfrm>
    </dsp:sp>
    <dsp:sp modelId="{6778F04C-F48A-4F9B-B966-88A220A6D545}">
      <dsp:nvSpPr>
        <dsp:cNvPr id="0" name=""/>
        <dsp:cNvSpPr/>
      </dsp:nvSpPr>
      <dsp:spPr>
        <a:xfrm>
          <a:off x="0" y="1296259"/>
          <a:ext cx="6391275" cy="598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923"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s-MX" sz="1300" b="0" i="0" kern="1200"/>
            <a:t>Identifica áreas de mejora, cuellos de botella y optimiza la cadena de suministro, lo que se traduce en una reducción de costos y mayor productividad.</a:t>
          </a:r>
          <a:endParaRPr lang="en-US" sz="1300" kern="1200"/>
        </a:p>
      </dsp:txBody>
      <dsp:txXfrm>
        <a:off x="0" y="1296259"/>
        <a:ext cx="6391275" cy="598230"/>
      </dsp:txXfrm>
    </dsp:sp>
    <dsp:sp modelId="{344F55B6-C721-40B2-84F2-35A161C60A49}">
      <dsp:nvSpPr>
        <dsp:cNvPr id="0" name=""/>
        <dsp:cNvSpPr/>
      </dsp:nvSpPr>
      <dsp:spPr>
        <a:xfrm>
          <a:off x="0" y="1894489"/>
          <a:ext cx="6391275" cy="407745"/>
        </a:xfrm>
        <a:prstGeom prst="roundRect">
          <a:avLst/>
        </a:prstGeom>
        <a:solidFill>
          <a:schemeClr val="accent2">
            <a:hueOff val="-7906288"/>
            <a:satOff val="36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MX" sz="1700" b="1" i="0" kern="1200"/>
            <a:t>Identificación de Oportunidades:</a:t>
          </a:r>
          <a:r>
            <a:rPr lang="es-MX" sz="1700" b="0" i="0" kern="1200"/>
            <a:t> </a:t>
          </a:r>
          <a:endParaRPr lang="en-US" sz="1700" kern="1200"/>
        </a:p>
      </dsp:txBody>
      <dsp:txXfrm>
        <a:off x="19904" y="1914393"/>
        <a:ext cx="6351467" cy="367937"/>
      </dsp:txXfrm>
    </dsp:sp>
    <dsp:sp modelId="{5442D857-754C-4ED1-AB17-BEB9BD7F406A}">
      <dsp:nvSpPr>
        <dsp:cNvPr id="0" name=""/>
        <dsp:cNvSpPr/>
      </dsp:nvSpPr>
      <dsp:spPr>
        <a:xfrm>
          <a:off x="0" y="2302234"/>
          <a:ext cx="6391275"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923"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s-MX" sz="1300" b="0" i="0" kern="1200"/>
            <a:t>Revela nuevas tendencias de mercado, nichos de clientes y nichos de productos antes que la competencia.</a:t>
          </a:r>
          <a:endParaRPr lang="en-US" sz="1300" kern="1200"/>
        </a:p>
      </dsp:txBody>
      <dsp:txXfrm>
        <a:off x="0" y="2302234"/>
        <a:ext cx="6391275" cy="413482"/>
      </dsp:txXfrm>
    </dsp:sp>
    <dsp:sp modelId="{9856BD42-5BFF-483E-9497-BA6746AB3117}">
      <dsp:nvSpPr>
        <dsp:cNvPr id="0" name=""/>
        <dsp:cNvSpPr/>
      </dsp:nvSpPr>
      <dsp:spPr>
        <a:xfrm>
          <a:off x="0" y="2715717"/>
          <a:ext cx="6391275" cy="407745"/>
        </a:xfrm>
        <a:prstGeom prst="roundRect">
          <a:avLst/>
        </a:prstGeom>
        <a:solidFill>
          <a:schemeClr val="accent2">
            <a:hueOff val="-11859433"/>
            <a:satOff val="54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MX" sz="1700" b="1" i="0" kern="1200"/>
            <a:t>Conocimiento del Cliente:</a:t>
          </a:r>
          <a:r>
            <a:rPr lang="es-MX" sz="1700" b="0" i="0" kern="1200"/>
            <a:t> </a:t>
          </a:r>
          <a:endParaRPr lang="en-US" sz="1700" kern="1200"/>
        </a:p>
      </dsp:txBody>
      <dsp:txXfrm>
        <a:off x="19904" y="2735621"/>
        <a:ext cx="6351467" cy="367937"/>
      </dsp:txXfrm>
    </dsp:sp>
    <dsp:sp modelId="{91E8F014-CEC4-4782-933F-FAB5DE50C7BB}">
      <dsp:nvSpPr>
        <dsp:cNvPr id="0" name=""/>
        <dsp:cNvSpPr/>
      </dsp:nvSpPr>
      <dsp:spPr>
        <a:xfrm>
          <a:off x="0" y="3123462"/>
          <a:ext cx="6391275"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923"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s-MX" sz="1300" b="0" i="0" kern="1200"/>
            <a:t>Permite analizar el comportamiento y preferencias del consumidor, aumentando la fidelización y mejorando la segmentación.</a:t>
          </a:r>
          <a:endParaRPr lang="en-US" sz="1300" kern="1200"/>
        </a:p>
      </dsp:txBody>
      <dsp:txXfrm>
        <a:off x="0" y="3123462"/>
        <a:ext cx="6391275" cy="413482"/>
      </dsp:txXfrm>
    </dsp:sp>
    <dsp:sp modelId="{9B94F519-74E5-46F0-BD54-5BFF07691898}">
      <dsp:nvSpPr>
        <dsp:cNvPr id="0" name=""/>
        <dsp:cNvSpPr/>
      </dsp:nvSpPr>
      <dsp:spPr>
        <a:xfrm>
          <a:off x="0" y="3536944"/>
          <a:ext cx="6391275" cy="407745"/>
        </a:xfrm>
        <a:prstGeom prst="roundRect">
          <a:avLst/>
        </a:prstGeom>
        <a:solidFill>
          <a:schemeClr val="accent2">
            <a:hueOff val="-15812576"/>
            <a:satOff val="72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MX" sz="1700" b="1" i="0" kern="1200"/>
            <a:t>Monitoreo en Tiempo Real:</a:t>
          </a:r>
          <a:r>
            <a:rPr lang="es-MX" sz="1700" b="0" i="0" kern="1200"/>
            <a:t> </a:t>
          </a:r>
          <a:endParaRPr lang="en-US" sz="1700" kern="1200"/>
        </a:p>
      </dsp:txBody>
      <dsp:txXfrm>
        <a:off x="19904" y="3556848"/>
        <a:ext cx="6351467" cy="367937"/>
      </dsp:txXfrm>
    </dsp:sp>
    <dsp:sp modelId="{BB743F88-A2F9-41C1-9D08-2A5B3DC35C11}">
      <dsp:nvSpPr>
        <dsp:cNvPr id="0" name=""/>
        <dsp:cNvSpPr/>
      </dsp:nvSpPr>
      <dsp:spPr>
        <a:xfrm>
          <a:off x="0" y="3944689"/>
          <a:ext cx="6391275"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923"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s-MX" sz="1300" b="0" i="0" kern="1200"/>
            <a:t>Utiliza dashboards interactivos y KPIs clave para identificar problemas o éxitos en el momento en que ocurren.</a:t>
          </a:r>
          <a:endParaRPr lang="en-US" sz="1300" kern="1200"/>
        </a:p>
      </dsp:txBody>
      <dsp:txXfrm>
        <a:off x="0" y="3944689"/>
        <a:ext cx="6391275" cy="413482"/>
      </dsp:txXfrm>
    </dsp:sp>
    <dsp:sp modelId="{59F47761-64D8-413D-859A-0FA0B5ED6FE0}">
      <dsp:nvSpPr>
        <dsp:cNvPr id="0" name=""/>
        <dsp:cNvSpPr/>
      </dsp:nvSpPr>
      <dsp:spPr>
        <a:xfrm>
          <a:off x="0" y="4358172"/>
          <a:ext cx="6391275" cy="407745"/>
        </a:xfrm>
        <a:prstGeom prst="roundRect">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MX" sz="1700" b="1" i="0" kern="1200"/>
            <a:t>Ventaja Competitiva:</a:t>
          </a:r>
          <a:r>
            <a:rPr lang="es-MX" sz="1700" b="0" i="0" kern="1200"/>
            <a:t> </a:t>
          </a:r>
          <a:endParaRPr lang="en-US" sz="1700" kern="1200"/>
        </a:p>
      </dsp:txBody>
      <dsp:txXfrm>
        <a:off x="19904" y="4378076"/>
        <a:ext cx="6351467" cy="367937"/>
      </dsp:txXfrm>
    </dsp:sp>
    <dsp:sp modelId="{99C080BB-4CDB-49B8-AD77-BD11546FD270}">
      <dsp:nvSpPr>
        <dsp:cNvPr id="0" name=""/>
        <dsp:cNvSpPr/>
      </dsp:nvSpPr>
      <dsp:spPr>
        <a:xfrm>
          <a:off x="0" y="4765917"/>
          <a:ext cx="6391275"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923"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s-MX" sz="1300" b="0" i="0" kern="1200"/>
            <a:t>Proporciona agilidad para adaptarse a entornos cambiantes, facilitando la supervivencia y el crecimiento empresarial</a:t>
          </a:r>
          <a:endParaRPr lang="en-US" sz="1300" kern="1200"/>
        </a:p>
      </dsp:txBody>
      <dsp:txXfrm>
        <a:off x="0" y="4765917"/>
        <a:ext cx="6391275" cy="41348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684DEB-41F8-4FFA-9C20-85F6C640E296}">
      <dsp:nvSpPr>
        <dsp:cNvPr id="0" name=""/>
        <dsp:cNvSpPr/>
      </dsp:nvSpPr>
      <dsp:spPr>
        <a:xfrm>
          <a:off x="0" y="2177"/>
          <a:ext cx="6391275" cy="110364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DF8250-F66B-4C7C-8862-F30AFA55305D}">
      <dsp:nvSpPr>
        <dsp:cNvPr id="0" name=""/>
        <dsp:cNvSpPr/>
      </dsp:nvSpPr>
      <dsp:spPr>
        <a:xfrm>
          <a:off x="333853" y="250498"/>
          <a:ext cx="607006" cy="6070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B99951B-0F19-464D-AF3D-0730CD5D2879}">
      <dsp:nvSpPr>
        <dsp:cNvPr id="0" name=""/>
        <dsp:cNvSpPr/>
      </dsp:nvSpPr>
      <dsp:spPr>
        <a:xfrm>
          <a:off x="1274714" y="2177"/>
          <a:ext cx="5116560" cy="1103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03" tIns="116803" rIns="116803" bIns="116803" numCol="1" spcCol="1270" anchor="ctr" anchorCtr="0">
          <a:noAutofit/>
        </a:bodyPr>
        <a:lstStyle/>
        <a:p>
          <a:pPr marL="0" lvl="0" indent="0" algn="l" defTabSz="666750">
            <a:lnSpc>
              <a:spcPct val="90000"/>
            </a:lnSpc>
            <a:spcBef>
              <a:spcPct val="0"/>
            </a:spcBef>
            <a:spcAft>
              <a:spcPct val="35000"/>
            </a:spcAft>
            <a:buNone/>
          </a:pPr>
          <a:r>
            <a:rPr lang="es-MX" sz="1500" b="1" i="0" kern="1200"/>
            <a:t>Integración y Centralización de Datos:</a:t>
          </a:r>
          <a:r>
            <a:rPr lang="es-MX" sz="1500" b="0" i="0" kern="1200"/>
            <a:t> Recopila información de diversas fuentes (bases de datos, ERP, CRM, redes sociales) en un único lugar, generalmente un </a:t>
          </a:r>
          <a:r>
            <a:rPr lang="es-MX" sz="1500" b="0" i="1" kern="1200"/>
            <a:t>data warehouse</a:t>
          </a:r>
          <a:r>
            <a:rPr lang="es-MX" sz="1500" b="0" i="0" kern="1200"/>
            <a:t>.</a:t>
          </a:r>
          <a:endParaRPr lang="en-US" sz="1500" kern="1200"/>
        </a:p>
      </dsp:txBody>
      <dsp:txXfrm>
        <a:off x="1274714" y="2177"/>
        <a:ext cx="5116560" cy="1103648"/>
      </dsp:txXfrm>
    </dsp:sp>
    <dsp:sp modelId="{C6CD7E88-C215-46FE-97B6-640846F17852}">
      <dsp:nvSpPr>
        <dsp:cNvPr id="0" name=""/>
        <dsp:cNvSpPr/>
      </dsp:nvSpPr>
      <dsp:spPr>
        <a:xfrm>
          <a:off x="0" y="1381738"/>
          <a:ext cx="6391275" cy="110364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C5F5AC-BB60-4024-B29A-A1F90ECDB074}">
      <dsp:nvSpPr>
        <dsp:cNvPr id="0" name=""/>
        <dsp:cNvSpPr/>
      </dsp:nvSpPr>
      <dsp:spPr>
        <a:xfrm>
          <a:off x="333853" y="1630059"/>
          <a:ext cx="607006" cy="6070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A68B5BC-73B4-46F8-A70C-62EE29475B87}">
      <dsp:nvSpPr>
        <dsp:cNvPr id="0" name=""/>
        <dsp:cNvSpPr/>
      </dsp:nvSpPr>
      <dsp:spPr>
        <a:xfrm>
          <a:off x="1274714" y="1381738"/>
          <a:ext cx="5116560" cy="1103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03" tIns="116803" rIns="116803" bIns="116803" numCol="1" spcCol="1270" anchor="ctr" anchorCtr="0">
          <a:noAutofit/>
        </a:bodyPr>
        <a:lstStyle/>
        <a:p>
          <a:pPr marL="0" lvl="0" indent="0" algn="l" defTabSz="666750">
            <a:lnSpc>
              <a:spcPct val="90000"/>
            </a:lnSpc>
            <a:spcBef>
              <a:spcPct val="0"/>
            </a:spcBef>
            <a:spcAft>
              <a:spcPct val="35000"/>
            </a:spcAft>
            <a:buNone/>
          </a:pPr>
          <a:r>
            <a:rPr lang="es-MX" sz="1500" b="1" i="0" kern="1200"/>
            <a:t>Análisis Interactivo y Visual:</a:t>
          </a:r>
          <a:r>
            <a:rPr lang="es-MX" sz="1500" b="0" i="0" kern="1200"/>
            <a:t> Utiliza herramientas para explorar datos mediante gráficos y paneles interactivos (</a:t>
          </a:r>
          <a:r>
            <a:rPr lang="es-MX" sz="1500" b="0" i="1" kern="1200"/>
            <a:t>dashboards</a:t>
          </a:r>
          <a:r>
            <a:rPr lang="es-MX" sz="1500" b="0" i="0" kern="1200"/>
            <a:t>), facilitando la comprensión de tendencias y patrones.</a:t>
          </a:r>
          <a:endParaRPr lang="en-US" sz="1500" kern="1200"/>
        </a:p>
      </dsp:txBody>
      <dsp:txXfrm>
        <a:off x="1274714" y="1381738"/>
        <a:ext cx="5116560" cy="1103648"/>
      </dsp:txXfrm>
    </dsp:sp>
    <dsp:sp modelId="{5B1B0161-8EDA-458E-8EDF-8A20C739A0C8}">
      <dsp:nvSpPr>
        <dsp:cNvPr id="0" name=""/>
        <dsp:cNvSpPr/>
      </dsp:nvSpPr>
      <dsp:spPr>
        <a:xfrm>
          <a:off x="0" y="2761299"/>
          <a:ext cx="6391275" cy="110364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2F829C-A9AB-4014-A6ED-E2A4C2F11CD4}">
      <dsp:nvSpPr>
        <dsp:cNvPr id="0" name=""/>
        <dsp:cNvSpPr/>
      </dsp:nvSpPr>
      <dsp:spPr>
        <a:xfrm>
          <a:off x="333853" y="3009620"/>
          <a:ext cx="607006" cy="6070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4E8E2F3-6EE4-4E8C-AEAD-C7F9270E6A1C}">
      <dsp:nvSpPr>
        <dsp:cNvPr id="0" name=""/>
        <dsp:cNvSpPr/>
      </dsp:nvSpPr>
      <dsp:spPr>
        <a:xfrm>
          <a:off x="1274714" y="2761299"/>
          <a:ext cx="5116560" cy="1103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03" tIns="116803" rIns="116803" bIns="116803" numCol="1" spcCol="1270" anchor="ctr" anchorCtr="0">
          <a:noAutofit/>
        </a:bodyPr>
        <a:lstStyle/>
        <a:p>
          <a:pPr marL="0" lvl="0" indent="0" algn="l" defTabSz="666750">
            <a:lnSpc>
              <a:spcPct val="90000"/>
            </a:lnSpc>
            <a:spcBef>
              <a:spcPct val="0"/>
            </a:spcBef>
            <a:spcAft>
              <a:spcPct val="35000"/>
            </a:spcAft>
            <a:buNone/>
          </a:pPr>
          <a:r>
            <a:rPr lang="es-MX" sz="1500" b="1" i="0" kern="1200"/>
            <a:t>Informes Automatizados:</a:t>
          </a:r>
          <a:r>
            <a:rPr lang="es-MX" sz="1500" b="0" i="0" kern="1200"/>
            <a:t> Permite generar reportes personalizados de forma automática para monitorear indicadores clave de desempeño (KPIs).</a:t>
          </a:r>
          <a:endParaRPr lang="en-US" sz="1500" kern="1200"/>
        </a:p>
      </dsp:txBody>
      <dsp:txXfrm>
        <a:off x="1274714" y="2761299"/>
        <a:ext cx="5116560" cy="1103648"/>
      </dsp:txXfrm>
    </dsp:sp>
    <dsp:sp modelId="{404597B9-88D3-4F47-A036-42667A73CD56}">
      <dsp:nvSpPr>
        <dsp:cNvPr id="0" name=""/>
        <dsp:cNvSpPr/>
      </dsp:nvSpPr>
      <dsp:spPr>
        <a:xfrm>
          <a:off x="0" y="4140860"/>
          <a:ext cx="6391275" cy="110364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6B8349-B500-4E74-BC5B-7EEF0BCD75AA}">
      <dsp:nvSpPr>
        <dsp:cNvPr id="0" name=""/>
        <dsp:cNvSpPr/>
      </dsp:nvSpPr>
      <dsp:spPr>
        <a:xfrm>
          <a:off x="333853" y="4389181"/>
          <a:ext cx="607006" cy="60700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44FA3C3-C890-4972-89A3-953DA61C1C09}">
      <dsp:nvSpPr>
        <dsp:cNvPr id="0" name=""/>
        <dsp:cNvSpPr/>
      </dsp:nvSpPr>
      <dsp:spPr>
        <a:xfrm>
          <a:off x="1274714" y="4140860"/>
          <a:ext cx="5116560" cy="1103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03" tIns="116803" rIns="116803" bIns="116803" numCol="1" spcCol="1270" anchor="ctr" anchorCtr="0">
          <a:noAutofit/>
        </a:bodyPr>
        <a:lstStyle/>
        <a:p>
          <a:pPr marL="0" lvl="0" indent="0" algn="l" defTabSz="666750">
            <a:lnSpc>
              <a:spcPct val="90000"/>
            </a:lnSpc>
            <a:spcBef>
              <a:spcPct val="0"/>
            </a:spcBef>
            <a:spcAft>
              <a:spcPct val="35000"/>
            </a:spcAft>
            <a:buNone/>
          </a:pPr>
          <a:r>
            <a:rPr lang="es-MX" sz="1500" b="1" i="0" kern="1200"/>
            <a:t>Autoservicio (Self-Service BI):</a:t>
          </a:r>
          <a:r>
            <a:rPr lang="es-MX" sz="1500" b="0" i="0" kern="1200"/>
            <a:t> Capacita a usuarios de negocio, sin necesidad de conocimientos técnicos profundos, para consultar datos y crear informes por sí mismos.</a:t>
          </a:r>
          <a:endParaRPr lang="en-US" sz="1500" kern="1200"/>
        </a:p>
      </dsp:txBody>
      <dsp:txXfrm>
        <a:off x="1274714" y="4140860"/>
        <a:ext cx="5116560" cy="110364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4FE133-C33A-4CF9-B66E-E1A2F575B7C8}">
      <dsp:nvSpPr>
        <dsp:cNvPr id="0" name=""/>
        <dsp:cNvSpPr/>
      </dsp:nvSpPr>
      <dsp:spPr>
        <a:xfrm>
          <a:off x="0" y="314708"/>
          <a:ext cx="6391275" cy="149877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MX" sz="2100" b="1" i="0" kern="1200"/>
            <a:t>Información en Tiempo Real o Cercana:</a:t>
          </a:r>
          <a:r>
            <a:rPr lang="es-MX" sz="2100" b="0" i="0" kern="1200"/>
            <a:t> Proporciona visibilidad actualizada de la situación del negocio para reaccionar rápidamente ante cambios.</a:t>
          </a:r>
          <a:endParaRPr lang="en-US" sz="2100" kern="1200"/>
        </a:p>
      </dsp:txBody>
      <dsp:txXfrm>
        <a:off x="73164" y="387872"/>
        <a:ext cx="6244947" cy="1352442"/>
      </dsp:txXfrm>
    </dsp:sp>
    <dsp:sp modelId="{12ACC7DC-859E-407A-9693-D43F9F8C6D35}">
      <dsp:nvSpPr>
        <dsp:cNvPr id="0" name=""/>
        <dsp:cNvSpPr/>
      </dsp:nvSpPr>
      <dsp:spPr>
        <a:xfrm>
          <a:off x="0" y="1873958"/>
          <a:ext cx="6391275" cy="1498770"/>
        </a:xfrm>
        <a:prstGeom prst="roundRect">
          <a:avLst/>
        </a:prstGeom>
        <a:solidFill>
          <a:schemeClr val="accent2">
            <a:hueOff val="-9882860"/>
            <a:satOff val="45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MX" sz="2100" b="1" i="0" kern="1200"/>
            <a:t>Análisis Descriptivo y de Diagnóstico:</a:t>
          </a:r>
          <a:r>
            <a:rPr lang="es-MX" sz="2100" b="0" i="0" kern="1200"/>
            <a:t> Se centra en explicar qué sucedió y por qué sucedió, analizando datos históricos.</a:t>
          </a:r>
          <a:endParaRPr lang="en-US" sz="2100" kern="1200"/>
        </a:p>
      </dsp:txBody>
      <dsp:txXfrm>
        <a:off x="73164" y="1947122"/>
        <a:ext cx="6244947" cy="1352442"/>
      </dsp:txXfrm>
    </dsp:sp>
    <dsp:sp modelId="{3BA4059E-AB51-4808-A79F-A45BB7006769}">
      <dsp:nvSpPr>
        <dsp:cNvPr id="0" name=""/>
        <dsp:cNvSpPr/>
      </dsp:nvSpPr>
      <dsp:spPr>
        <a:xfrm>
          <a:off x="0" y="3433208"/>
          <a:ext cx="6391275" cy="1498770"/>
        </a:xfrm>
        <a:prstGeom prst="roundRect">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MX" sz="2100" b="1" i="0" kern="1200"/>
            <a:t>Seguridad y Gobernanza:</a:t>
          </a:r>
          <a:r>
            <a:rPr lang="es-MX" sz="2100" b="0" i="0" kern="1200"/>
            <a:t> Asegura la privacidad de los datos y garantiza que la información sea confiable y esté controlada</a:t>
          </a:r>
          <a:endParaRPr lang="en-US" sz="2100" kern="1200"/>
        </a:p>
      </dsp:txBody>
      <dsp:txXfrm>
        <a:off x="73164" y="3506372"/>
        <a:ext cx="6244947" cy="135244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FCA6BA-8604-43D6-8E23-2AAF28891CAA}">
      <dsp:nvSpPr>
        <dsp:cNvPr id="0" name=""/>
        <dsp:cNvSpPr/>
      </dsp:nvSpPr>
      <dsp:spPr>
        <a:xfrm>
          <a:off x="0" y="4257"/>
          <a:ext cx="6391275" cy="68000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4A2CAE-8BC6-43C7-B984-6A660D4E5683}">
      <dsp:nvSpPr>
        <dsp:cNvPr id="0" name=""/>
        <dsp:cNvSpPr/>
      </dsp:nvSpPr>
      <dsp:spPr>
        <a:xfrm>
          <a:off x="205701" y="157258"/>
          <a:ext cx="374368" cy="3740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3B34AE2-A3A3-49BA-98C4-14D2511A95E2}">
      <dsp:nvSpPr>
        <dsp:cNvPr id="0" name=""/>
        <dsp:cNvSpPr/>
      </dsp:nvSpPr>
      <dsp:spPr>
        <a:xfrm>
          <a:off x="785772" y="4257"/>
          <a:ext cx="5581702" cy="722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465" tIns="76465" rIns="76465" bIns="76465" numCol="1" spcCol="1270" anchor="ctr" anchorCtr="0">
          <a:noAutofit/>
        </a:bodyPr>
        <a:lstStyle/>
        <a:p>
          <a:pPr marL="0" lvl="0" indent="0" algn="l" defTabSz="622300">
            <a:lnSpc>
              <a:spcPct val="90000"/>
            </a:lnSpc>
            <a:spcBef>
              <a:spcPct val="0"/>
            </a:spcBef>
            <a:spcAft>
              <a:spcPct val="35000"/>
            </a:spcAft>
            <a:buNone/>
          </a:pPr>
          <a:r>
            <a:rPr lang="es-MX" sz="1400" b="1" i="0" kern="1200"/>
            <a:t>Toma de decisiones estratégica:</a:t>
          </a:r>
          <a:r>
            <a:rPr lang="es-MX" sz="1400" b="0" i="0" kern="1200"/>
            <a:t> Reduce el riesgo al basar las decisiones en datos precisos e históricos, lo que incrementa la efectividad.</a:t>
          </a:r>
          <a:endParaRPr lang="en-US" sz="1400" kern="1200"/>
        </a:p>
      </dsp:txBody>
      <dsp:txXfrm>
        <a:off x="785772" y="4257"/>
        <a:ext cx="5581702" cy="722506"/>
      </dsp:txXfrm>
    </dsp:sp>
    <dsp:sp modelId="{AB7472E8-78C7-4CF0-868E-C1936197D5A2}">
      <dsp:nvSpPr>
        <dsp:cNvPr id="0" name=""/>
        <dsp:cNvSpPr/>
      </dsp:nvSpPr>
      <dsp:spPr>
        <a:xfrm>
          <a:off x="0" y="907390"/>
          <a:ext cx="6391275" cy="68000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DA293A-37D7-4C0F-95CC-3407C04E120B}">
      <dsp:nvSpPr>
        <dsp:cNvPr id="0" name=""/>
        <dsp:cNvSpPr/>
      </dsp:nvSpPr>
      <dsp:spPr>
        <a:xfrm>
          <a:off x="205701" y="1060391"/>
          <a:ext cx="374368" cy="3740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4CDA31A-A34F-46E5-BB9A-6945E98D96F2}">
      <dsp:nvSpPr>
        <dsp:cNvPr id="0" name=""/>
        <dsp:cNvSpPr/>
      </dsp:nvSpPr>
      <dsp:spPr>
        <a:xfrm>
          <a:off x="785772" y="907390"/>
          <a:ext cx="5581702" cy="722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465" tIns="76465" rIns="76465" bIns="76465" numCol="1" spcCol="1270" anchor="ctr" anchorCtr="0">
          <a:noAutofit/>
        </a:bodyPr>
        <a:lstStyle/>
        <a:p>
          <a:pPr marL="0" lvl="0" indent="0" algn="l" defTabSz="622300">
            <a:lnSpc>
              <a:spcPct val="90000"/>
            </a:lnSpc>
            <a:spcBef>
              <a:spcPct val="0"/>
            </a:spcBef>
            <a:spcAft>
              <a:spcPct val="35000"/>
            </a:spcAft>
            <a:buNone/>
          </a:pPr>
          <a:r>
            <a:rPr lang="es-MX" sz="1400" b="1" i="0" kern="1200"/>
            <a:t>Eficiencia operativa y reducción de costos:</a:t>
          </a:r>
          <a:r>
            <a:rPr lang="es-MX" sz="1400" b="0" i="0" kern="1200"/>
            <a:t> Identifica cuellos de botella y procesos ineficientes, permitiendo optimizar recursos y reducir gastos operativos.</a:t>
          </a:r>
          <a:endParaRPr lang="en-US" sz="1400" kern="1200"/>
        </a:p>
      </dsp:txBody>
      <dsp:txXfrm>
        <a:off x="785772" y="907390"/>
        <a:ext cx="5581702" cy="722506"/>
      </dsp:txXfrm>
    </dsp:sp>
    <dsp:sp modelId="{D93FD663-6A4D-4B17-8AFE-8D361B1000B1}">
      <dsp:nvSpPr>
        <dsp:cNvPr id="0" name=""/>
        <dsp:cNvSpPr/>
      </dsp:nvSpPr>
      <dsp:spPr>
        <a:xfrm>
          <a:off x="0" y="1810523"/>
          <a:ext cx="6391275" cy="68000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F3D70E-62DC-43F7-9B6F-D709B43614EB}">
      <dsp:nvSpPr>
        <dsp:cNvPr id="0" name=""/>
        <dsp:cNvSpPr/>
      </dsp:nvSpPr>
      <dsp:spPr>
        <a:xfrm>
          <a:off x="205701" y="1963525"/>
          <a:ext cx="374368" cy="3740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DC316BE-288F-4B87-997A-64AEA51F6057}">
      <dsp:nvSpPr>
        <dsp:cNvPr id="0" name=""/>
        <dsp:cNvSpPr/>
      </dsp:nvSpPr>
      <dsp:spPr>
        <a:xfrm>
          <a:off x="785772" y="1810523"/>
          <a:ext cx="5581702" cy="722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465" tIns="76465" rIns="76465" bIns="76465" numCol="1" spcCol="1270" anchor="ctr" anchorCtr="0">
          <a:noAutofit/>
        </a:bodyPr>
        <a:lstStyle/>
        <a:p>
          <a:pPr marL="0" lvl="0" indent="0" algn="l" defTabSz="622300">
            <a:lnSpc>
              <a:spcPct val="90000"/>
            </a:lnSpc>
            <a:spcBef>
              <a:spcPct val="0"/>
            </a:spcBef>
            <a:spcAft>
              <a:spcPct val="35000"/>
            </a:spcAft>
            <a:buNone/>
          </a:pPr>
          <a:r>
            <a:rPr lang="es-MX" sz="1400" b="1" i="0" kern="1200"/>
            <a:t>Visibilidad en tiempo real:</a:t>
          </a:r>
          <a:r>
            <a:rPr lang="es-MX" sz="1400" b="0" i="0" kern="1200"/>
            <a:t> Paneles de control (dashboards) actualizados que permiten reaccionar rápidamente a cambios en el mercado.</a:t>
          </a:r>
          <a:endParaRPr lang="en-US" sz="1400" kern="1200"/>
        </a:p>
      </dsp:txBody>
      <dsp:txXfrm>
        <a:off x="785772" y="1810523"/>
        <a:ext cx="5581702" cy="722506"/>
      </dsp:txXfrm>
    </dsp:sp>
    <dsp:sp modelId="{2C34E911-C7D8-45D0-92CD-11B6A4074487}">
      <dsp:nvSpPr>
        <dsp:cNvPr id="0" name=""/>
        <dsp:cNvSpPr/>
      </dsp:nvSpPr>
      <dsp:spPr>
        <a:xfrm>
          <a:off x="0" y="2713656"/>
          <a:ext cx="6391275" cy="68000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86BD54-0087-40B8-B6E9-53CDE1478106}">
      <dsp:nvSpPr>
        <dsp:cNvPr id="0" name=""/>
        <dsp:cNvSpPr/>
      </dsp:nvSpPr>
      <dsp:spPr>
        <a:xfrm>
          <a:off x="205701" y="2866658"/>
          <a:ext cx="374368" cy="37400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B23D154-0FA2-4F47-82FB-A867EDBB4E87}">
      <dsp:nvSpPr>
        <dsp:cNvPr id="0" name=""/>
        <dsp:cNvSpPr/>
      </dsp:nvSpPr>
      <dsp:spPr>
        <a:xfrm>
          <a:off x="785772" y="2713656"/>
          <a:ext cx="5581702" cy="722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465" tIns="76465" rIns="76465" bIns="76465" numCol="1" spcCol="1270" anchor="ctr" anchorCtr="0">
          <a:noAutofit/>
        </a:bodyPr>
        <a:lstStyle/>
        <a:p>
          <a:pPr marL="0" lvl="0" indent="0" algn="l" defTabSz="622300">
            <a:lnSpc>
              <a:spcPct val="90000"/>
            </a:lnSpc>
            <a:spcBef>
              <a:spcPct val="0"/>
            </a:spcBef>
            <a:spcAft>
              <a:spcPct val="35000"/>
            </a:spcAft>
            <a:buNone/>
          </a:pPr>
          <a:r>
            <a:rPr lang="es-MX" sz="1400" b="1" i="0" kern="1200"/>
            <a:t>Mejor conocimiento del cliente:</a:t>
          </a:r>
          <a:r>
            <a:rPr lang="es-MX" sz="1400" b="0" i="0" kern="1200"/>
            <a:t> Analiza comportamientos y preferencias para ofrecer productos o servicios personalizados.</a:t>
          </a:r>
          <a:endParaRPr lang="en-US" sz="1400" kern="1200"/>
        </a:p>
      </dsp:txBody>
      <dsp:txXfrm>
        <a:off x="785772" y="2713656"/>
        <a:ext cx="5581702" cy="722506"/>
      </dsp:txXfrm>
    </dsp:sp>
    <dsp:sp modelId="{91F23F01-6106-41F0-8AF7-86140EF30080}">
      <dsp:nvSpPr>
        <dsp:cNvPr id="0" name=""/>
        <dsp:cNvSpPr/>
      </dsp:nvSpPr>
      <dsp:spPr>
        <a:xfrm>
          <a:off x="0" y="3616789"/>
          <a:ext cx="6391275" cy="68000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0DDA34-2242-4D4E-AE05-C7C562CD91AD}">
      <dsp:nvSpPr>
        <dsp:cNvPr id="0" name=""/>
        <dsp:cNvSpPr/>
      </dsp:nvSpPr>
      <dsp:spPr>
        <a:xfrm>
          <a:off x="205701" y="3769791"/>
          <a:ext cx="374368" cy="37400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1F456FC-CAA5-41F7-A489-1ACB28CC065A}">
      <dsp:nvSpPr>
        <dsp:cNvPr id="0" name=""/>
        <dsp:cNvSpPr/>
      </dsp:nvSpPr>
      <dsp:spPr>
        <a:xfrm>
          <a:off x="785772" y="3616789"/>
          <a:ext cx="5581702" cy="722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465" tIns="76465" rIns="76465" bIns="76465" numCol="1" spcCol="1270" anchor="ctr" anchorCtr="0">
          <a:noAutofit/>
        </a:bodyPr>
        <a:lstStyle/>
        <a:p>
          <a:pPr marL="0" lvl="0" indent="0" algn="l" defTabSz="622300">
            <a:lnSpc>
              <a:spcPct val="90000"/>
            </a:lnSpc>
            <a:spcBef>
              <a:spcPct val="0"/>
            </a:spcBef>
            <a:spcAft>
              <a:spcPct val="35000"/>
            </a:spcAft>
            <a:buNone/>
          </a:pPr>
          <a:r>
            <a:rPr lang="es-MX" sz="1400" b="1" i="0" kern="1200"/>
            <a:t>Identificación de oportunidades:</a:t>
          </a:r>
          <a:r>
            <a:rPr lang="es-MX" sz="1400" b="0" i="0" kern="1200"/>
            <a:t> Ayuda a detectar tendencias de mercado, nichos o productos con mayor potencial de ventas.</a:t>
          </a:r>
          <a:endParaRPr lang="en-US" sz="1400" kern="1200"/>
        </a:p>
      </dsp:txBody>
      <dsp:txXfrm>
        <a:off x="785772" y="3616789"/>
        <a:ext cx="5581702" cy="722506"/>
      </dsp:txXfrm>
    </dsp:sp>
    <dsp:sp modelId="{226449D4-6534-4826-84E9-FDC683272D86}">
      <dsp:nvSpPr>
        <dsp:cNvPr id="0" name=""/>
        <dsp:cNvSpPr/>
      </dsp:nvSpPr>
      <dsp:spPr>
        <a:xfrm>
          <a:off x="0" y="4519923"/>
          <a:ext cx="6391275" cy="68000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B892EB-4AE7-4E7A-8A3C-374DFD2C0815}">
      <dsp:nvSpPr>
        <dsp:cNvPr id="0" name=""/>
        <dsp:cNvSpPr/>
      </dsp:nvSpPr>
      <dsp:spPr>
        <a:xfrm>
          <a:off x="205701" y="4672924"/>
          <a:ext cx="374368" cy="37400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79C9751-E510-402E-BCFF-7100A64C14E0}">
      <dsp:nvSpPr>
        <dsp:cNvPr id="0" name=""/>
        <dsp:cNvSpPr/>
      </dsp:nvSpPr>
      <dsp:spPr>
        <a:xfrm>
          <a:off x="785772" y="4519923"/>
          <a:ext cx="5581702" cy="722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465" tIns="76465" rIns="76465" bIns="76465" numCol="1" spcCol="1270" anchor="ctr" anchorCtr="0">
          <a:noAutofit/>
        </a:bodyPr>
        <a:lstStyle/>
        <a:p>
          <a:pPr marL="0" lvl="0" indent="0" algn="l" defTabSz="622300">
            <a:lnSpc>
              <a:spcPct val="90000"/>
            </a:lnSpc>
            <a:spcBef>
              <a:spcPct val="0"/>
            </a:spcBef>
            <a:spcAft>
              <a:spcPct val="35000"/>
            </a:spcAft>
            <a:buNone/>
          </a:pPr>
          <a:r>
            <a:rPr lang="es-MX" sz="1400" b="1" i="0" kern="1200"/>
            <a:t>Mayor productividad:</a:t>
          </a:r>
          <a:r>
            <a:rPr lang="es-MX" sz="1400" b="0" i="0" kern="1200"/>
            <a:t> Automatiza la creación de informes y centraliza la información, ahorrando tiempo a los equipos de trabajo.</a:t>
          </a:r>
          <a:endParaRPr lang="en-US" sz="1400" kern="1200"/>
        </a:p>
      </dsp:txBody>
      <dsp:txXfrm>
        <a:off x="785772" y="4519923"/>
        <a:ext cx="5581702" cy="72250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01B5D4-F0B5-4649-BBB1-D59FE9C9EDF4}">
      <dsp:nvSpPr>
        <dsp:cNvPr id="0" name=""/>
        <dsp:cNvSpPr/>
      </dsp:nvSpPr>
      <dsp:spPr>
        <a:xfrm>
          <a:off x="149513" y="53965"/>
          <a:ext cx="797417" cy="7974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7AFED3-0E3D-4E6B-8FAF-E813AB795E7B}">
      <dsp:nvSpPr>
        <dsp:cNvPr id="0" name=""/>
        <dsp:cNvSpPr/>
      </dsp:nvSpPr>
      <dsp:spPr>
        <a:xfrm>
          <a:off x="316970" y="221423"/>
          <a:ext cx="462502" cy="4625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E85943-E6DB-489D-AA6D-CBE8C9694F5A}">
      <dsp:nvSpPr>
        <dsp:cNvPr id="0" name=""/>
        <dsp:cNvSpPr/>
      </dsp:nvSpPr>
      <dsp:spPr>
        <a:xfrm>
          <a:off x="1117805" y="53965"/>
          <a:ext cx="1879626" cy="797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MX" sz="1100" b="1" kern="1200"/>
            <a:t>Microsoft Power BI:</a:t>
          </a:r>
          <a:r>
            <a:rPr lang="es-MX" sz="1100" kern="1200"/>
            <a:t> Líder actual, ideal por su integración con el ecosistema Microsoft (Excel, Azure) y gran relación costo-funcionalidad.</a:t>
          </a:r>
          <a:endParaRPr lang="en-US" sz="1100" kern="1200"/>
        </a:p>
      </dsp:txBody>
      <dsp:txXfrm>
        <a:off x="1117805" y="53965"/>
        <a:ext cx="1879626" cy="797417"/>
      </dsp:txXfrm>
    </dsp:sp>
    <dsp:sp modelId="{3927BEB0-BFE5-4AAB-8A09-112E3B6D776F}">
      <dsp:nvSpPr>
        <dsp:cNvPr id="0" name=""/>
        <dsp:cNvSpPr/>
      </dsp:nvSpPr>
      <dsp:spPr>
        <a:xfrm>
          <a:off x="3324943" y="53965"/>
          <a:ext cx="797417" cy="7974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5DEBAE-5CA7-48BF-8C68-593DEBC35FA7}">
      <dsp:nvSpPr>
        <dsp:cNvPr id="0" name=""/>
        <dsp:cNvSpPr/>
      </dsp:nvSpPr>
      <dsp:spPr>
        <a:xfrm>
          <a:off x="3492400" y="221423"/>
          <a:ext cx="462502" cy="4625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B3D58F-0086-4A97-870C-34C639247A7A}">
      <dsp:nvSpPr>
        <dsp:cNvPr id="0" name=""/>
        <dsp:cNvSpPr/>
      </dsp:nvSpPr>
      <dsp:spPr>
        <a:xfrm>
          <a:off x="4293235" y="53965"/>
          <a:ext cx="1879626" cy="797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MX" sz="1100" b="1" kern="1200"/>
            <a:t>Tableau:</a:t>
          </a:r>
          <a:r>
            <a:rPr lang="es-MX" sz="1100" kern="1200"/>
            <a:t> Reconocida por sus capacidades avanzadas de visualización de datos y </a:t>
          </a:r>
          <a:r>
            <a:rPr lang="es-MX" sz="1100" i="1" kern="1200"/>
            <a:t>storytelling</a:t>
          </a:r>
          <a:r>
            <a:rPr lang="es-MX" sz="1100" kern="1200"/>
            <a:t>.</a:t>
          </a:r>
          <a:endParaRPr lang="en-US" sz="1100" kern="1200"/>
        </a:p>
      </dsp:txBody>
      <dsp:txXfrm>
        <a:off x="4293235" y="53965"/>
        <a:ext cx="1879626" cy="797417"/>
      </dsp:txXfrm>
    </dsp:sp>
    <dsp:sp modelId="{83AFC7BD-9484-4DE9-AA80-98594190A151}">
      <dsp:nvSpPr>
        <dsp:cNvPr id="0" name=""/>
        <dsp:cNvSpPr/>
      </dsp:nvSpPr>
      <dsp:spPr>
        <a:xfrm>
          <a:off x="6500373" y="53965"/>
          <a:ext cx="797417" cy="7974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34D8EA-9BD2-453F-A877-DCD417C51E53}">
      <dsp:nvSpPr>
        <dsp:cNvPr id="0" name=""/>
        <dsp:cNvSpPr/>
      </dsp:nvSpPr>
      <dsp:spPr>
        <a:xfrm>
          <a:off x="6667831" y="221423"/>
          <a:ext cx="462502" cy="4625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ACEC6A-F288-4B4D-9C2B-4CFCB25570D4}">
      <dsp:nvSpPr>
        <dsp:cNvPr id="0" name=""/>
        <dsp:cNvSpPr/>
      </dsp:nvSpPr>
      <dsp:spPr>
        <a:xfrm>
          <a:off x="7468665" y="53965"/>
          <a:ext cx="1879626" cy="797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MX" sz="1100" b="1" kern="1200"/>
            <a:t>Qlik Sense (QlikView):</a:t>
          </a:r>
          <a:r>
            <a:rPr lang="es-MX" sz="1100" kern="1200"/>
            <a:t> Destaca por su motor asociativo que permite explorar datos de forma flexible.</a:t>
          </a:r>
          <a:endParaRPr lang="en-US" sz="1100" kern="1200"/>
        </a:p>
      </dsp:txBody>
      <dsp:txXfrm>
        <a:off x="7468665" y="53965"/>
        <a:ext cx="1879626" cy="797417"/>
      </dsp:txXfrm>
    </dsp:sp>
    <dsp:sp modelId="{0B9C72C4-07CA-4B8C-8222-9034A8697745}">
      <dsp:nvSpPr>
        <dsp:cNvPr id="0" name=""/>
        <dsp:cNvSpPr/>
      </dsp:nvSpPr>
      <dsp:spPr>
        <a:xfrm>
          <a:off x="149513" y="1495369"/>
          <a:ext cx="797417" cy="7974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4B819D-B6E3-4B99-A7D1-74D215E70056}">
      <dsp:nvSpPr>
        <dsp:cNvPr id="0" name=""/>
        <dsp:cNvSpPr/>
      </dsp:nvSpPr>
      <dsp:spPr>
        <a:xfrm>
          <a:off x="316970" y="1662826"/>
          <a:ext cx="462502" cy="4625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B817CB-A1C6-47F6-A632-4BCAE2224664}">
      <dsp:nvSpPr>
        <dsp:cNvPr id="0" name=""/>
        <dsp:cNvSpPr/>
      </dsp:nvSpPr>
      <dsp:spPr>
        <a:xfrm>
          <a:off x="1117805" y="1495369"/>
          <a:ext cx="1879626" cy="797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MX" sz="1100" b="1" kern="1200"/>
            <a:t>SAP BusinessObjects:</a:t>
          </a:r>
          <a:r>
            <a:rPr lang="es-MX" sz="1100" kern="1200"/>
            <a:t> Una suite robusta para inteligencia empresarial orientada a grandes empresas.</a:t>
          </a:r>
          <a:endParaRPr lang="en-US" sz="1100" kern="1200"/>
        </a:p>
      </dsp:txBody>
      <dsp:txXfrm>
        <a:off x="1117805" y="1495369"/>
        <a:ext cx="1879626" cy="797417"/>
      </dsp:txXfrm>
    </dsp:sp>
    <dsp:sp modelId="{DF55A060-1D97-4266-A033-76673BC7930B}">
      <dsp:nvSpPr>
        <dsp:cNvPr id="0" name=""/>
        <dsp:cNvSpPr/>
      </dsp:nvSpPr>
      <dsp:spPr>
        <a:xfrm>
          <a:off x="3324943" y="1495369"/>
          <a:ext cx="797417" cy="7974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5914EE-B51F-40F4-B563-0D3CDCB932D5}">
      <dsp:nvSpPr>
        <dsp:cNvPr id="0" name=""/>
        <dsp:cNvSpPr/>
      </dsp:nvSpPr>
      <dsp:spPr>
        <a:xfrm>
          <a:off x="3492400" y="1662826"/>
          <a:ext cx="462502" cy="4625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F43708-5B3B-4D57-9A72-CB8F289F9E54}">
      <dsp:nvSpPr>
        <dsp:cNvPr id="0" name=""/>
        <dsp:cNvSpPr/>
      </dsp:nvSpPr>
      <dsp:spPr>
        <a:xfrm>
          <a:off x="4293235" y="1495369"/>
          <a:ext cx="1879626" cy="797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MX" sz="1100" b="1" kern="1200"/>
            <a:t>SAS Business Intelligence:</a:t>
          </a:r>
          <a:r>
            <a:rPr lang="es-MX" sz="1100" kern="1200"/>
            <a:t> Enfocada en analítica avanzada y gestión de datos.</a:t>
          </a:r>
          <a:endParaRPr lang="en-US" sz="1100" kern="1200"/>
        </a:p>
      </dsp:txBody>
      <dsp:txXfrm>
        <a:off x="4293235" y="1495369"/>
        <a:ext cx="1879626" cy="797417"/>
      </dsp:txXfrm>
    </dsp:sp>
    <dsp:sp modelId="{0085A0B7-05C7-464B-A5F9-C8ED1F610001}">
      <dsp:nvSpPr>
        <dsp:cNvPr id="0" name=""/>
        <dsp:cNvSpPr/>
      </dsp:nvSpPr>
      <dsp:spPr>
        <a:xfrm>
          <a:off x="6500373" y="1495369"/>
          <a:ext cx="797417" cy="7974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90762D-19E0-4AB4-B2DA-5C7FAECE154D}">
      <dsp:nvSpPr>
        <dsp:cNvPr id="0" name=""/>
        <dsp:cNvSpPr/>
      </dsp:nvSpPr>
      <dsp:spPr>
        <a:xfrm>
          <a:off x="6667831" y="1662826"/>
          <a:ext cx="462502" cy="4625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F20D40-0A63-4418-AD68-2B99983788A3}">
      <dsp:nvSpPr>
        <dsp:cNvPr id="0" name=""/>
        <dsp:cNvSpPr/>
      </dsp:nvSpPr>
      <dsp:spPr>
        <a:xfrm>
          <a:off x="7468665" y="1495369"/>
          <a:ext cx="1879626" cy="797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MX" sz="1100" b="1" kern="1200"/>
            <a:t>Looker Studio (antes Google Data Studio):</a:t>
          </a:r>
          <a:r>
            <a:rPr lang="es-MX" sz="1100" kern="1200"/>
            <a:t> Opción gratuita excelente para Dashboards interactivos y reportes web.</a:t>
          </a:r>
          <a:endParaRPr lang="en-US" sz="1100" kern="1200"/>
        </a:p>
      </dsp:txBody>
      <dsp:txXfrm>
        <a:off x="7468665" y="1495369"/>
        <a:ext cx="1879626" cy="797417"/>
      </dsp:txXfrm>
    </dsp:sp>
    <dsp:sp modelId="{3659EC78-44AE-4EDC-9543-E96BA654C7BA}">
      <dsp:nvSpPr>
        <dsp:cNvPr id="0" name=""/>
        <dsp:cNvSpPr/>
      </dsp:nvSpPr>
      <dsp:spPr>
        <a:xfrm>
          <a:off x="149513" y="2936773"/>
          <a:ext cx="797417" cy="7974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DA14C1-5857-4E67-BE2F-29040A77DB64}">
      <dsp:nvSpPr>
        <dsp:cNvPr id="0" name=""/>
        <dsp:cNvSpPr/>
      </dsp:nvSpPr>
      <dsp:spPr>
        <a:xfrm>
          <a:off x="316970" y="3104230"/>
          <a:ext cx="462502" cy="46250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0915118-9D4D-4F67-9D54-EE89372971E9}">
      <dsp:nvSpPr>
        <dsp:cNvPr id="0" name=""/>
        <dsp:cNvSpPr/>
      </dsp:nvSpPr>
      <dsp:spPr>
        <a:xfrm>
          <a:off x="1117805" y="2936773"/>
          <a:ext cx="1879626" cy="797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MX" sz="1100" b="1" kern="1200"/>
            <a:t>Datapine:</a:t>
          </a:r>
          <a:r>
            <a:rPr lang="es-MX" sz="1100" kern="1200"/>
            <a:t> Software intuitivo con funciones predictivas y de IA</a:t>
          </a:r>
          <a:endParaRPr lang="en-US" sz="1100" kern="1200"/>
        </a:p>
      </dsp:txBody>
      <dsp:txXfrm>
        <a:off x="1117805" y="2936773"/>
        <a:ext cx="1879626" cy="79741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5B7613-85FF-4F0D-888C-CB52B14C80E1}">
      <dsp:nvSpPr>
        <dsp:cNvPr id="0" name=""/>
        <dsp:cNvSpPr/>
      </dsp:nvSpPr>
      <dsp:spPr>
        <a:xfrm>
          <a:off x="0" y="0"/>
          <a:ext cx="8181575" cy="1540207"/>
        </a:xfrm>
        <a:prstGeom prst="roundRect">
          <a:avLst>
            <a:gd name="adj" fmla="val 10000"/>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MX" sz="2900" b="0" i="0" kern="1200"/>
            <a:t>¿Qué pasaría si los datos están incompletos o mal analizados?</a:t>
          </a:r>
          <a:endParaRPr lang="en-US" sz="2900" kern="1200"/>
        </a:p>
      </dsp:txBody>
      <dsp:txXfrm>
        <a:off x="45111" y="45111"/>
        <a:ext cx="6589651" cy="1449985"/>
      </dsp:txXfrm>
    </dsp:sp>
    <dsp:sp modelId="{31BF8BC9-774E-4BEE-B50C-4044B5855B4C}">
      <dsp:nvSpPr>
        <dsp:cNvPr id="0" name=""/>
        <dsp:cNvSpPr/>
      </dsp:nvSpPr>
      <dsp:spPr>
        <a:xfrm>
          <a:off x="1443807" y="1882475"/>
          <a:ext cx="8181575" cy="1540207"/>
        </a:xfrm>
        <a:prstGeom prst="roundRect">
          <a:avLst>
            <a:gd name="adj" fmla="val 10000"/>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MX" sz="2900" b="0" i="0" kern="1200"/>
            <a:t>¿Puede una empresa depender demasiado de los datos?</a:t>
          </a:r>
          <a:endParaRPr lang="en-US" sz="2900" kern="1200"/>
        </a:p>
      </dsp:txBody>
      <dsp:txXfrm>
        <a:off x="1488918" y="1927586"/>
        <a:ext cx="5646411" cy="1449985"/>
      </dsp:txXfrm>
    </dsp:sp>
    <dsp:sp modelId="{74A3D093-7356-4502-B105-3A4B8AFF57F1}">
      <dsp:nvSpPr>
        <dsp:cNvPr id="0" name=""/>
        <dsp:cNvSpPr/>
      </dsp:nvSpPr>
      <dsp:spPr>
        <a:xfrm>
          <a:off x="7180440" y="1210774"/>
          <a:ext cx="1001134" cy="1001134"/>
        </a:xfrm>
        <a:prstGeom prst="downArrow">
          <a:avLst>
            <a:gd name="adj1" fmla="val 55000"/>
            <a:gd name="adj2" fmla="val 45000"/>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405695" y="1210774"/>
        <a:ext cx="550624" cy="75335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4264A8-0BE7-4855-85F5-E4A26FE2D103}">
      <dsp:nvSpPr>
        <dsp:cNvPr id="0" name=""/>
        <dsp:cNvSpPr/>
      </dsp:nvSpPr>
      <dsp:spPr>
        <a:xfrm>
          <a:off x="0" y="4923"/>
          <a:ext cx="8596668" cy="5293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AEB75D-3F17-49D0-8DE0-568ED2B3A11E}">
      <dsp:nvSpPr>
        <dsp:cNvPr id="0" name=""/>
        <dsp:cNvSpPr/>
      </dsp:nvSpPr>
      <dsp:spPr>
        <a:xfrm>
          <a:off x="160130" y="124029"/>
          <a:ext cx="291431" cy="2911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069FAA-8535-42F5-B6B9-10946407B3F3}">
      <dsp:nvSpPr>
        <dsp:cNvPr id="0" name=""/>
        <dsp:cNvSpPr/>
      </dsp:nvSpPr>
      <dsp:spPr>
        <a:xfrm>
          <a:off x="611692" y="4923"/>
          <a:ext cx="7920912" cy="6451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279" tIns="68279" rIns="68279" bIns="68279" numCol="1" spcCol="1270" anchor="ctr" anchorCtr="0">
          <a:noAutofit/>
        </a:bodyPr>
        <a:lstStyle/>
        <a:p>
          <a:pPr marL="0" lvl="0" indent="0" algn="l" defTabSz="622300">
            <a:lnSpc>
              <a:spcPct val="100000"/>
            </a:lnSpc>
            <a:spcBef>
              <a:spcPct val="0"/>
            </a:spcBef>
            <a:spcAft>
              <a:spcPct val="35000"/>
            </a:spcAft>
            <a:buNone/>
          </a:pPr>
          <a:r>
            <a:rPr lang="es-MX" sz="1400" b="1" kern="1200"/>
            <a:t>Identificación de Patrones y Tendencias:</a:t>
          </a:r>
          <a:r>
            <a:rPr lang="es-MX" sz="1400" kern="1200"/>
            <a:t> Descubrir comportamientos, asociaciones o secuencias ocultas en los datos que no son evidentes a simple vista.</a:t>
          </a:r>
          <a:endParaRPr lang="en-US" sz="1400" kern="1200"/>
        </a:p>
      </dsp:txBody>
      <dsp:txXfrm>
        <a:off x="611692" y="4923"/>
        <a:ext cx="7920912" cy="645154"/>
      </dsp:txXfrm>
    </dsp:sp>
    <dsp:sp modelId="{681FC7B6-594E-477A-A2ED-4B216AD4FD6A}">
      <dsp:nvSpPr>
        <dsp:cNvPr id="0" name=""/>
        <dsp:cNvSpPr/>
      </dsp:nvSpPr>
      <dsp:spPr>
        <a:xfrm>
          <a:off x="0" y="811366"/>
          <a:ext cx="8596668" cy="5293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C66BAA-62F4-4DD8-954F-0E82C0341495}">
      <dsp:nvSpPr>
        <dsp:cNvPr id="0" name=""/>
        <dsp:cNvSpPr/>
      </dsp:nvSpPr>
      <dsp:spPr>
        <a:xfrm>
          <a:off x="160130" y="930471"/>
          <a:ext cx="291431" cy="29114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314069-5150-43EB-9680-99AEB9ECB731}">
      <dsp:nvSpPr>
        <dsp:cNvPr id="0" name=""/>
        <dsp:cNvSpPr/>
      </dsp:nvSpPr>
      <dsp:spPr>
        <a:xfrm>
          <a:off x="611692" y="811366"/>
          <a:ext cx="7920912" cy="6451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279" tIns="68279" rIns="68279" bIns="68279" numCol="1" spcCol="1270" anchor="ctr" anchorCtr="0">
          <a:noAutofit/>
        </a:bodyPr>
        <a:lstStyle/>
        <a:p>
          <a:pPr marL="0" lvl="0" indent="0" algn="l" defTabSz="622300">
            <a:lnSpc>
              <a:spcPct val="100000"/>
            </a:lnSpc>
            <a:spcBef>
              <a:spcPct val="0"/>
            </a:spcBef>
            <a:spcAft>
              <a:spcPct val="35000"/>
            </a:spcAft>
            <a:buNone/>
          </a:pPr>
          <a:r>
            <a:rPr lang="es-MX" sz="1400" b="1" kern="1200"/>
            <a:t>Predicción de Comportamientos (Modelado Predictivo):</a:t>
          </a:r>
          <a:r>
            <a:rPr lang="es-MX" sz="1400" kern="1200"/>
            <a:t> Utilizar datos históricos para pronosticar tendencias futuras, como la demanda de productos, riesgos financieros o la probabilidad de fuga de clientes.</a:t>
          </a:r>
          <a:endParaRPr lang="en-US" sz="1400" kern="1200"/>
        </a:p>
      </dsp:txBody>
      <dsp:txXfrm>
        <a:off x="611692" y="811366"/>
        <a:ext cx="7920912" cy="645154"/>
      </dsp:txXfrm>
    </dsp:sp>
    <dsp:sp modelId="{50AB0534-AD30-4737-A717-0E7E9B7309A9}">
      <dsp:nvSpPr>
        <dsp:cNvPr id="0" name=""/>
        <dsp:cNvSpPr/>
      </dsp:nvSpPr>
      <dsp:spPr>
        <a:xfrm>
          <a:off x="0" y="1617809"/>
          <a:ext cx="8596668" cy="5293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33CE38-9BF8-4B16-BF6F-257B74C86EE1}">
      <dsp:nvSpPr>
        <dsp:cNvPr id="0" name=""/>
        <dsp:cNvSpPr/>
      </dsp:nvSpPr>
      <dsp:spPr>
        <a:xfrm>
          <a:off x="160130" y="1736914"/>
          <a:ext cx="291431" cy="29114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875C85-EB3A-4C0B-9149-21E0C416A386}">
      <dsp:nvSpPr>
        <dsp:cNvPr id="0" name=""/>
        <dsp:cNvSpPr/>
      </dsp:nvSpPr>
      <dsp:spPr>
        <a:xfrm>
          <a:off x="611692" y="1617809"/>
          <a:ext cx="7920912" cy="6451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279" tIns="68279" rIns="68279" bIns="68279" numCol="1" spcCol="1270" anchor="ctr" anchorCtr="0">
          <a:noAutofit/>
        </a:bodyPr>
        <a:lstStyle/>
        <a:p>
          <a:pPr marL="0" lvl="0" indent="0" algn="l" defTabSz="622300">
            <a:lnSpc>
              <a:spcPct val="100000"/>
            </a:lnSpc>
            <a:spcBef>
              <a:spcPct val="0"/>
            </a:spcBef>
            <a:spcAft>
              <a:spcPct val="35000"/>
            </a:spcAft>
            <a:buNone/>
          </a:pPr>
          <a:r>
            <a:rPr lang="es-MX" sz="1400" b="1" kern="1200"/>
            <a:t>Segmentación de Clientes:</a:t>
          </a:r>
          <a:r>
            <a:rPr lang="es-MX" sz="1400" kern="1200"/>
            <a:t> Agrupar datos similares (clústeres) para personalizar campañas de marketing, mejorar el </a:t>
          </a:r>
          <a:r>
            <a:rPr lang="es-MX" sz="1400" i="1" kern="1200"/>
            <a:t>engagement</a:t>
          </a:r>
          <a:r>
            <a:rPr lang="es-MX" sz="1400" kern="1200"/>
            <a:t> y fidelizar usuarios.</a:t>
          </a:r>
          <a:endParaRPr lang="en-US" sz="1400" kern="1200"/>
        </a:p>
      </dsp:txBody>
      <dsp:txXfrm>
        <a:off x="611692" y="1617809"/>
        <a:ext cx="7920912" cy="645154"/>
      </dsp:txXfrm>
    </dsp:sp>
    <dsp:sp modelId="{4A5A9EA5-996C-40C8-B57C-550A125E32D0}">
      <dsp:nvSpPr>
        <dsp:cNvPr id="0" name=""/>
        <dsp:cNvSpPr/>
      </dsp:nvSpPr>
      <dsp:spPr>
        <a:xfrm>
          <a:off x="0" y="2424252"/>
          <a:ext cx="8596668" cy="5293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25D987-915F-4422-AAE1-106EB02182B0}">
      <dsp:nvSpPr>
        <dsp:cNvPr id="0" name=""/>
        <dsp:cNvSpPr/>
      </dsp:nvSpPr>
      <dsp:spPr>
        <a:xfrm>
          <a:off x="160130" y="2543357"/>
          <a:ext cx="291431" cy="29114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E6021B-BC56-4E82-9D7D-6786B37AD74F}">
      <dsp:nvSpPr>
        <dsp:cNvPr id="0" name=""/>
        <dsp:cNvSpPr/>
      </dsp:nvSpPr>
      <dsp:spPr>
        <a:xfrm>
          <a:off x="611692" y="2424252"/>
          <a:ext cx="7920912" cy="6451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279" tIns="68279" rIns="68279" bIns="68279" numCol="1" spcCol="1270" anchor="ctr" anchorCtr="0">
          <a:noAutofit/>
        </a:bodyPr>
        <a:lstStyle/>
        <a:p>
          <a:pPr marL="0" lvl="0" indent="0" algn="l" defTabSz="622300">
            <a:lnSpc>
              <a:spcPct val="100000"/>
            </a:lnSpc>
            <a:spcBef>
              <a:spcPct val="0"/>
            </a:spcBef>
            <a:spcAft>
              <a:spcPct val="35000"/>
            </a:spcAft>
            <a:buNone/>
          </a:pPr>
          <a:r>
            <a:rPr lang="es-MX" sz="1400" b="1" kern="1200"/>
            <a:t>Detección de Anomalías/Fraude:</a:t>
          </a:r>
          <a:r>
            <a:rPr lang="es-MX" sz="1400" kern="1200"/>
            <a:t> Identificar comportamientos inusuales, como transacciones bancarias sospechosas o fallos en procesos de manufactura.</a:t>
          </a:r>
          <a:endParaRPr lang="en-US" sz="1400" kern="1200"/>
        </a:p>
      </dsp:txBody>
      <dsp:txXfrm>
        <a:off x="611692" y="2424252"/>
        <a:ext cx="7920912" cy="645154"/>
      </dsp:txXfrm>
    </dsp:sp>
    <dsp:sp modelId="{ADFC19E3-27B5-4BC3-8DD0-257158FF74E1}">
      <dsp:nvSpPr>
        <dsp:cNvPr id="0" name=""/>
        <dsp:cNvSpPr/>
      </dsp:nvSpPr>
      <dsp:spPr>
        <a:xfrm>
          <a:off x="0" y="3230694"/>
          <a:ext cx="8596668" cy="5293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AFEE33-686D-44CA-BAFA-059CC7E750B7}">
      <dsp:nvSpPr>
        <dsp:cNvPr id="0" name=""/>
        <dsp:cNvSpPr/>
      </dsp:nvSpPr>
      <dsp:spPr>
        <a:xfrm>
          <a:off x="160130" y="3349800"/>
          <a:ext cx="291431" cy="29114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EEE23E-B135-49BD-AC16-669A1DB5E014}">
      <dsp:nvSpPr>
        <dsp:cNvPr id="0" name=""/>
        <dsp:cNvSpPr/>
      </dsp:nvSpPr>
      <dsp:spPr>
        <a:xfrm>
          <a:off x="611692" y="3230694"/>
          <a:ext cx="7920912" cy="6451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279" tIns="68279" rIns="68279" bIns="68279" numCol="1" spcCol="1270" anchor="ctr" anchorCtr="0">
          <a:noAutofit/>
        </a:bodyPr>
        <a:lstStyle/>
        <a:p>
          <a:pPr marL="0" lvl="0" indent="0" algn="l" defTabSz="622300">
            <a:lnSpc>
              <a:spcPct val="100000"/>
            </a:lnSpc>
            <a:spcBef>
              <a:spcPct val="0"/>
            </a:spcBef>
            <a:spcAft>
              <a:spcPct val="35000"/>
            </a:spcAft>
            <a:buNone/>
          </a:pPr>
          <a:r>
            <a:rPr lang="es-MX" sz="1400" b="1" kern="1200"/>
            <a:t>Apoyo a la Toma de Decisiones:</a:t>
          </a:r>
          <a:r>
            <a:rPr lang="es-MX" sz="1400" kern="1200"/>
            <a:t> Transformar grandes volúmenes de datos brutos (</a:t>
          </a:r>
          <a:r>
            <a:rPr lang="es-MX" sz="1400" i="1" kern="1200"/>
            <a:t>Big Data</a:t>
          </a:r>
          <a:r>
            <a:rPr lang="es-MX" sz="1400" kern="1200"/>
            <a:t>) en información accionable para una planificación estratégica eficiente</a:t>
          </a:r>
          <a:endParaRPr lang="en-US" sz="1400" kern="1200"/>
        </a:p>
      </dsp:txBody>
      <dsp:txXfrm>
        <a:off x="611692" y="3230694"/>
        <a:ext cx="7920912" cy="64515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637E0-DDD2-4257-B3BE-FDC97DD9CA92}">
      <dsp:nvSpPr>
        <dsp:cNvPr id="0" name=""/>
        <dsp:cNvSpPr/>
      </dsp:nvSpPr>
      <dsp:spPr>
        <a:xfrm>
          <a:off x="0" y="3032"/>
          <a:ext cx="8596312" cy="64589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DE168C-D057-43A3-8B1D-415AABCE8DCA}">
      <dsp:nvSpPr>
        <dsp:cNvPr id="0" name=""/>
        <dsp:cNvSpPr/>
      </dsp:nvSpPr>
      <dsp:spPr>
        <a:xfrm>
          <a:off x="195383" y="148358"/>
          <a:ext cx="355242" cy="3552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1B3C539-F508-47AE-A4CF-355120F070B2}">
      <dsp:nvSpPr>
        <dsp:cNvPr id="0" name=""/>
        <dsp:cNvSpPr/>
      </dsp:nvSpPr>
      <dsp:spPr>
        <a:xfrm>
          <a:off x="746009" y="3032"/>
          <a:ext cx="7850302" cy="64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57" tIns="68357" rIns="68357" bIns="68357" numCol="1" spcCol="1270" anchor="ctr" anchorCtr="0">
          <a:noAutofit/>
        </a:bodyPr>
        <a:lstStyle/>
        <a:p>
          <a:pPr marL="0" lvl="0" indent="0" algn="l" defTabSz="755650">
            <a:lnSpc>
              <a:spcPct val="100000"/>
            </a:lnSpc>
            <a:spcBef>
              <a:spcPct val="0"/>
            </a:spcBef>
            <a:spcAft>
              <a:spcPct val="35000"/>
            </a:spcAft>
            <a:buNone/>
          </a:pPr>
          <a:r>
            <a:rPr lang="es-MX" sz="1700" b="1" kern="1200"/>
            <a:t>Predicción de comportamientos:</a:t>
          </a:r>
          <a:r>
            <a:rPr lang="es-MX" sz="1700" kern="1200"/>
            <a:t> Anticipar tendencias futuras y el comportamiento de los clientes, como el riesgo de abandono.</a:t>
          </a:r>
          <a:endParaRPr lang="en-US" sz="1700" kern="1200"/>
        </a:p>
      </dsp:txBody>
      <dsp:txXfrm>
        <a:off x="746009" y="3032"/>
        <a:ext cx="7850302" cy="645895"/>
      </dsp:txXfrm>
    </dsp:sp>
    <dsp:sp modelId="{743D5E5E-BC73-42DA-90C7-4DBCD0B94B60}">
      <dsp:nvSpPr>
        <dsp:cNvPr id="0" name=""/>
        <dsp:cNvSpPr/>
      </dsp:nvSpPr>
      <dsp:spPr>
        <a:xfrm>
          <a:off x="0" y="810401"/>
          <a:ext cx="8596312" cy="64589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9FCFA2-4A5F-4CB5-B0D0-63BAE8485547}">
      <dsp:nvSpPr>
        <dsp:cNvPr id="0" name=""/>
        <dsp:cNvSpPr/>
      </dsp:nvSpPr>
      <dsp:spPr>
        <a:xfrm>
          <a:off x="195383" y="955728"/>
          <a:ext cx="355242" cy="3552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AE77F34-64EC-465D-A823-FDF9B5D3ADA5}">
      <dsp:nvSpPr>
        <dsp:cNvPr id="0" name=""/>
        <dsp:cNvSpPr/>
      </dsp:nvSpPr>
      <dsp:spPr>
        <a:xfrm>
          <a:off x="746009" y="810401"/>
          <a:ext cx="7850302" cy="64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57" tIns="68357" rIns="68357" bIns="68357" numCol="1" spcCol="1270" anchor="ctr" anchorCtr="0">
          <a:noAutofit/>
        </a:bodyPr>
        <a:lstStyle/>
        <a:p>
          <a:pPr marL="0" lvl="0" indent="0" algn="l" defTabSz="755650">
            <a:lnSpc>
              <a:spcPct val="100000"/>
            </a:lnSpc>
            <a:spcBef>
              <a:spcPct val="0"/>
            </a:spcBef>
            <a:spcAft>
              <a:spcPct val="35000"/>
            </a:spcAft>
            <a:buNone/>
          </a:pPr>
          <a:r>
            <a:rPr lang="es-MX" sz="1700" b="1" kern="1200"/>
            <a:t>Segmentación de clientes:</a:t>
          </a:r>
          <a:r>
            <a:rPr lang="es-MX" sz="1700" kern="1200"/>
            <a:t> Clasificar a los usuarios para personalizar campañas de marketing y productos.</a:t>
          </a:r>
          <a:endParaRPr lang="en-US" sz="1700" kern="1200"/>
        </a:p>
      </dsp:txBody>
      <dsp:txXfrm>
        <a:off x="746009" y="810401"/>
        <a:ext cx="7850302" cy="645895"/>
      </dsp:txXfrm>
    </dsp:sp>
    <dsp:sp modelId="{88500931-2EBD-47EB-8928-C87EC11F8EE1}">
      <dsp:nvSpPr>
        <dsp:cNvPr id="0" name=""/>
        <dsp:cNvSpPr/>
      </dsp:nvSpPr>
      <dsp:spPr>
        <a:xfrm>
          <a:off x="0" y="1617770"/>
          <a:ext cx="8596312" cy="64589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EBA7BD-21E4-4B79-A282-22BAD654C914}">
      <dsp:nvSpPr>
        <dsp:cNvPr id="0" name=""/>
        <dsp:cNvSpPr/>
      </dsp:nvSpPr>
      <dsp:spPr>
        <a:xfrm>
          <a:off x="195383" y="1763097"/>
          <a:ext cx="355242" cy="3552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EF3F0CF-FD7B-490C-97DA-59663213165F}">
      <dsp:nvSpPr>
        <dsp:cNvPr id="0" name=""/>
        <dsp:cNvSpPr/>
      </dsp:nvSpPr>
      <dsp:spPr>
        <a:xfrm>
          <a:off x="746009" y="1617770"/>
          <a:ext cx="7850302" cy="64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57" tIns="68357" rIns="68357" bIns="68357" numCol="1" spcCol="1270" anchor="ctr" anchorCtr="0">
          <a:noAutofit/>
        </a:bodyPr>
        <a:lstStyle/>
        <a:p>
          <a:pPr marL="0" lvl="0" indent="0" algn="l" defTabSz="755650">
            <a:lnSpc>
              <a:spcPct val="100000"/>
            </a:lnSpc>
            <a:spcBef>
              <a:spcPct val="0"/>
            </a:spcBef>
            <a:spcAft>
              <a:spcPct val="35000"/>
            </a:spcAft>
            <a:buNone/>
          </a:pPr>
          <a:r>
            <a:rPr lang="es-MX" sz="1700" b="1" kern="1200"/>
            <a:t>Detección de fraudes:</a:t>
          </a:r>
          <a:r>
            <a:rPr lang="es-MX" sz="1700" kern="1200"/>
            <a:t> Identificar anomalías en tiempo real, como transacciones bancarias sospechosas.</a:t>
          </a:r>
          <a:endParaRPr lang="en-US" sz="1700" kern="1200"/>
        </a:p>
      </dsp:txBody>
      <dsp:txXfrm>
        <a:off x="746009" y="1617770"/>
        <a:ext cx="7850302" cy="645895"/>
      </dsp:txXfrm>
    </dsp:sp>
    <dsp:sp modelId="{30A0F1F0-372D-4010-B891-F1BD422E48E2}">
      <dsp:nvSpPr>
        <dsp:cNvPr id="0" name=""/>
        <dsp:cNvSpPr/>
      </dsp:nvSpPr>
      <dsp:spPr>
        <a:xfrm>
          <a:off x="0" y="2425140"/>
          <a:ext cx="8596312" cy="64589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3F7CBC-74D5-43BD-960E-AB5ECF4FC25E}">
      <dsp:nvSpPr>
        <dsp:cNvPr id="0" name=""/>
        <dsp:cNvSpPr/>
      </dsp:nvSpPr>
      <dsp:spPr>
        <a:xfrm>
          <a:off x="195383" y="2570466"/>
          <a:ext cx="355242" cy="35524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3147E95-AD41-4B4C-91CF-A9EE5AE5480A}">
      <dsp:nvSpPr>
        <dsp:cNvPr id="0" name=""/>
        <dsp:cNvSpPr/>
      </dsp:nvSpPr>
      <dsp:spPr>
        <a:xfrm>
          <a:off x="746009" y="2425140"/>
          <a:ext cx="7850302" cy="64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57" tIns="68357" rIns="68357" bIns="68357" numCol="1" spcCol="1270" anchor="ctr" anchorCtr="0">
          <a:noAutofit/>
        </a:bodyPr>
        <a:lstStyle/>
        <a:p>
          <a:pPr marL="0" lvl="0" indent="0" algn="l" defTabSz="755650">
            <a:lnSpc>
              <a:spcPct val="100000"/>
            </a:lnSpc>
            <a:spcBef>
              <a:spcPct val="0"/>
            </a:spcBef>
            <a:spcAft>
              <a:spcPct val="35000"/>
            </a:spcAft>
            <a:buNone/>
          </a:pPr>
          <a:r>
            <a:rPr lang="es-MX" sz="1700" b="1" kern="1200"/>
            <a:t>Optimización de procesos:</a:t>
          </a:r>
          <a:r>
            <a:rPr lang="es-MX" sz="1700" kern="1200"/>
            <a:t> Mejorar la eficiencia operativa y reducir costos al identificar cuellos de botella.</a:t>
          </a:r>
          <a:endParaRPr lang="en-US" sz="1700" kern="1200"/>
        </a:p>
      </dsp:txBody>
      <dsp:txXfrm>
        <a:off x="746009" y="2425140"/>
        <a:ext cx="7850302" cy="645895"/>
      </dsp:txXfrm>
    </dsp:sp>
    <dsp:sp modelId="{A2FEEDFF-2ED3-4AFD-BE32-A8B942D6ED5F}">
      <dsp:nvSpPr>
        <dsp:cNvPr id="0" name=""/>
        <dsp:cNvSpPr/>
      </dsp:nvSpPr>
      <dsp:spPr>
        <a:xfrm>
          <a:off x="0" y="3232509"/>
          <a:ext cx="8596312" cy="64589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BFCFD8-088F-4AC7-85D5-05B1246F2670}">
      <dsp:nvSpPr>
        <dsp:cNvPr id="0" name=""/>
        <dsp:cNvSpPr/>
      </dsp:nvSpPr>
      <dsp:spPr>
        <a:xfrm>
          <a:off x="195383" y="3377835"/>
          <a:ext cx="355242" cy="35524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0F9274B-849D-489E-8BB9-344C2A37BE0D}">
      <dsp:nvSpPr>
        <dsp:cNvPr id="0" name=""/>
        <dsp:cNvSpPr/>
      </dsp:nvSpPr>
      <dsp:spPr>
        <a:xfrm>
          <a:off x="746009" y="3232509"/>
          <a:ext cx="7850302" cy="64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57" tIns="68357" rIns="68357" bIns="68357" numCol="1" spcCol="1270" anchor="ctr" anchorCtr="0">
          <a:noAutofit/>
        </a:bodyPr>
        <a:lstStyle/>
        <a:p>
          <a:pPr marL="0" lvl="0" indent="0" algn="l" defTabSz="755650">
            <a:lnSpc>
              <a:spcPct val="100000"/>
            </a:lnSpc>
            <a:spcBef>
              <a:spcPct val="0"/>
            </a:spcBef>
            <a:spcAft>
              <a:spcPct val="35000"/>
            </a:spcAft>
            <a:buNone/>
          </a:pPr>
          <a:r>
            <a:rPr lang="es-MX" sz="1700" b="1" kern="1200" dirty="0"/>
            <a:t>Análisis de mercado:</a:t>
          </a:r>
          <a:r>
            <a:rPr lang="es-MX" sz="1700" kern="1200" dirty="0"/>
            <a:t> Descubrir qué productos se venden mejor juntos (reglas de asociación) y optimizar el inventario.</a:t>
          </a:r>
          <a:endParaRPr lang="en-US" sz="1700" kern="1200" dirty="0"/>
        </a:p>
      </dsp:txBody>
      <dsp:txXfrm>
        <a:off x="746009" y="3232509"/>
        <a:ext cx="7850302" cy="645895"/>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463CFC-77A2-40BB-BBAE-D1744F4D8DA3}">
      <dsp:nvSpPr>
        <dsp:cNvPr id="0" name=""/>
        <dsp:cNvSpPr/>
      </dsp:nvSpPr>
      <dsp:spPr>
        <a:xfrm>
          <a:off x="0" y="0"/>
          <a:ext cx="7306865" cy="1164431"/>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MX" sz="2100" kern="1200"/>
            <a:t>Identificación de patrones: Encuentra reglas y estructuras en bases de datos extensas.</a:t>
          </a:r>
          <a:endParaRPr lang="en-US" sz="2100" kern="1200"/>
        </a:p>
      </dsp:txBody>
      <dsp:txXfrm>
        <a:off x="34105" y="34105"/>
        <a:ext cx="6050353" cy="1096221"/>
      </dsp:txXfrm>
    </dsp:sp>
    <dsp:sp modelId="{CC06E75B-1535-4E67-8A9C-6031802DC529}">
      <dsp:nvSpPr>
        <dsp:cNvPr id="0" name=""/>
        <dsp:cNvSpPr/>
      </dsp:nvSpPr>
      <dsp:spPr>
        <a:xfrm>
          <a:off x="644723" y="1358502"/>
          <a:ext cx="7306865" cy="1164431"/>
        </a:xfrm>
        <a:prstGeom prst="roundRect">
          <a:avLst>
            <a:gd name="adj" fmla="val 10000"/>
          </a:avLst>
        </a:prstGeom>
        <a:solidFill>
          <a:schemeClr val="accent2">
            <a:hueOff val="-1482143"/>
            <a:satOff val="7100"/>
            <a:lumOff val="656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MX" sz="2100" kern="1200"/>
            <a:t>Predicción: Ayuda a anticipar comportamientos futuros de clientes o fallos en sistemas.</a:t>
          </a:r>
          <a:endParaRPr lang="en-US" sz="2100" kern="1200"/>
        </a:p>
      </dsp:txBody>
      <dsp:txXfrm>
        <a:off x="678828" y="1392607"/>
        <a:ext cx="5837051" cy="1096221"/>
      </dsp:txXfrm>
    </dsp:sp>
    <dsp:sp modelId="{B72091A2-1994-4629-A665-32CC7017E5D3}">
      <dsp:nvSpPr>
        <dsp:cNvPr id="0" name=""/>
        <dsp:cNvSpPr/>
      </dsp:nvSpPr>
      <dsp:spPr>
        <a:xfrm>
          <a:off x="1289446" y="2717005"/>
          <a:ext cx="7306865" cy="1164431"/>
        </a:xfrm>
        <a:prstGeom prst="roundRect">
          <a:avLst>
            <a:gd name="adj" fmla="val 10000"/>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MX" sz="2100" kern="1200"/>
            <a:t>Aplicaciones: Marketing (análisis de la cesta de la compra), finanzas (detección de fraudes) y producción (mantenimiento preventivo)</a:t>
          </a:r>
          <a:endParaRPr lang="en-US" sz="2100" kern="1200"/>
        </a:p>
      </dsp:txBody>
      <dsp:txXfrm>
        <a:off x="1323551" y="2751110"/>
        <a:ext cx="5837051" cy="1096221"/>
      </dsp:txXfrm>
    </dsp:sp>
    <dsp:sp modelId="{9C50FF55-E5D5-4E62-B9B7-7196AE34F0CA}">
      <dsp:nvSpPr>
        <dsp:cNvPr id="0" name=""/>
        <dsp:cNvSpPr/>
      </dsp:nvSpPr>
      <dsp:spPr>
        <a:xfrm>
          <a:off x="6549984" y="883026"/>
          <a:ext cx="756880" cy="756880"/>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720282" y="883026"/>
        <a:ext cx="416284" cy="569552"/>
      </dsp:txXfrm>
    </dsp:sp>
    <dsp:sp modelId="{93C8C3DB-B1D9-4495-A71D-9EA2373D7E2F}">
      <dsp:nvSpPr>
        <dsp:cNvPr id="0" name=""/>
        <dsp:cNvSpPr/>
      </dsp:nvSpPr>
      <dsp:spPr>
        <a:xfrm>
          <a:off x="7194708" y="2233766"/>
          <a:ext cx="756880" cy="756880"/>
        </a:xfrm>
        <a:prstGeom prst="downArrow">
          <a:avLst>
            <a:gd name="adj1" fmla="val 55000"/>
            <a:gd name="adj2" fmla="val 45000"/>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365006" y="2233766"/>
        <a:ext cx="416284" cy="56955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0B78BD-591F-49C2-AF7A-406256AAE9C2}">
      <dsp:nvSpPr>
        <dsp:cNvPr id="0" name=""/>
        <dsp:cNvSpPr/>
      </dsp:nvSpPr>
      <dsp:spPr>
        <a:xfrm>
          <a:off x="0" y="1698"/>
          <a:ext cx="9618133" cy="86107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1E545C-601E-4D52-87B3-2BDC3787ED15}">
      <dsp:nvSpPr>
        <dsp:cNvPr id="0" name=""/>
        <dsp:cNvSpPr/>
      </dsp:nvSpPr>
      <dsp:spPr>
        <a:xfrm>
          <a:off x="260473" y="195439"/>
          <a:ext cx="473588" cy="4735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DBE4369-B548-4136-A72A-4102A2F0B89C}">
      <dsp:nvSpPr>
        <dsp:cNvPr id="0" name=""/>
        <dsp:cNvSpPr/>
      </dsp:nvSpPr>
      <dsp:spPr>
        <a:xfrm>
          <a:off x="994536" y="1698"/>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55650">
            <a:lnSpc>
              <a:spcPct val="90000"/>
            </a:lnSpc>
            <a:spcBef>
              <a:spcPct val="0"/>
            </a:spcBef>
            <a:spcAft>
              <a:spcPct val="35000"/>
            </a:spcAft>
            <a:buNone/>
          </a:pPr>
          <a:r>
            <a:rPr lang="es-MX" sz="1700" b="1" kern="1200"/>
            <a:t>Redes Neuronales Artificiales:</a:t>
          </a:r>
          <a:r>
            <a:rPr lang="es-MX" sz="1700" kern="1200"/>
            <a:t> Algoritmos complejos inspirados en el cerebro humano, ideales para modelar relaciones no lineales y realizar predicciones avanzadas.</a:t>
          </a:r>
          <a:endParaRPr lang="en-US" sz="1700" kern="1200"/>
        </a:p>
      </dsp:txBody>
      <dsp:txXfrm>
        <a:off x="994536" y="1698"/>
        <a:ext cx="8623596" cy="861070"/>
      </dsp:txXfrm>
    </dsp:sp>
    <dsp:sp modelId="{B5F80397-2F97-4A5B-AA7D-2CC3C72F1373}">
      <dsp:nvSpPr>
        <dsp:cNvPr id="0" name=""/>
        <dsp:cNvSpPr/>
      </dsp:nvSpPr>
      <dsp:spPr>
        <a:xfrm>
          <a:off x="0" y="1078036"/>
          <a:ext cx="9618133" cy="86107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3F401A-6BBB-4DA2-8713-728EC8028212}">
      <dsp:nvSpPr>
        <dsp:cNvPr id="0" name=""/>
        <dsp:cNvSpPr/>
      </dsp:nvSpPr>
      <dsp:spPr>
        <a:xfrm>
          <a:off x="260473" y="1271777"/>
          <a:ext cx="473588" cy="4735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F716550-2219-4A97-8537-B856DCD62373}">
      <dsp:nvSpPr>
        <dsp:cNvPr id="0" name=""/>
        <dsp:cNvSpPr/>
      </dsp:nvSpPr>
      <dsp:spPr>
        <a:xfrm>
          <a:off x="994536" y="1078036"/>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55650">
            <a:lnSpc>
              <a:spcPct val="90000"/>
            </a:lnSpc>
            <a:spcBef>
              <a:spcPct val="0"/>
            </a:spcBef>
            <a:spcAft>
              <a:spcPct val="35000"/>
            </a:spcAft>
            <a:buNone/>
          </a:pPr>
          <a:r>
            <a:rPr lang="es-MX" sz="1700" b="1" kern="1200"/>
            <a:t>Análisis de Regresión:</a:t>
          </a:r>
          <a:r>
            <a:rPr lang="es-MX" sz="1700" kern="1200"/>
            <a:t> Utilizado para predecir valores numéricos continuos, como estimar las ventas del próximo trimestre.</a:t>
          </a:r>
          <a:endParaRPr lang="en-US" sz="1700" kern="1200"/>
        </a:p>
      </dsp:txBody>
      <dsp:txXfrm>
        <a:off x="994536" y="1078036"/>
        <a:ext cx="8623596" cy="861070"/>
      </dsp:txXfrm>
    </dsp:sp>
    <dsp:sp modelId="{EAC7DA3D-5744-4CF5-8342-3606960CE931}">
      <dsp:nvSpPr>
        <dsp:cNvPr id="0" name=""/>
        <dsp:cNvSpPr/>
      </dsp:nvSpPr>
      <dsp:spPr>
        <a:xfrm>
          <a:off x="0" y="2154374"/>
          <a:ext cx="9618133" cy="86107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FA9C71-06BA-41DC-9DD4-5C5D8E54ACDA}">
      <dsp:nvSpPr>
        <dsp:cNvPr id="0" name=""/>
        <dsp:cNvSpPr/>
      </dsp:nvSpPr>
      <dsp:spPr>
        <a:xfrm>
          <a:off x="260473" y="2348115"/>
          <a:ext cx="473588" cy="4735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6DC8060-F9F0-4EBC-BC46-C7F1E09A7604}">
      <dsp:nvSpPr>
        <dsp:cNvPr id="0" name=""/>
        <dsp:cNvSpPr/>
      </dsp:nvSpPr>
      <dsp:spPr>
        <a:xfrm>
          <a:off x="994536" y="2154374"/>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55650">
            <a:lnSpc>
              <a:spcPct val="90000"/>
            </a:lnSpc>
            <a:spcBef>
              <a:spcPct val="0"/>
            </a:spcBef>
            <a:spcAft>
              <a:spcPct val="35000"/>
            </a:spcAft>
            <a:buNone/>
          </a:pPr>
          <a:r>
            <a:rPr lang="es-MX" sz="1700" b="1" kern="1200"/>
            <a:t>Detección de Anomalías:</a:t>
          </a:r>
          <a:r>
            <a:rPr lang="es-MX" sz="1700" kern="1200"/>
            <a:t> Identifica patrones atípicos o desviaciones que no siguen el comportamiento normal, fundamental para detectar fraudes financieros o errores.</a:t>
          </a:r>
          <a:endParaRPr lang="en-US" sz="1700" kern="1200"/>
        </a:p>
      </dsp:txBody>
      <dsp:txXfrm>
        <a:off x="994536" y="2154374"/>
        <a:ext cx="8623596" cy="861070"/>
      </dsp:txXfrm>
    </dsp:sp>
    <dsp:sp modelId="{1A98439B-9568-460B-8340-922CE37691DA}">
      <dsp:nvSpPr>
        <dsp:cNvPr id="0" name=""/>
        <dsp:cNvSpPr/>
      </dsp:nvSpPr>
      <dsp:spPr>
        <a:xfrm>
          <a:off x="0" y="3230712"/>
          <a:ext cx="9618133" cy="86107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32B9A8-DFCF-4088-AE3A-799577CC7673}">
      <dsp:nvSpPr>
        <dsp:cNvPr id="0" name=""/>
        <dsp:cNvSpPr/>
      </dsp:nvSpPr>
      <dsp:spPr>
        <a:xfrm>
          <a:off x="260473" y="3424453"/>
          <a:ext cx="473588" cy="4735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BB1669B-EB1E-4D3F-83E0-6DA8E4A831FC}">
      <dsp:nvSpPr>
        <dsp:cNvPr id="0" name=""/>
        <dsp:cNvSpPr/>
      </dsp:nvSpPr>
      <dsp:spPr>
        <a:xfrm>
          <a:off x="994536" y="3230712"/>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55650">
            <a:lnSpc>
              <a:spcPct val="90000"/>
            </a:lnSpc>
            <a:spcBef>
              <a:spcPct val="0"/>
            </a:spcBef>
            <a:spcAft>
              <a:spcPct val="35000"/>
            </a:spcAft>
            <a:buNone/>
          </a:pPr>
          <a:r>
            <a:rPr lang="es-MX" sz="1700" b="1" kern="1200"/>
            <a:t>Minería de Textos (Text Mining):</a:t>
          </a:r>
          <a:r>
            <a:rPr lang="es-MX" sz="1700" kern="1200"/>
            <a:t> Analiza datos no estructurados, como comentarios o correos electrónicos, para extraer información significativa y analizar sentimientos</a:t>
          </a:r>
          <a:endParaRPr lang="en-US" sz="1700" kern="1200"/>
        </a:p>
      </dsp:txBody>
      <dsp:txXfrm>
        <a:off x="994536" y="3230712"/>
        <a:ext cx="8623596" cy="86107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ED56D7-F468-4C1C-8057-DC2DEF4E57B3}">
      <dsp:nvSpPr>
        <dsp:cNvPr id="0" name=""/>
        <dsp:cNvSpPr/>
      </dsp:nvSpPr>
      <dsp:spPr>
        <a:xfrm>
          <a:off x="0" y="1324"/>
          <a:ext cx="9618133" cy="56425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A7FD72-07E8-44D2-9B63-B62BE7C967B1}">
      <dsp:nvSpPr>
        <dsp:cNvPr id="0" name=""/>
        <dsp:cNvSpPr/>
      </dsp:nvSpPr>
      <dsp:spPr>
        <a:xfrm>
          <a:off x="170686" y="128281"/>
          <a:ext cx="310339" cy="3103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F86503E-7964-44CC-846D-FDA3C89A1781}">
      <dsp:nvSpPr>
        <dsp:cNvPr id="0" name=""/>
        <dsp:cNvSpPr/>
      </dsp:nvSpPr>
      <dsp:spPr>
        <a:xfrm>
          <a:off x="651712" y="1324"/>
          <a:ext cx="8966420" cy="564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17" tIns="59717" rIns="59717" bIns="59717" numCol="1" spcCol="1270" anchor="ctr" anchorCtr="0">
          <a:noAutofit/>
        </a:bodyPr>
        <a:lstStyle/>
        <a:p>
          <a:pPr marL="0" lvl="0" indent="0" algn="l" defTabSz="711200">
            <a:lnSpc>
              <a:spcPct val="90000"/>
            </a:lnSpc>
            <a:spcBef>
              <a:spcPct val="0"/>
            </a:spcBef>
            <a:spcAft>
              <a:spcPct val="35000"/>
            </a:spcAft>
            <a:buNone/>
          </a:pPr>
          <a:r>
            <a:rPr lang="es-MX" sz="1600" kern="1200"/>
            <a:t>KNIME</a:t>
          </a:r>
          <a:r>
            <a:rPr lang="es-MX" sz="1600" b="1" kern="1200"/>
            <a:t> (Konstanz Information Miner):</a:t>
          </a:r>
          <a:r>
            <a:rPr lang="es-MX" sz="1600" kern="1200"/>
            <a:t> Plataforma de código abierto basada en nodos, ideal para crear flujos de trabajo de ciencia de datos sin programar.</a:t>
          </a:r>
          <a:endParaRPr lang="en-US" sz="1600" kern="1200"/>
        </a:p>
      </dsp:txBody>
      <dsp:txXfrm>
        <a:off x="651712" y="1324"/>
        <a:ext cx="8966420" cy="564252"/>
      </dsp:txXfrm>
    </dsp:sp>
    <dsp:sp modelId="{BC18E97C-B4FB-4380-8DF6-677658AAE3D9}">
      <dsp:nvSpPr>
        <dsp:cNvPr id="0" name=""/>
        <dsp:cNvSpPr/>
      </dsp:nvSpPr>
      <dsp:spPr>
        <a:xfrm>
          <a:off x="0" y="706640"/>
          <a:ext cx="9618133" cy="56425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4C51ED-D408-4B9A-88C7-2C6A7C353025}">
      <dsp:nvSpPr>
        <dsp:cNvPr id="0" name=""/>
        <dsp:cNvSpPr/>
      </dsp:nvSpPr>
      <dsp:spPr>
        <a:xfrm>
          <a:off x="170686" y="833597"/>
          <a:ext cx="310339" cy="3103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803515E-6F44-4481-B971-313797591D8F}">
      <dsp:nvSpPr>
        <dsp:cNvPr id="0" name=""/>
        <dsp:cNvSpPr/>
      </dsp:nvSpPr>
      <dsp:spPr>
        <a:xfrm>
          <a:off x="651712" y="706640"/>
          <a:ext cx="8966420" cy="564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17" tIns="59717" rIns="59717" bIns="59717" numCol="1" spcCol="1270" anchor="ctr" anchorCtr="0">
          <a:noAutofit/>
        </a:bodyPr>
        <a:lstStyle/>
        <a:p>
          <a:pPr marL="0" lvl="0" indent="0" algn="l" defTabSz="711200">
            <a:lnSpc>
              <a:spcPct val="90000"/>
            </a:lnSpc>
            <a:spcBef>
              <a:spcPct val="0"/>
            </a:spcBef>
            <a:spcAft>
              <a:spcPct val="35000"/>
            </a:spcAft>
            <a:buNone/>
          </a:pPr>
          <a:r>
            <a:rPr lang="es-MX" sz="1600" b="1" kern="1200"/>
            <a:t>RapidMiner:</a:t>
          </a:r>
          <a:r>
            <a:rPr lang="es-MX" sz="1600" kern="1200"/>
            <a:t> Entorno unificado para preparación de datos, aprendizaje automático y minería, con gran capacidad predictiva.</a:t>
          </a:r>
          <a:endParaRPr lang="en-US" sz="1600" kern="1200"/>
        </a:p>
      </dsp:txBody>
      <dsp:txXfrm>
        <a:off x="651712" y="706640"/>
        <a:ext cx="8966420" cy="564252"/>
      </dsp:txXfrm>
    </dsp:sp>
    <dsp:sp modelId="{AD50BB14-7F2D-4298-B58D-611C31CB8FBE}">
      <dsp:nvSpPr>
        <dsp:cNvPr id="0" name=""/>
        <dsp:cNvSpPr/>
      </dsp:nvSpPr>
      <dsp:spPr>
        <a:xfrm>
          <a:off x="0" y="1411956"/>
          <a:ext cx="9618133" cy="56425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9E7C1C-10F5-44EF-BC49-D8102B2BAA50}">
      <dsp:nvSpPr>
        <dsp:cNvPr id="0" name=""/>
        <dsp:cNvSpPr/>
      </dsp:nvSpPr>
      <dsp:spPr>
        <a:xfrm>
          <a:off x="170686" y="1538913"/>
          <a:ext cx="310339" cy="3103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58F4D7A-A032-4566-8CDA-70AF2F5AA30C}">
      <dsp:nvSpPr>
        <dsp:cNvPr id="0" name=""/>
        <dsp:cNvSpPr/>
      </dsp:nvSpPr>
      <dsp:spPr>
        <a:xfrm>
          <a:off x="651712" y="1411956"/>
          <a:ext cx="8966420" cy="564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17" tIns="59717" rIns="59717" bIns="59717" numCol="1" spcCol="1270" anchor="ctr" anchorCtr="0">
          <a:noAutofit/>
        </a:bodyPr>
        <a:lstStyle/>
        <a:p>
          <a:pPr marL="0" lvl="0" indent="0" algn="l" defTabSz="711200">
            <a:lnSpc>
              <a:spcPct val="90000"/>
            </a:lnSpc>
            <a:spcBef>
              <a:spcPct val="0"/>
            </a:spcBef>
            <a:spcAft>
              <a:spcPct val="35000"/>
            </a:spcAft>
            <a:buNone/>
          </a:pPr>
          <a:r>
            <a:rPr lang="es-MX" sz="1600" b="1" kern="1200"/>
            <a:t>Orange Data Mining:</a:t>
          </a:r>
          <a:r>
            <a:rPr lang="es-MX" sz="1600" kern="1200"/>
            <a:t> Herramienta visual ideal para principiantes y visualización de datos atractiva.</a:t>
          </a:r>
          <a:endParaRPr lang="en-US" sz="1600" kern="1200"/>
        </a:p>
      </dsp:txBody>
      <dsp:txXfrm>
        <a:off x="651712" y="1411956"/>
        <a:ext cx="8966420" cy="564252"/>
      </dsp:txXfrm>
    </dsp:sp>
    <dsp:sp modelId="{A7C91D65-E6DB-4A96-B0F1-9CE5B6A98BFD}">
      <dsp:nvSpPr>
        <dsp:cNvPr id="0" name=""/>
        <dsp:cNvSpPr/>
      </dsp:nvSpPr>
      <dsp:spPr>
        <a:xfrm>
          <a:off x="0" y="2117272"/>
          <a:ext cx="9618133" cy="564252"/>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5787C0-94CC-4540-846D-4D43E7BE5AC0}">
      <dsp:nvSpPr>
        <dsp:cNvPr id="0" name=""/>
        <dsp:cNvSpPr/>
      </dsp:nvSpPr>
      <dsp:spPr>
        <a:xfrm>
          <a:off x="170686" y="2244229"/>
          <a:ext cx="310339" cy="31033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63FE6E2-47FD-4E1A-BBA1-A84073066469}">
      <dsp:nvSpPr>
        <dsp:cNvPr id="0" name=""/>
        <dsp:cNvSpPr/>
      </dsp:nvSpPr>
      <dsp:spPr>
        <a:xfrm>
          <a:off x="651712" y="2117272"/>
          <a:ext cx="8966420" cy="564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17" tIns="59717" rIns="59717" bIns="59717" numCol="1" spcCol="1270" anchor="ctr" anchorCtr="0">
          <a:noAutofit/>
        </a:bodyPr>
        <a:lstStyle/>
        <a:p>
          <a:pPr marL="0" lvl="0" indent="0" algn="l" defTabSz="711200">
            <a:lnSpc>
              <a:spcPct val="90000"/>
            </a:lnSpc>
            <a:spcBef>
              <a:spcPct val="0"/>
            </a:spcBef>
            <a:spcAft>
              <a:spcPct val="35000"/>
            </a:spcAft>
            <a:buNone/>
          </a:pPr>
          <a:r>
            <a:rPr lang="es-MX" sz="1600" b="1" kern="1200"/>
            <a:t>SAS Enterprise Miner:</a:t>
          </a:r>
          <a:r>
            <a:rPr lang="es-MX" sz="1600" kern="1200"/>
            <a:t> Solución robusta enfocada en empresas para modelado predictivo y minería de datos.</a:t>
          </a:r>
          <a:endParaRPr lang="en-US" sz="1600" kern="1200"/>
        </a:p>
      </dsp:txBody>
      <dsp:txXfrm>
        <a:off x="651712" y="2117272"/>
        <a:ext cx="8966420" cy="564252"/>
      </dsp:txXfrm>
    </dsp:sp>
    <dsp:sp modelId="{070E4ACA-8AA9-492E-AACA-6DA4F1634841}">
      <dsp:nvSpPr>
        <dsp:cNvPr id="0" name=""/>
        <dsp:cNvSpPr/>
      </dsp:nvSpPr>
      <dsp:spPr>
        <a:xfrm>
          <a:off x="0" y="2822588"/>
          <a:ext cx="9618133" cy="564252"/>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8EAC3D-8CE5-4CFE-8496-92A05D889E21}">
      <dsp:nvSpPr>
        <dsp:cNvPr id="0" name=""/>
        <dsp:cNvSpPr/>
      </dsp:nvSpPr>
      <dsp:spPr>
        <a:xfrm>
          <a:off x="170686" y="2949545"/>
          <a:ext cx="310339" cy="31033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04BF95C-BBAA-453B-A2E2-115967745D5C}">
      <dsp:nvSpPr>
        <dsp:cNvPr id="0" name=""/>
        <dsp:cNvSpPr/>
      </dsp:nvSpPr>
      <dsp:spPr>
        <a:xfrm>
          <a:off x="651712" y="2822588"/>
          <a:ext cx="8966420" cy="564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17" tIns="59717" rIns="59717" bIns="59717" numCol="1" spcCol="1270" anchor="ctr" anchorCtr="0">
          <a:noAutofit/>
        </a:bodyPr>
        <a:lstStyle/>
        <a:p>
          <a:pPr marL="0" lvl="0" indent="0" algn="l" defTabSz="711200">
            <a:lnSpc>
              <a:spcPct val="90000"/>
            </a:lnSpc>
            <a:spcBef>
              <a:spcPct val="0"/>
            </a:spcBef>
            <a:spcAft>
              <a:spcPct val="35000"/>
            </a:spcAft>
            <a:buNone/>
          </a:pPr>
          <a:r>
            <a:rPr lang="es-MX" sz="1600" kern="1200"/>
            <a:t>WEKA (University of Waikato)</a:t>
          </a:r>
          <a:r>
            <a:rPr lang="es-MX" sz="1600" b="1" kern="1200"/>
            <a:t>:</a:t>
          </a:r>
          <a:r>
            <a:rPr lang="es-MX" sz="1600" kern="1200"/>
            <a:t> Suite de algoritmos de aprendizaje automático, muy utilizada en investigación y educación.</a:t>
          </a:r>
          <a:endParaRPr lang="en-US" sz="1600" kern="1200"/>
        </a:p>
      </dsp:txBody>
      <dsp:txXfrm>
        <a:off x="651712" y="2822588"/>
        <a:ext cx="8966420" cy="564252"/>
      </dsp:txXfrm>
    </dsp:sp>
    <dsp:sp modelId="{D302D4C2-8BCB-4CEE-8F58-F7B3435E3927}">
      <dsp:nvSpPr>
        <dsp:cNvPr id="0" name=""/>
        <dsp:cNvSpPr/>
      </dsp:nvSpPr>
      <dsp:spPr>
        <a:xfrm>
          <a:off x="0" y="3527904"/>
          <a:ext cx="9618133" cy="56425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BCE70D-51E6-4D16-B1EF-ED25A62EBF55}">
      <dsp:nvSpPr>
        <dsp:cNvPr id="0" name=""/>
        <dsp:cNvSpPr/>
      </dsp:nvSpPr>
      <dsp:spPr>
        <a:xfrm>
          <a:off x="170686" y="3654861"/>
          <a:ext cx="310339" cy="31033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8B06077-6EC3-47B4-9E7F-148E1F191B62}">
      <dsp:nvSpPr>
        <dsp:cNvPr id="0" name=""/>
        <dsp:cNvSpPr/>
      </dsp:nvSpPr>
      <dsp:spPr>
        <a:xfrm>
          <a:off x="651712" y="3527904"/>
          <a:ext cx="8966420" cy="564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17" tIns="59717" rIns="59717" bIns="59717" numCol="1" spcCol="1270" anchor="ctr" anchorCtr="0">
          <a:noAutofit/>
        </a:bodyPr>
        <a:lstStyle/>
        <a:p>
          <a:pPr marL="0" lvl="0" indent="0" algn="l" defTabSz="711200">
            <a:lnSpc>
              <a:spcPct val="90000"/>
            </a:lnSpc>
            <a:spcBef>
              <a:spcPct val="0"/>
            </a:spcBef>
            <a:spcAft>
              <a:spcPct val="35000"/>
            </a:spcAft>
            <a:buNone/>
          </a:pPr>
          <a:r>
            <a:rPr lang="es-MX" sz="1600" b="1" kern="1200"/>
            <a:t>IBM SPSS Modeler:</a:t>
          </a:r>
          <a:r>
            <a:rPr lang="es-MX" sz="1600" kern="1200"/>
            <a:t> Destaca por su interfaz intuitiva de arrastrar y soltar para análisis predictivo.</a:t>
          </a:r>
          <a:endParaRPr lang="en-US" sz="1600" kern="1200"/>
        </a:p>
      </dsp:txBody>
      <dsp:txXfrm>
        <a:off x="651712" y="3527904"/>
        <a:ext cx="8966420" cy="56425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56707C-5600-4680-93CC-15DFB7EBB38A}">
      <dsp:nvSpPr>
        <dsp:cNvPr id="0" name=""/>
        <dsp:cNvSpPr/>
      </dsp:nvSpPr>
      <dsp:spPr>
        <a:xfrm>
          <a:off x="0" y="0"/>
          <a:ext cx="5094513" cy="807439"/>
        </a:xfrm>
        <a:prstGeom prst="roundRect">
          <a:avLst>
            <a:gd name="adj" fmla="val 10000"/>
          </a:avLst>
        </a:prstGeom>
        <a:blipFill rotWithShape="0">
          <a:blip xmlns:r="http://schemas.openxmlformats.org/officeDocument/2006/relationships" r:embed="rId1"/>
          <a:tile tx="0" ty="0" sx="100000" sy="100000" flip="none" algn="tl"/>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s-MX" sz="1500" b="1" kern="1200"/>
            <a:t>Personalización:</a:t>
          </a:r>
          <a:r>
            <a:rPr lang="es-MX" sz="1500" kern="1200"/>
            <a:t> Recomendaciones en servicios de streaming como Netflix o compras en Amazon.</a:t>
          </a:r>
          <a:endParaRPr lang="en-US" sz="1500" kern="1200"/>
        </a:p>
      </dsp:txBody>
      <dsp:txXfrm>
        <a:off x="23649" y="23649"/>
        <a:ext cx="4154994" cy="760141"/>
      </dsp:txXfrm>
    </dsp:sp>
    <dsp:sp modelId="{2B1DAAFB-F6C8-4563-845E-42594BCC17CB}">
      <dsp:nvSpPr>
        <dsp:cNvPr id="0" name=""/>
        <dsp:cNvSpPr/>
      </dsp:nvSpPr>
      <dsp:spPr>
        <a:xfrm>
          <a:off x="426665" y="954246"/>
          <a:ext cx="5094513" cy="807439"/>
        </a:xfrm>
        <a:prstGeom prst="roundRect">
          <a:avLst>
            <a:gd name="adj" fmla="val 10000"/>
          </a:avLst>
        </a:prstGeom>
        <a:blipFill rotWithShape="0">
          <a:blip xmlns:r="http://schemas.openxmlformats.org/officeDocument/2006/relationships" r:embed="rId2"/>
          <a:tile tx="0" ty="0" sx="100000" sy="100000" flip="none" algn="tl"/>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s-MX" sz="1500" b="1" kern="1200"/>
            <a:t>Salud:</a:t>
          </a:r>
          <a:r>
            <a:rPr lang="es-MX" sz="1500" kern="1200"/>
            <a:t> Predicción de enfermedades mediante datos de wearables.</a:t>
          </a:r>
          <a:endParaRPr lang="en-US" sz="1500" kern="1200"/>
        </a:p>
      </dsp:txBody>
      <dsp:txXfrm>
        <a:off x="450314" y="977895"/>
        <a:ext cx="4095714" cy="760141"/>
      </dsp:txXfrm>
    </dsp:sp>
    <dsp:sp modelId="{4633FA1E-C0B7-45E8-A84C-1F7973FCD448}">
      <dsp:nvSpPr>
        <dsp:cNvPr id="0" name=""/>
        <dsp:cNvSpPr/>
      </dsp:nvSpPr>
      <dsp:spPr>
        <a:xfrm>
          <a:off x="846962" y="1908493"/>
          <a:ext cx="5094513" cy="807439"/>
        </a:xfrm>
        <a:prstGeom prst="roundRect">
          <a:avLst>
            <a:gd name="adj" fmla="val 10000"/>
          </a:avLst>
        </a:prstGeom>
        <a:blipFill rotWithShape="0">
          <a:blip xmlns:r="http://schemas.openxmlformats.org/officeDocument/2006/relationships" r:embed="rId3"/>
          <a:tile tx="0" ty="0" sx="100000" sy="100000" flip="none" algn="tl"/>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s-MX" sz="1500" b="1" kern="1200"/>
            <a:t>Ciudades Inteligentes:</a:t>
          </a:r>
          <a:r>
            <a:rPr lang="es-MX" sz="1500" kern="1200"/>
            <a:t> Gestión del tráfico en tiempo real.</a:t>
          </a:r>
          <a:endParaRPr lang="en-US" sz="1500" kern="1200"/>
        </a:p>
      </dsp:txBody>
      <dsp:txXfrm>
        <a:off x="870611" y="1932142"/>
        <a:ext cx="4102082" cy="760141"/>
      </dsp:txXfrm>
    </dsp:sp>
    <dsp:sp modelId="{C81FC94A-A93D-44B7-B6B0-BC4EAB6FA25B}">
      <dsp:nvSpPr>
        <dsp:cNvPr id="0" name=""/>
        <dsp:cNvSpPr/>
      </dsp:nvSpPr>
      <dsp:spPr>
        <a:xfrm>
          <a:off x="1273628" y="2862740"/>
          <a:ext cx="5094513" cy="807439"/>
        </a:xfrm>
        <a:prstGeom prst="roundRect">
          <a:avLst>
            <a:gd name="adj" fmla="val 10000"/>
          </a:avLst>
        </a:prstGeom>
        <a:blipFill rotWithShape="0">
          <a:blip xmlns:r="http://schemas.openxmlformats.org/officeDocument/2006/relationships" r:embed="rId4"/>
          <a:tile tx="0" ty="0" sx="100000" sy="100000" flip="none" algn="tl"/>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s-MX" sz="1500" b="1" kern="1200" dirty="0"/>
            <a:t>Empresas:</a:t>
          </a:r>
          <a:r>
            <a:rPr lang="es-MX" sz="1500" kern="1200" dirty="0"/>
            <a:t> Reducción de costes y optimización de la producción</a:t>
          </a:r>
          <a:endParaRPr lang="en-US" sz="1500" kern="1200" dirty="0"/>
        </a:p>
      </dsp:txBody>
      <dsp:txXfrm>
        <a:off x="1297277" y="2886389"/>
        <a:ext cx="4095714" cy="760141"/>
      </dsp:txXfrm>
    </dsp:sp>
    <dsp:sp modelId="{E9656574-05D0-47E5-A509-512CBE651CC5}">
      <dsp:nvSpPr>
        <dsp:cNvPr id="0" name=""/>
        <dsp:cNvSpPr/>
      </dsp:nvSpPr>
      <dsp:spPr>
        <a:xfrm>
          <a:off x="4569677" y="618425"/>
          <a:ext cx="524835" cy="524835"/>
        </a:xfrm>
        <a:prstGeom prst="downArrow">
          <a:avLst>
            <a:gd name="adj1" fmla="val 55000"/>
            <a:gd name="adj2" fmla="val 45000"/>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4687765" y="618425"/>
        <a:ext cx="288659" cy="394938"/>
      </dsp:txXfrm>
    </dsp:sp>
    <dsp:sp modelId="{B273F3AE-C436-4C6D-859C-726A77063732}">
      <dsp:nvSpPr>
        <dsp:cNvPr id="0" name=""/>
        <dsp:cNvSpPr/>
      </dsp:nvSpPr>
      <dsp:spPr>
        <a:xfrm>
          <a:off x="4996343" y="1572672"/>
          <a:ext cx="524835" cy="524835"/>
        </a:xfrm>
        <a:prstGeom prst="downArrow">
          <a:avLst>
            <a:gd name="adj1" fmla="val 55000"/>
            <a:gd name="adj2" fmla="val 45000"/>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5114431" y="1572672"/>
        <a:ext cx="288659" cy="394938"/>
      </dsp:txXfrm>
    </dsp:sp>
    <dsp:sp modelId="{F1ABF15B-2268-4AA4-822C-78EFEF6F91C7}">
      <dsp:nvSpPr>
        <dsp:cNvPr id="0" name=""/>
        <dsp:cNvSpPr/>
      </dsp:nvSpPr>
      <dsp:spPr>
        <a:xfrm>
          <a:off x="5416640" y="2526918"/>
          <a:ext cx="524835" cy="524835"/>
        </a:xfrm>
        <a:prstGeom prst="downArrow">
          <a:avLst>
            <a:gd name="adj1" fmla="val 55000"/>
            <a:gd name="adj2" fmla="val 45000"/>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5534728" y="2526918"/>
        <a:ext cx="288659" cy="39493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543A14-8A19-4316-8462-FF3BFD745504}">
      <dsp:nvSpPr>
        <dsp:cNvPr id="0" name=""/>
        <dsp:cNvSpPr/>
      </dsp:nvSpPr>
      <dsp:spPr>
        <a:xfrm>
          <a:off x="0" y="2758"/>
          <a:ext cx="6797675"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8B98BA-353E-4FF3-8F16-CE8D1F1AF478}">
      <dsp:nvSpPr>
        <dsp:cNvPr id="0" name=""/>
        <dsp:cNvSpPr/>
      </dsp:nvSpPr>
      <dsp:spPr>
        <a:xfrm>
          <a:off x="0" y="2758"/>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MX" sz="1900" b="1" kern="1200"/>
            <a:t>Mejorar la Toma de Decisiones:</a:t>
          </a:r>
          <a:r>
            <a:rPr lang="es-MX" sz="1900" kern="1200"/>
            <a:t> Analizar datos para tomar decisiones estratégicas basadas en hechos, no en suposiciones, reduciendo riesgos.</a:t>
          </a:r>
          <a:endParaRPr lang="en-US" sz="1900" kern="1200"/>
        </a:p>
      </dsp:txBody>
      <dsp:txXfrm>
        <a:off x="0" y="2758"/>
        <a:ext cx="6797675" cy="940732"/>
      </dsp:txXfrm>
    </dsp:sp>
    <dsp:sp modelId="{D392BBC4-6D31-4E01-B1F7-8D8B0847D53C}">
      <dsp:nvSpPr>
        <dsp:cNvPr id="0" name=""/>
        <dsp:cNvSpPr/>
      </dsp:nvSpPr>
      <dsp:spPr>
        <a:xfrm>
          <a:off x="0" y="943491"/>
          <a:ext cx="6797675" cy="0"/>
        </a:xfrm>
        <a:prstGeom prst="line">
          <a:avLst/>
        </a:prstGeom>
        <a:solidFill>
          <a:schemeClr val="accent2">
            <a:hueOff val="7808"/>
            <a:satOff val="-5375"/>
            <a:lumOff val="-1373"/>
            <a:alphaOff val="0"/>
          </a:schemeClr>
        </a:solidFill>
        <a:ln w="15875" cap="flat" cmpd="sng" algn="ctr">
          <a:solidFill>
            <a:schemeClr val="accent2">
              <a:hueOff val="7808"/>
              <a:satOff val="-5375"/>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F22145-2A91-459A-A160-74F2BCD00D08}">
      <dsp:nvSpPr>
        <dsp:cNvPr id="0" name=""/>
        <dsp:cNvSpPr/>
      </dsp:nvSpPr>
      <dsp:spPr>
        <a:xfrm>
          <a:off x="0" y="943491"/>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MX" sz="1900" b="1" kern="1200"/>
            <a:t>Optimización de Procesos:</a:t>
          </a:r>
          <a:r>
            <a:rPr lang="es-MX" sz="1900" kern="1200"/>
            <a:t> Aumentar la eficiencia operativa, reducir costos y predecir fallos en maquinaria o cuellos de botella.</a:t>
          </a:r>
          <a:endParaRPr lang="en-US" sz="1900" kern="1200"/>
        </a:p>
      </dsp:txBody>
      <dsp:txXfrm>
        <a:off x="0" y="943491"/>
        <a:ext cx="6797675" cy="940732"/>
      </dsp:txXfrm>
    </dsp:sp>
    <dsp:sp modelId="{22CFC58C-9F3B-4F48-BC3A-7BFDE5F317B0}">
      <dsp:nvSpPr>
        <dsp:cNvPr id="0" name=""/>
        <dsp:cNvSpPr/>
      </dsp:nvSpPr>
      <dsp:spPr>
        <a:xfrm>
          <a:off x="0" y="1884223"/>
          <a:ext cx="6797675" cy="0"/>
        </a:xfrm>
        <a:prstGeom prst="line">
          <a:avLst/>
        </a:prstGeom>
        <a:solidFill>
          <a:schemeClr val="accent2">
            <a:hueOff val="15615"/>
            <a:satOff val="-10750"/>
            <a:lumOff val="-2745"/>
            <a:alphaOff val="0"/>
          </a:schemeClr>
        </a:solidFill>
        <a:ln w="15875" cap="flat" cmpd="sng" algn="ctr">
          <a:solidFill>
            <a:schemeClr val="accent2">
              <a:hueOff val="15615"/>
              <a:satOff val="-10750"/>
              <a:lumOff val="-274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FC3AD5-BBC4-4415-AA47-488067475F9E}">
      <dsp:nvSpPr>
        <dsp:cNvPr id="0" name=""/>
        <dsp:cNvSpPr/>
      </dsp:nvSpPr>
      <dsp:spPr>
        <a:xfrm>
          <a:off x="0" y="1884223"/>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MX" sz="1900" b="1" kern="1200"/>
            <a:t>Personalización de la Experiencia del Cliente:</a:t>
          </a:r>
          <a:r>
            <a:rPr lang="es-MX" sz="1900" kern="1200"/>
            <a:t> Comprender hábitos de consumo para adaptar productos, servicios y recomendaciones, mejorando la satisfacción.</a:t>
          </a:r>
          <a:endParaRPr lang="en-US" sz="1900" kern="1200"/>
        </a:p>
      </dsp:txBody>
      <dsp:txXfrm>
        <a:off x="0" y="1884223"/>
        <a:ext cx="6797675" cy="940732"/>
      </dsp:txXfrm>
    </dsp:sp>
    <dsp:sp modelId="{6AB0F891-2286-432C-95FA-C90235622F7D}">
      <dsp:nvSpPr>
        <dsp:cNvPr id="0" name=""/>
        <dsp:cNvSpPr/>
      </dsp:nvSpPr>
      <dsp:spPr>
        <a:xfrm>
          <a:off x="0" y="2824955"/>
          <a:ext cx="6797675" cy="0"/>
        </a:xfrm>
        <a:prstGeom prst="line">
          <a:avLst/>
        </a:prstGeom>
        <a:solidFill>
          <a:schemeClr val="accent2">
            <a:hueOff val="23423"/>
            <a:satOff val="-16126"/>
            <a:lumOff val="-4118"/>
            <a:alphaOff val="0"/>
          </a:schemeClr>
        </a:solidFill>
        <a:ln w="15875" cap="flat" cmpd="sng" algn="ctr">
          <a:solidFill>
            <a:schemeClr val="accent2">
              <a:hueOff val="23423"/>
              <a:satOff val="-16126"/>
              <a:lumOff val="-411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58350F-C1A6-41C3-BDB1-71DAD46B7FF3}">
      <dsp:nvSpPr>
        <dsp:cNvPr id="0" name=""/>
        <dsp:cNvSpPr/>
      </dsp:nvSpPr>
      <dsp:spPr>
        <a:xfrm>
          <a:off x="0" y="2824956"/>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MX" sz="1900" b="1" kern="1200"/>
            <a:t>Predicción y Anticipación:</a:t>
          </a:r>
          <a:r>
            <a:rPr lang="es-MX" sz="1900" kern="1200"/>
            <a:t> Prever tendencias futuras y demanda, permitiendo acciones proactivas, como la gestión de stock.</a:t>
          </a:r>
          <a:endParaRPr lang="en-US" sz="1900" kern="1200"/>
        </a:p>
      </dsp:txBody>
      <dsp:txXfrm>
        <a:off x="0" y="2824956"/>
        <a:ext cx="6797675" cy="940732"/>
      </dsp:txXfrm>
    </dsp:sp>
    <dsp:sp modelId="{38BEDE2E-711F-4B59-A28D-87B1FFC5D69B}">
      <dsp:nvSpPr>
        <dsp:cNvPr id="0" name=""/>
        <dsp:cNvSpPr/>
      </dsp:nvSpPr>
      <dsp:spPr>
        <a:xfrm>
          <a:off x="0" y="3765688"/>
          <a:ext cx="6797675" cy="0"/>
        </a:xfrm>
        <a:prstGeom prst="line">
          <a:avLst/>
        </a:prstGeom>
        <a:solidFill>
          <a:schemeClr val="accent2">
            <a:hueOff val="31230"/>
            <a:satOff val="-21501"/>
            <a:lumOff val="-5490"/>
            <a:alphaOff val="0"/>
          </a:schemeClr>
        </a:solidFill>
        <a:ln w="15875" cap="flat" cmpd="sng" algn="ctr">
          <a:solidFill>
            <a:schemeClr val="accent2">
              <a:hueOff val="31230"/>
              <a:satOff val="-21501"/>
              <a:lumOff val="-549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9CD104-51FE-45AF-9726-3554099444B6}">
      <dsp:nvSpPr>
        <dsp:cNvPr id="0" name=""/>
        <dsp:cNvSpPr/>
      </dsp:nvSpPr>
      <dsp:spPr>
        <a:xfrm>
          <a:off x="0" y="3765688"/>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MX" sz="1900" b="1" kern="1200"/>
            <a:t>Innovación y Desarrollo:</a:t>
          </a:r>
          <a:r>
            <a:rPr lang="es-MX" sz="1900" kern="1200"/>
            <a:t> Descubrir patrones ocultos y nuevas conexiones para crear nuevos modelos de negocio, productos o servicios.</a:t>
          </a:r>
          <a:endParaRPr lang="en-US" sz="1900" kern="1200"/>
        </a:p>
      </dsp:txBody>
      <dsp:txXfrm>
        <a:off x="0" y="3765688"/>
        <a:ext cx="6797675" cy="940732"/>
      </dsp:txXfrm>
    </dsp:sp>
    <dsp:sp modelId="{7FF7AFD9-63C4-4AC5-8FF4-AB4189DD7C6D}">
      <dsp:nvSpPr>
        <dsp:cNvPr id="0" name=""/>
        <dsp:cNvSpPr/>
      </dsp:nvSpPr>
      <dsp:spPr>
        <a:xfrm>
          <a:off x="0" y="4706420"/>
          <a:ext cx="6797675" cy="0"/>
        </a:xfrm>
        <a:prstGeom prst="line">
          <a:avLst/>
        </a:prstGeom>
        <a:solidFill>
          <a:schemeClr val="accent2">
            <a:hueOff val="39038"/>
            <a:satOff val="-26876"/>
            <a:lumOff val="-6863"/>
            <a:alphaOff val="0"/>
          </a:schemeClr>
        </a:solidFill>
        <a:ln w="15875" cap="flat" cmpd="sng" algn="ctr">
          <a:solidFill>
            <a:schemeClr val="accent2">
              <a:hueOff val="39038"/>
              <a:satOff val="-26876"/>
              <a:lumOff val="-68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0F7DBD-C0DB-4CEE-A44E-808DA9E121AD}">
      <dsp:nvSpPr>
        <dsp:cNvPr id="0" name=""/>
        <dsp:cNvSpPr/>
      </dsp:nvSpPr>
      <dsp:spPr>
        <a:xfrm>
          <a:off x="0" y="4706420"/>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MX" sz="1900" b="1" kern="1200"/>
            <a:t>Detección de Riesgos y Fraude:</a:t>
          </a:r>
          <a:r>
            <a:rPr lang="es-MX" sz="1900" kern="1200"/>
            <a:t> Identificar comportamientos inusuales en tiempo real para mejorar la ciberseguridad y la seguridad financiera</a:t>
          </a:r>
          <a:endParaRPr lang="en-US" sz="1900" kern="1200"/>
        </a:p>
      </dsp:txBody>
      <dsp:txXfrm>
        <a:off x="0" y="4706420"/>
        <a:ext cx="6797675" cy="940732"/>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0D338-D311-4C17-9DAF-6518C54DF706}">
      <dsp:nvSpPr>
        <dsp:cNvPr id="0" name=""/>
        <dsp:cNvSpPr/>
      </dsp:nvSpPr>
      <dsp:spPr>
        <a:xfrm>
          <a:off x="0" y="2957"/>
          <a:ext cx="10058399" cy="63002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B28EB5-4455-468C-96DF-B69F7CFDE5C8}">
      <dsp:nvSpPr>
        <dsp:cNvPr id="0" name=""/>
        <dsp:cNvSpPr/>
      </dsp:nvSpPr>
      <dsp:spPr>
        <a:xfrm>
          <a:off x="190583" y="144714"/>
          <a:ext cx="346515" cy="3465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A89D00-9E48-49BF-A2CD-1F9349BF5176}">
      <dsp:nvSpPr>
        <dsp:cNvPr id="0" name=""/>
        <dsp:cNvSpPr/>
      </dsp:nvSpPr>
      <dsp:spPr>
        <a:xfrm>
          <a:off x="727681" y="2957"/>
          <a:ext cx="9330718" cy="630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8" tIns="66678" rIns="66678" bIns="66678" numCol="1" spcCol="1270" anchor="ctr" anchorCtr="0">
          <a:noAutofit/>
        </a:bodyPr>
        <a:lstStyle/>
        <a:p>
          <a:pPr marL="0" lvl="0" indent="0" algn="l" defTabSz="755650">
            <a:lnSpc>
              <a:spcPct val="90000"/>
            </a:lnSpc>
            <a:spcBef>
              <a:spcPct val="0"/>
            </a:spcBef>
            <a:spcAft>
              <a:spcPct val="35000"/>
            </a:spcAft>
            <a:buNone/>
          </a:pPr>
          <a:r>
            <a:rPr lang="es-MX" sz="1700" b="1" kern="1200"/>
            <a:t>Toma de Decisiones Inteligente:</a:t>
          </a:r>
          <a:r>
            <a:rPr lang="es-MX" sz="1700" kern="1200"/>
            <a:t> Basada en evidencias y análisis de datos en lugar de intuiciones, permitiendo proyecciones más fiables.</a:t>
          </a:r>
          <a:endParaRPr lang="en-US" sz="1700" kern="1200"/>
        </a:p>
      </dsp:txBody>
      <dsp:txXfrm>
        <a:off x="727681" y="2957"/>
        <a:ext cx="9330718" cy="630027"/>
      </dsp:txXfrm>
    </dsp:sp>
    <dsp:sp modelId="{F03BCB7D-430B-4353-AE8B-1FC5CB757706}">
      <dsp:nvSpPr>
        <dsp:cNvPr id="0" name=""/>
        <dsp:cNvSpPr/>
      </dsp:nvSpPr>
      <dsp:spPr>
        <a:xfrm>
          <a:off x="0" y="790492"/>
          <a:ext cx="10058399" cy="63002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ABF031-DA1A-4D98-950A-1DB0C8E174D3}">
      <dsp:nvSpPr>
        <dsp:cNvPr id="0" name=""/>
        <dsp:cNvSpPr/>
      </dsp:nvSpPr>
      <dsp:spPr>
        <a:xfrm>
          <a:off x="190583" y="932248"/>
          <a:ext cx="346515" cy="3465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94787B8-95C0-4167-8AC1-D128630F958C}">
      <dsp:nvSpPr>
        <dsp:cNvPr id="0" name=""/>
        <dsp:cNvSpPr/>
      </dsp:nvSpPr>
      <dsp:spPr>
        <a:xfrm>
          <a:off x="727681" y="790492"/>
          <a:ext cx="9330718" cy="630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8" tIns="66678" rIns="66678" bIns="66678" numCol="1" spcCol="1270" anchor="ctr" anchorCtr="0">
          <a:noAutofit/>
        </a:bodyPr>
        <a:lstStyle/>
        <a:p>
          <a:pPr marL="0" lvl="0" indent="0" algn="l" defTabSz="755650">
            <a:lnSpc>
              <a:spcPct val="90000"/>
            </a:lnSpc>
            <a:spcBef>
              <a:spcPct val="0"/>
            </a:spcBef>
            <a:spcAft>
              <a:spcPct val="35000"/>
            </a:spcAft>
            <a:buNone/>
          </a:pPr>
          <a:r>
            <a:rPr lang="es-MX" sz="1700" b="1" kern="1200"/>
            <a:t>Ventaja Competitiva y Eficiencia:</a:t>
          </a:r>
          <a:r>
            <a:rPr lang="es-MX" sz="1700" kern="1200"/>
            <a:t> Optimiza procesos operativos y detecta cuellos de botella, lo que reduce costos y tiempos de inactividad.</a:t>
          </a:r>
          <a:endParaRPr lang="en-US" sz="1700" kern="1200"/>
        </a:p>
      </dsp:txBody>
      <dsp:txXfrm>
        <a:off x="727681" y="790492"/>
        <a:ext cx="9330718" cy="630027"/>
      </dsp:txXfrm>
    </dsp:sp>
    <dsp:sp modelId="{A9D76277-5700-4170-9FC6-6C6B628DEDA2}">
      <dsp:nvSpPr>
        <dsp:cNvPr id="0" name=""/>
        <dsp:cNvSpPr/>
      </dsp:nvSpPr>
      <dsp:spPr>
        <a:xfrm>
          <a:off x="0" y="1578026"/>
          <a:ext cx="10058399" cy="63002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4126D8-3A87-4BCC-BE31-685318D2955C}">
      <dsp:nvSpPr>
        <dsp:cNvPr id="0" name=""/>
        <dsp:cNvSpPr/>
      </dsp:nvSpPr>
      <dsp:spPr>
        <a:xfrm>
          <a:off x="190583" y="1719782"/>
          <a:ext cx="346515" cy="3465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5386D51-1CB9-42F4-A5F4-B8697415C2AF}">
      <dsp:nvSpPr>
        <dsp:cNvPr id="0" name=""/>
        <dsp:cNvSpPr/>
      </dsp:nvSpPr>
      <dsp:spPr>
        <a:xfrm>
          <a:off x="727681" y="1578026"/>
          <a:ext cx="9330718" cy="630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8" tIns="66678" rIns="66678" bIns="66678" numCol="1" spcCol="1270" anchor="ctr" anchorCtr="0">
          <a:noAutofit/>
        </a:bodyPr>
        <a:lstStyle/>
        <a:p>
          <a:pPr marL="0" lvl="0" indent="0" algn="l" defTabSz="755650">
            <a:lnSpc>
              <a:spcPct val="90000"/>
            </a:lnSpc>
            <a:spcBef>
              <a:spcPct val="0"/>
            </a:spcBef>
            <a:spcAft>
              <a:spcPct val="35000"/>
            </a:spcAft>
            <a:buNone/>
          </a:pPr>
          <a:r>
            <a:rPr lang="es-MX" sz="1700" b="1" kern="1200"/>
            <a:t>Conocimiento del Cliente:</a:t>
          </a:r>
          <a:r>
            <a:rPr lang="es-MX" sz="1700" kern="1200"/>
            <a:t> Permite entender profundamente el comportamiento, sentimientos y necesidades de los consumidores para ofrecer productos y servicios personalizados.</a:t>
          </a:r>
          <a:endParaRPr lang="en-US" sz="1700" kern="1200"/>
        </a:p>
      </dsp:txBody>
      <dsp:txXfrm>
        <a:off x="727681" y="1578026"/>
        <a:ext cx="9330718" cy="630027"/>
      </dsp:txXfrm>
    </dsp:sp>
    <dsp:sp modelId="{1FB2B621-7F27-4820-97C3-556A189FB3E5}">
      <dsp:nvSpPr>
        <dsp:cNvPr id="0" name=""/>
        <dsp:cNvSpPr/>
      </dsp:nvSpPr>
      <dsp:spPr>
        <a:xfrm>
          <a:off x="0" y="2365560"/>
          <a:ext cx="10058399" cy="63002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27EED9-6326-43AA-ABF4-38FCC295A9B7}">
      <dsp:nvSpPr>
        <dsp:cNvPr id="0" name=""/>
        <dsp:cNvSpPr/>
      </dsp:nvSpPr>
      <dsp:spPr>
        <a:xfrm>
          <a:off x="190583" y="2507316"/>
          <a:ext cx="346515" cy="3465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5A22EBD-FAC3-4745-A936-2493EA7BC728}">
      <dsp:nvSpPr>
        <dsp:cNvPr id="0" name=""/>
        <dsp:cNvSpPr/>
      </dsp:nvSpPr>
      <dsp:spPr>
        <a:xfrm>
          <a:off x="727681" y="2365560"/>
          <a:ext cx="9330718" cy="630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8" tIns="66678" rIns="66678" bIns="66678" numCol="1" spcCol="1270" anchor="ctr" anchorCtr="0">
          <a:noAutofit/>
        </a:bodyPr>
        <a:lstStyle/>
        <a:p>
          <a:pPr marL="0" lvl="0" indent="0" algn="l" defTabSz="755650">
            <a:lnSpc>
              <a:spcPct val="90000"/>
            </a:lnSpc>
            <a:spcBef>
              <a:spcPct val="0"/>
            </a:spcBef>
            <a:spcAft>
              <a:spcPct val="35000"/>
            </a:spcAft>
            <a:buNone/>
          </a:pPr>
          <a:r>
            <a:rPr lang="es-MX" sz="1700" b="1" kern="1200"/>
            <a:t>Innovación y Nuevos Modelos de Negocio:</a:t>
          </a:r>
          <a:r>
            <a:rPr lang="es-MX" sz="1700" kern="1200"/>
            <a:t> Ayuda a identificar nuevas oportunidades de mercado y mejorar la oferta actual.</a:t>
          </a:r>
          <a:endParaRPr lang="en-US" sz="1700" kern="1200"/>
        </a:p>
      </dsp:txBody>
      <dsp:txXfrm>
        <a:off x="727681" y="2365560"/>
        <a:ext cx="9330718" cy="630027"/>
      </dsp:txXfrm>
    </dsp:sp>
    <dsp:sp modelId="{28CA2F1C-175C-40DE-A3D6-E88D1D4073B1}">
      <dsp:nvSpPr>
        <dsp:cNvPr id="0" name=""/>
        <dsp:cNvSpPr/>
      </dsp:nvSpPr>
      <dsp:spPr>
        <a:xfrm>
          <a:off x="0" y="3153094"/>
          <a:ext cx="10058399" cy="630027"/>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268ED5-9CD1-4489-A463-7657B18A56F5}">
      <dsp:nvSpPr>
        <dsp:cNvPr id="0" name=""/>
        <dsp:cNvSpPr/>
      </dsp:nvSpPr>
      <dsp:spPr>
        <a:xfrm>
          <a:off x="190583" y="3294850"/>
          <a:ext cx="346515" cy="3465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9F07DF-189F-429B-98C9-9FD90129BB3A}">
      <dsp:nvSpPr>
        <dsp:cNvPr id="0" name=""/>
        <dsp:cNvSpPr/>
      </dsp:nvSpPr>
      <dsp:spPr>
        <a:xfrm>
          <a:off x="727681" y="3153094"/>
          <a:ext cx="9330718" cy="630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8" tIns="66678" rIns="66678" bIns="66678" numCol="1" spcCol="1270" anchor="ctr" anchorCtr="0">
          <a:noAutofit/>
        </a:bodyPr>
        <a:lstStyle/>
        <a:p>
          <a:pPr marL="0" lvl="0" indent="0" algn="l" defTabSz="755650">
            <a:lnSpc>
              <a:spcPct val="90000"/>
            </a:lnSpc>
            <a:spcBef>
              <a:spcPct val="0"/>
            </a:spcBef>
            <a:spcAft>
              <a:spcPct val="35000"/>
            </a:spcAft>
            <a:buNone/>
          </a:pPr>
          <a:r>
            <a:rPr lang="es-MX" sz="1700" b="1" kern="1200"/>
            <a:t>Detección de Riesgos y Fraudes:</a:t>
          </a:r>
          <a:r>
            <a:rPr lang="es-MX" sz="1700" kern="1200"/>
            <a:t> Crucial para la seguridad en sectores financieros y de salud, identificando anomalías en tiempo real.</a:t>
          </a:r>
          <a:endParaRPr lang="en-US" sz="1700" kern="1200"/>
        </a:p>
      </dsp:txBody>
      <dsp:txXfrm>
        <a:off x="727681" y="3153094"/>
        <a:ext cx="9330718" cy="63002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8F7CED-1EC3-4BF9-9B01-89DBF5FED762}">
      <dsp:nvSpPr>
        <dsp:cNvPr id="0" name=""/>
        <dsp:cNvSpPr/>
      </dsp:nvSpPr>
      <dsp:spPr>
        <a:xfrm>
          <a:off x="0" y="845551"/>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DF19C5-8A0D-4A3B-80DA-2C809692EF9F}">
      <dsp:nvSpPr>
        <dsp:cNvPr id="0" name=""/>
        <dsp:cNvSpPr/>
      </dsp:nvSpPr>
      <dsp:spPr>
        <a:xfrm>
          <a:off x="314325" y="1144160"/>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MX" sz="1800" b="1" kern="1200"/>
            <a:t>Salud:</a:t>
          </a:r>
          <a:r>
            <a:rPr lang="es-MX" sz="1800" kern="1200"/>
            <a:t> Mejora diagnósticos y permite la prevención de enfermedades mediante el análisis de historiales clínicos.</a:t>
          </a:r>
          <a:endParaRPr lang="en-US" sz="1800" kern="1200"/>
        </a:p>
      </dsp:txBody>
      <dsp:txXfrm>
        <a:off x="366939" y="1196774"/>
        <a:ext cx="2723696" cy="1691139"/>
      </dsp:txXfrm>
    </dsp:sp>
    <dsp:sp modelId="{03073B24-4AEF-4D3D-8D09-55DCF546A182}">
      <dsp:nvSpPr>
        <dsp:cNvPr id="0" name=""/>
        <dsp:cNvSpPr/>
      </dsp:nvSpPr>
      <dsp:spPr>
        <a:xfrm>
          <a:off x="3457574" y="845551"/>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AFC730-F31B-416F-9913-2F76795C62D4}">
      <dsp:nvSpPr>
        <dsp:cNvPr id="0" name=""/>
        <dsp:cNvSpPr/>
      </dsp:nvSpPr>
      <dsp:spPr>
        <a:xfrm>
          <a:off x="3771899" y="1144160"/>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MX" sz="1800" b="1" kern="1200"/>
            <a:t>Marketing:</a:t>
          </a:r>
          <a:r>
            <a:rPr lang="es-MX" sz="1800" kern="1200"/>
            <a:t> Segmentación avanzada y publicidad dirigida gracias a datos de redes sociales y geolocalización.</a:t>
          </a:r>
          <a:endParaRPr lang="en-US" sz="1800" kern="1200"/>
        </a:p>
      </dsp:txBody>
      <dsp:txXfrm>
        <a:off x="3824513" y="1196774"/>
        <a:ext cx="2723696" cy="1691139"/>
      </dsp:txXfrm>
    </dsp:sp>
    <dsp:sp modelId="{235527EA-F087-4F3C-B788-6ECA81224728}">
      <dsp:nvSpPr>
        <dsp:cNvPr id="0" name=""/>
        <dsp:cNvSpPr/>
      </dsp:nvSpPr>
      <dsp:spPr>
        <a:xfrm>
          <a:off x="6915149" y="845551"/>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D9CD16-21A4-4599-95F8-CE5B4990F728}">
      <dsp:nvSpPr>
        <dsp:cNvPr id="0" name=""/>
        <dsp:cNvSpPr/>
      </dsp:nvSpPr>
      <dsp:spPr>
        <a:xfrm>
          <a:off x="7229475" y="1144160"/>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MX" sz="1800" b="1" kern="1200"/>
            <a:t>Logística/Empresa:</a:t>
          </a:r>
          <a:r>
            <a:rPr lang="es-MX" sz="1800" kern="1200"/>
            <a:t> Gestión de inventarios y previsión de la demanda para optimizar el stock</a:t>
          </a:r>
          <a:endParaRPr lang="en-US" sz="1800" kern="1200"/>
        </a:p>
      </dsp:txBody>
      <dsp:txXfrm>
        <a:off x="7282089" y="1196774"/>
        <a:ext cx="2723696" cy="1691139"/>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EBE63B-285D-4DE0-9266-E3660BF0132D}">
      <dsp:nvSpPr>
        <dsp:cNvPr id="0" name=""/>
        <dsp:cNvSpPr/>
      </dsp:nvSpPr>
      <dsp:spPr>
        <a:xfrm>
          <a:off x="0" y="3946"/>
          <a:ext cx="6910387" cy="8405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7F0E39-2F3E-4D12-90CE-9C8E630BF0B4}">
      <dsp:nvSpPr>
        <dsp:cNvPr id="0" name=""/>
        <dsp:cNvSpPr/>
      </dsp:nvSpPr>
      <dsp:spPr>
        <a:xfrm>
          <a:off x="254278" y="193078"/>
          <a:ext cx="462323" cy="4623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E85AC8-82FA-482E-AE25-6CE4178F02B5}">
      <dsp:nvSpPr>
        <dsp:cNvPr id="0" name=""/>
        <dsp:cNvSpPr/>
      </dsp:nvSpPr>
      <dsp:spPr>
        <a:xfrm>
          <a:off x="970879" y="3946"/>
          <a:ext cx="5939507" cy="840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62" tIns="88962" rIns="88962" bIns="88962" numCol="1" spcCol="1270" anchor="ctr" anchorCtr="0">
          <a:noAutofit/>
        </a:bodyPr>
        <a:lstStyle/>
        <a:p>
          <a:pPr marL="0" lvl="0" indent="0" algn="l" defTabSz="844550">
            <a:lnSpc>
              <a:spcPct val="90000"/>
            </a:lnSpc>
            <a:spcBef>
              <a:spcPct val="0"/>
            </a:spcBef>
            <a:spcAft>
              <a:spcPct val="35000"/>
            </a:spcAft>
            <a:buNone/>
          </a:pPr>
          <a:r>
            <a:rPr lang="es-AR" sz="1900" kern="1200"/>
            <a:t>Volumen</a:t>
          </a:r>
          <a:endParaRPr lang="en-US" sz="1900" kern="1200"/>
        </a:p>
      </dsp:txBody>
      <dsp:txXfrm>
        <a:off x="970879" y="3946"/>
        <a:ext cx="5939507" cy="840588"/>
      </dsp:txXfrm>
    </dsp:sp>
    <dsp:sp modelId="{4FC2723D-38BE-48C0-893E-C12BF39B20EE}">
      <dsp:nvSpPr>
        <dsp:cNvPr id="0" name=""/>
        <dsp:cNvSpPr/>
      </dsp:nvSpPr>
      <dsp:spPr>
        <a:xfrm>
          <a:off x="0" y="1054682"/>
          <a:ext cx="6910387" cy="8405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35AC22-5E26-4A1A-8550-877CCAE35238}">
      <dsp:nvSpPr>
        <dsp:cNvPr id="0" name=""/>
        <dsp:cNvSpPr/>
      </dsp:nvSpPr>
      <dsp:spPr>
        <a:xfrm>
          <a:off x="254278" y="1243814"/>
          <a:ext cx="462323" cy="4623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99F448-01A6-4F04-9B51-7FB2474A2742}">
      <dsp:nvSpPr>
        <dsp:cNvPr id="0" name=""/>
        <dsp:cNvSpPr/>
      </dsp:nvSpPr>
      <dsp:spPr>
        <a:xfrm>
          <a:off x="970879" y="1054682"/>
          <a:ext cx="5939507" cy="840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62" tIns="88962" rIns="88962" bIns="88962" numCol="1" spcCol="1270" anchor="ctr" anchorCtr="0">
          <a:noAutofit/>
        </a:bodyPr>
        <a:lstStyle/>
        <a:p>
          <a:pPr marL="0" lvl="0" indent="0" algn="l" defTabSz="844550">
            <a:lnSpc>
              <a:spcPct val="90000"/>
            </a:lnSpc>
            <a:spcBef>
              <a:spcPct val="0"/>
            </a:spcBef>
            <a:spcAft>
              <a:spcPct val="35000"/>
            </a:spcAft>
            <a:buNone/>
          </a:pPr>
          <a:r>
            <a:rPr lang="es-AR" sz="1900" kern="1200"/>
            <a:t>Velocidad</a:t>
          </a:r>
          <a:endParaRPr lang="en-US" sz="1900" kern="1200"/>
        </a:p>
      </dsp:txBody>
      <dsp:txXfrm>
        <a:off x="970879" y="1054682"/>
        <a:ext cx="5939507" cy="840588"/>
      </dsp:txXfrm>
    </dsp:sp>
    <dsp:sp modelId="{B76A76A8-F953-49AA-B784-C13B75F64CF4}">
      <dsp:nvSpPr>
        <dsp:cNvPr id="0" name=""/>
        <dsp:cNvSpPr/>
      </dsp:nvSpPr>
      <dsp:spPr>
        <a:xfrm>
          <a:off x="0" y="2105418"/>
          <a:ext cx="6910387" cy="8405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4C6885-AEE8-4863-BA25-DF101782BEBB}">
      <dsp:nvSpPr>
        <dsp:cNvPr id="0" name=""/>
        <dsp:cNvSpPr/>
      </dsp:nvSpPr>
      <dsp:spPr>
        <a:xfrm>
          <a:off x="254278" y="2294550"/>
          <a:ext cx="462323" cy="4623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464ABA-1AC9-4C1B-8888-3F4002B10F23}">
      <dsp:nvSpPr>
        <dsp:cNvPr id="0" name=""/>
        <dsp:cNvSpPr/>
      </dsp:nvSpPr>
      <dsp:spPr>
        <a:xfrm>
          <a:off x="970879" y="2105418"/>
          <a:ext cx="5939507" cy="840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62" tIns="88962" rIns="88962" bIns="88962" numCol="1" spcCol="1270" anchor="ctr" anchorCtr="0">
          <a:noAutofit/>
        </a:bodyPr>
        <a:lstStyle/>
        <a:p>
          <a:pPr marL="0" lvl="0" indent="0" algn="l" defTabSz="844550">
            <a:lnSpc>
              <a:spcPct val="90000"/>
            </a:lnSpc>
            <a:spcBef>
              <a:spcPct val="0"/>
            </a:spcBef>
            <a:spcAft>
              <a:spcPct val="35000"/>
            </a:spcAft>
            <a:buNone/>
          </a:pPr>
          <a:r>
            <a:rPr lang="es-AR" sz="1900" kern="1200"/>
            <a:t>Variedad</a:t>
          </a:r>
          <a:endParaRPr lang="en-US" sz="1900" kern="1200"/>
        </a:p>
      </dsp:txBody>
      <dsp:txXfrm>
        <a:off x="970879" y="2105418"/>
        <a:ext cx="5939507" cy="840588"/>
      </dsp:txXfrm>
    </dsp:sp>
    <dsp:sp modelId="{ACD545E1-CC26-44F4-BAE1-26C72D5D6040}">
      <dsp:nvSpPr>
        <dsp:cNvPr id="0" name=""/>
        <dsp:cNvSpPr/>
      </dsp:nvSpPr>
      <dsp:spPr>
        <a:xfrm>
          <a:off x="0" y="3156154"/>
          <a:ext cx="6910387" cy="8405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AEBA09-9410-4A71-8FEA-976826C56D61}">
      <dsp:nvSpPr>
        <dsp:cNvPr id="0" name=""/>
        <dsp:cNvSpPr/>
      </dsp:nvSpPr>
      <dsp:spPr>
        <a:xfrm>
          <a:off x="254278" y="3345286"/>
          <a:ext cx="462323" cy="4623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1A43E9C-714E-4175-A21E-ED17C8E95771}">
      <dsp:nvSpPr>
        <dsp:cNvPr id="0" name=""/>
        <dsp:cNvSpPr/>
      </dsp:nvSpPr>
      <dsp:spPr>
        <a:xfrm>
          <a:off x="970879" y="3156154"/>
          <a:ext cx="5939507" cy="840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62" tIns="88962" rIns="88962" bIns="88962" numCol="1" spcCol="1270" anchor="ctr" anchorCtr="0">
          <a:noAutofit/>
        </a:bodyPr>
        <a:lstStyle/>
        <a:p>
          <a:pPr marL="0" lvl="0" indent="0" algn="l" defTabSz="844550">
            <a:lnSpc>
              <a:spcPct val="90000"/>
            </a:lnSpc>
            <a:spcBef>
              <a:spcPct val="0"/>
            </a:spcBef>
            <a:spcAft>
              <a:spcPct val="35000"/>
            </a:spcAft>
            <a:buNone/>
          </a:pPr>
          <a:r>
            <a:rPr lang="es-AR" sz="1900" kern="1200"/>
            <a:t>Veracidad</a:t>
          </a:r>
          <a:endParaRPr lang="en-US" sz="1900" kern="1200"/>
        </a:p>
      </dsp:txBody>
      <dsp:txXfrm>
        <a:off x="970879" y="3156154"/>
        <a:ext cx="5939507" cy="840588"/>
      </dsp:txXfrm>
    </dsp:sp>
    <dsp:sp modelId="{ED499337-5F34-4AFC-B5C0-75D6DA61E6B2}">
      <dsp:nvSpPr>
        <dsp:cNvPr id="0" name=""/>
        <dsp:cNvSpPr/>
      </dsp:nvSpPr>
      <dsp:spPr>
        <a:xfrm>
          <a:off x="0" y="4206889"/>
          <a:ext cx="6910387" cy="8405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CF5CEC-92EC-47D9-89C2-B92A36368909}">
      <dsp:nvSpPr>
        <dsp:cNvPr id="0" name=""/>
        <dsp:cNvSpPr/>
      </dsp:nvSpPr>
      <dsp:spPr>
        <a:xfrm>
          <a:off x="254278" y="4396022"/>
          <a:ext cx="462323" cy="46232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E161C8D-C342-44AD-A93A-F2BF0D625DF6}">
      <dsp:nvSpPr>
        <dsp:cNvPr id="0" name=""/>
        <dsp:cNvSpPr/>
      </dsp:nvSpPr>
      <dsp:spPr>
        <a:xfrm>
          <a:off x="970879" y="4206889"/>
          <a:ext cx="5939507" cy="840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62" tIns="88962" rIns="88962" bIns="88962" numCol="1" spcCol="1270" anchor="ctr" anchorCtr="0">
          <a:noAutofit/>
        </a:bodyPr>
        <a:lstStyle/>
        <a:p>
          <a:pPr marL="0" lvl="0" indent="0" algn="l" defTabSz="844550">
            <a:lnSpc>
              <a:spcPct val="90000"/>
            </a:lnSpc>
            <a:spcBef>
              <a:spcPct val="0"/>
            </a:spcBef>
            <a:spcAft>
              <a:spcPct val="35000"/>
            </a:spcAft>
            <a:buNone/>
          </a:pPr>
          <a:r>
            <a:rPr lang="es-AR" sz="1900" kern="1200"/>
            <a:t>Valor</a:t>
          </a:r>
          <a:endParaRPr lang="en-US" sz="1900" kern="1200"/>
        </a:p>
      </dsp:txBody>
      <dsp:txXfrm>
        <a:off x="970879" y="4206889"/>
        <a:ext cx="5939507" cy="840588"/>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3AF9E5-0FBF-4CF2-8FF6-4D53EE2F0D01}">
      <dsp:nvSpPr>
        <dsp:cNvPr id="0" name=""/>
        <dsp:cNvSpPr/>
      </dsp:nvSpPr>
      <dsp:spPr>
        <a:xfrm>
          <a:off x="0" y="2307"/>
          <a:ext cx="10058399" cy="3981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B9A736-6E2D-4701-9DE2-603FE9F6E621}">
      <dsp:nvSpPr>
        <dsp:cNvPr id="0" name=""/>
        <dsp:cNvSpPr/>
      </dsp:nvSpPr>
      <dsp:spPr>
        <a:xfrm>
          <a:off x="120437" y="91889"/>
          <a:ext cx="219192" cy="2189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6DFA49-2322-49C8-8B40-BD6BC9BEDF73}">
      <dsp:nvSpPr>
        <dsp:cNvPr id="0" name=""/>
        <dsp:cNvSpPr/>
      </dsp:nvSpPr>
      <dsp:spPr>
        <a:xfrm>
          <a:off x="460067" y="2307"/>
          <a:ext cx="9556998" cy="472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037" tIns="50037" rIns="50037" bIns="50037" numCol="1" spcCol="1270" anchor="ctr" anchorCtr="0">
          <a:noAutofit/>
        </a:bodyPr>
        <a:lstStyle/>
        <a:p>
          <a:pPr marL="0" lvl="0" indent="0" algn="l" defTabSz="622300">
            <a:lnSpc>
              <a:spcPct val="100000"/>
            </a:lnSpc>
            <a:spcBef>
              <a:spcPct val="0"/>
            </a:spcBef>
            <a:spcAft>
              <a:spcPct val="35000"/>
            </a:spcAft>
            <a:buNone/>
          </a:pPr>
          <a:r>
            <a:rPr lang="es-MX" sz="1400" b="1" kern="1200"/>
            <a:t>Salud y Medicina:</a:t>
          </a:r>
          <a:r>
            <a:rPr lang="es-MX" sz="1400" kern="1200"/>
            <a:t> Predicción de brotes de enfermedades, análisis de historiales clínicos, secuenciación del genoma y seguimiento de pacientes mediante dispositivos ponibles.</a:t>
          </a:r>
          <a:endParaRPr lang="en-US" sz="1400" kern="1200"/>
        </a:p>
      </dsp:txBody>
      <dsp:txXfrm>
        <a:off x="460067" y="2307"/>
        <a:ext cx="9556998" cy="472793"/>
      </dsp:txXfrm>
    </dsp:sp>
    <dsp:sp modelId="{F61D6A37-C4B9-414B-998B-805F8148CF99}">
      <dsp:nvSpPr>
        <dsp:cNvPr id="0" name=""/>
        <dsp:cNvSpPr/>
      </dsp:nvSpPr>
      <dsp:spPr>
        <a:xfrm>
          <a:off x="0" y="593299"/>
          <a:ext cx="10058399" cy="3981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DF741A-5BD7-4022-B4FC-0EA86FFED2EB}">
      <dsp:nvSpPr>
        <dsp:cNvPr id="0" name=""/>
        <dsp:cNvSpPr/>
      </dsp:nvSpPr>
      <dsp:spPr>
        <a:xfrm>
          <a:off x="120437" y="682881"/>
          <a:ext cx="219192" cy="2189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EF1074-1829-4C34-83E6-6EB4BCE89B73}">
      <dsp:nvSpPr>
        <dsp:cNvPr id="0" name=""/>
        <dsp:cNvSpPr/>
      </dsp:nvSpPr>
      <dsp:spPr>
        <a:xfrm>
          <a:off x="460067" y="593299"/>
          <a:ext cx="9556998" cy="472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037" tIns="50037" rIns="50037" bIns="50037" numCol="1" spcCol="1270" anchor="ctr" anchorCtr="0">
          <a:noAutofit/>
        </a:bodyPr>
        <a:lstStyle/>
        <a:p>
          <a:pPr marL="0" lvl="0" indent="0" algn="l" defTabSz="622300">
            <a:lnSpc>
              <a:spcPct val="100000"/>
            </a:lnSpc>
            <a:spcBef>
              <a:spcPct val="0"/>
            </a:spcBef>
            <a:spcAft>
              <a:spcPct val="35000"/>
            </a:spcAft>
            <a:buNone/>
          </a:pPr>
          <a:r>
            <a:rPr lang="es-MX" sz="1400" b="1" kern="1200"/>
            <a:t>Empresas y Marketing:</a:t>
          </a:r>
          <a:r>
            <a:rPr lang="es-MX" sz="1400" kern="1200"/>
            <a:t> Personalización de experiencias de usuario (como en Netflix), predicción de la demanda, optimización de la cadena de suministro y análisis de sentimientos en redes sociales.</a:t>
          </a:r>
          <a:endParaRPr lang="en-US" sz="1400" kern="1200"/>
        </a:p>
      </dsp:txBody>
      <dsp:txXfrm>
        <a:off x="460067" y="593299"/>
        <a:ext cx="9556998" cy="472793"/>
      </dsp:txXfrm>
    </dsp:sp>
    <dsp:sp modelId="{CC2AF26E-3243-4AF2-893E-8BBDEBCC4FC2}">
      <dsp:nvSpPr>
        <dsp:cNvPr id="0" name=""/>
        <dsp:cNvSpPr/>
      </dsp:nvSpPr>
      <dsp:spPr>
        <a:xfrm>
          <a:off x="0" y="1184291"/>
          <a:ext cx="10058399" cy="3981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B445CA-81B1-4BCE-9DA1-F67C0BE5AFEE}">
      <dsp:nvSpPr>
        <dsp:cNvPr id="0" name=""/>
        <dsp:cNvSpPr/>
      </dsp:nvSpPr>
      <dsp:spPr>
        <a:xfrm>
          <a:off x="120437" y="1273873"/>
          <a:ext cx="219192" cy="2189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B7F0FA-0AD2-41E7-94EA-4FBB7A1E1E27}">
      <dsp:nvSpPr>
        <dsp:cNvPr id="0" name=""/>
        <dsp:cNvSpPr/>
      </dsp:nvSpPr>
      <dsp:spPr>
        <a:xfrm>
          <a:off x="460067" y="1184291"/>
          <a:ext cx="9556998" cy="472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037" tIns="50037" rIns="50037" bIns="50037" numCol="1" spcCol="1270" anchor="ctr" anchorCtr="0">
          <a:noAutofit/>
        </a:bodyPr>
        <a:lstStyle/>
        <a:p>
          <a:pPr marL="0" lvl="0" indent="0" algn="l" defTabSz="622300">
            <a:lnSpc>
              <a:spcPct val="100000"/>
            </a:lnSpc>
            <a:spcBef>
              <a:spcPct val="0"/>
            </a:spcBef>
            <a:spcAft>
              <a:spcPct val="35000"/>
            </a:spcAft>
            <a:buNone/>
          </a:pPr>
          <a:r>
            <a:rPr lang="es-MX" sz="1400" b="1" kern="1200"/>
            <a:t>Finanzas y Banca:</a:t>
          </a:r>
          <a:r>
            <a:rPr lang="es-MX" sz="1400" kern="1200"/>
            <a:t> Detección de fraudes en tiempo real, gestión de riesgos, análisis de mercado y automatización de transacciones.</a:t>
          </a:r>
          <a:endParaRPr lang="en-US" sz="1400" kern="1200"/>
        </a:p>
      </dsp:txBody>
      <dsp:txXfrm>
        <a:off x="460067" y="1184291"/>
        <a:ext cx="9556998" cy="472793"/>
      </dsp:txXfrm>
    </dsp:sp>
    <dsp:sp modelId="{6EDE0E69-7D2E-466E-9466-1545340E82AA}">
      <dsp:nvSpPr>
        <dsp:cNvPr id="0" name=""/>
        <dsp:cNvSpPr/>
      </dsp:nvSpPr>
      <dsp:spPr>
        <a:xfrm>
          <a:off x="0" y="1775283"/>
          <a:ext cx="10058399" cy="3981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D82D45-182E-4E04-85B0-C6BCEEDF2A4D}">
      <dsp:nvSpPr>
        <dsp:cNvPr id="0" name=""/>
        <dsp:cNvSpPr/>
      </dsp:nvSpPr>
      <dsp:spPr>
        <a:xfrm>
          <a:off x="120437" y="1864865"/>
          <a:ext cx="219192" cy="2189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8340B6-1FDD-4561-913B-6B6CCE3B1FA8}">
      <dsp:nvSpPr>
        <dsp:cNvPr id="0" name=""/>
        <dsp:cNvSpPr/>
      </dsp:nvSpPr>
      <dsp:spPr>
        <a:xfrm>
          <a:off x="460067" y="1775283"/>
          <a:ext cx="9556998" cy="472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037" tIns="50037" rIns="50037" bIns="50037" numCol="1" spcCol="1270" anchor="ctr" anchorCtr="0">
          <a:noAutofit/>
        </a:bodyPr>
        <a:lstStyle/>
        <a:p>
          <a:pPr marL="0" lvl="0" indent="0" algn="l" defTabSz="622300">
            <a:lnSpc>
              <a:spcPct val="100000"/>
            </a:lnSpc>
            <a:spcBef>
              <a:spcPct val="0"/>
            </a:spcBef>
            <a:spcAft>
              <a:spcPct val="35000"/>
            </a:spcAft>
            <a:buNone/>
          </a:pPr>
          <a:r>
            <a:rPr lang="es-MX" sz="1400" b="1" kern="1200"/>
            <a:t>Gobierno y Ciudades Inteligentes (Smart Cities):</a:t>
          </a:r>
          <a:r>
            <a:rPr lang="es-MX" sz="1400" kern="1200"/>
            <a:t> Gestión de tráfico (semáforos inteligentes), alumbrado eficiente, gestión de residuos y monitorización de calidad del aire.</a:t>
          </a:r>
          <a:endParaRPr lang="en-US" sz="1400" kern="1200"/>
        </a:p>
      </dsp:txBody>
      <dsp:txXfrm>
        <a:off x="460067" y="1775283"/>
        <a:ext cx="9556998" cy="472793"/>
      </dsp:txXfrm>
    </dsp:sp>
    <dsp:sp modelId="{0BDC3E02-B5BA-4B64-87A9-588DBE89E621}">
      <dsp:nvSpPr>
        <dsp:cNvPr id="0" name=""/>
        <dsp:cNvSpPr/>
      </dsp:nvSpPr>
      <dsp:spPr>
        <a:xfrm>
          <a:off x="0" y="2366275"/>
          <a:ext cx="10058399" cy="3981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AD319C-DD89-4283-9725-BD5A85D43099}">
      <dsp:nvSpPr>
        <dsp:cNvPr id="0" name=""/>
        <dsp:cNvSpPr/>
      </dsp:nvSpPr>
      <dsp:spPr>
        <a:xfrm>
          <a:off x="120437" y="2455856"/>
          <a:ext cx="219192" cy="21897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7919B8-A2F6-45C0-950F-018375AA28F3}">
      <dsp:nvSpPr>
        <dsp:cNvPr id="0" name=""/>
        <dsp:cNvSpPr/>
      </dsp:nvSpPr>
      <dsp:spPr>
        <a:xfrm>
          <a:off x="460067" y="2366275"/>
          <a:ext cx="9556998" cy="472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037" tIns="50037" rIns="50037" bIns="50037" numCol="1" spcCol="1270" anchor="ctr" anchorCtr="0">
          <a:noAutofit/>
        </a:bodyPr>
        <a:lstStyle/>
        <a:p>
          <a:pPr marL="0" lvl="0" indent="0" algn="l" defTabSz="622300">
            <a:lnSpc>
              <a:spcPct val="100000"/>
            </a:lnSpc>
            <a:spcBef>
              <a:spcPct val="0"/>
            </a:spcBef>
            <a:spcAft>
              <a:spcPct val="35000"/>
            </a:spcAft>
            <a:buNone/>
          </a:pPr>
          <a:r>
            <a:rPr lang="es-MX" sz="1400" b="1" kern="1200"/>
            <a:t>Manufactura e Industria:</a:t>
          </a:r>
          <a:r>
            <a:rPr lang="es-MX" sz="1400" kern="1200"/>
            <a:t> Mantenimiento predictivo de maquinaria, optimización de la producción y control de calidad.</a:t>
          </a:r>
          <a:endParaRPr lang="en-US" sz="1400" kern="1200"/>
        </a:p>
      </dsp:txBody>
      <dsp:txXfrm>
        <a:off x="460067" y="2366275"/>
        <a:ext cx="9556998" cy="472793"/>
      </dsp:txXfrm>
    </dsp:sp>
    <dsp:sp modelId="{AF6BB1F3-88F7-4A8B-BDE0-509B3C6AA041}">
      <dsp:nvSpPr>
        <dsp:cNvPr id="0" name=""/>
        <dsp:cNvSpPr/>
      </dsp:nvSpPr>
      <dsp:spPr>
        <a:xfrm>
          <a:off x="0" y="2957266"/>
          <a:ext cx="10058399" cy="3981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5530CC-5940-4ECE-8529-BC0789AB5EA4}">
      <dsp:nvSpPr>
        <dsp:cNvPr id="0" name=""/>
        <dsp:cNvSpPr/>
      </dsp:nvSpPr>
      <dsp:spPr>
        <a:xfrm>
          <a:off x="120437" y="3046848"/>
          <a:ext cx="219192" cy="21897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2098E8-17F7-4051-8CD6-120C0714D8C8}">
      <dsp:nvSpPr>
        <dsp:cNvPr id="0" name=""/>
        <dsp:cNvSpPr/>
      </dsp:nvSpPr>
      <dsp:spPr>
        <a:xfrm>
          <a:off x="460067" y="2957266"/>
          <a:ext cx="9556998" cy="472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037" tIns="50037" rIns="50037" bIns="50037" numCol="1" spcCol="1270" anchor="ctr" anchorCtr="0">
          <a:noAutofit/>
        </a:bodyPr>
        <a:lstStyle/>
        <a:p>
          <a:pPr marL="0" lvl="0" indent="0" algn="l" defTabSz="622300">
            <a:lnSpc>
              <a:spcPct val="100000"/>
            </a:lnSpc>
            <a:spcBef>
              <a:spcPct val="0"/>
            </a:spcBef>
            <a:spcAft>
              <a:spcPct val="35000"/>
            </a:spcAft>
            <a:buNone/>
          </a:pPr>
          <a:r>
            <a:rPr lang="es-MX" sz="1400" b="1" kern="1200"/>
            <a:t>Transporte y Movilidad:</a:t>
          </a:r>
          <a:r>
            <a:rPr lang="es-MX" sz="1400" kern="1200"/>
            <a:t> Optimización de rutas, reducción de consumo de combustible y desarrollo de conducción autónoma.</a:t>
          </a:r>
          <a:endParaRPr lang="en-US" sz="1400" kern="1200"/>
        </a:p>
      </dsp:txBody>
      <dsp:txXfrm>
        <a:off x="460067" y="2957266"/>
        <a:ext cx="9556998" cy="472793"/>
      </dsp:txXfrm>
    </dsp:sp>
    <dsp:sp modelId="{85015687-8A33-4587-ABB4-6CC371F5D8CB}">
      <dsp:nvSpPr>
        <dsp:cNvPr id="0" name=""/>
        <dsp:cNvSpPr/>
      </dsp:nvSpPr>
      <dsp:spPr>
        <a:xfrm>
          <a:off x="0" y="3548258"/>
          <a:ext cx="10058399" cy="3981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1D1B1E-2408-4238-9842-0C91D3657FA2}">
      <dsp:nvSpPr>
        <dsp:cNvPr id="0" name=""/>
        <dsp:cNvSpPr/>
      </dsp:nvSpPr>
      <dsp:spPr>
        <a:xfrm>
          <a:off x="120437" y="3637840"/>
          <a:ext cx="219192" cy="218978"/>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A0B98B-AC93-41D1-ACF3-8973E70FCBD6}">
      <dsp:nvSpPr>
        <dsp:cNvPr id="0" name=""/>
        <dsp:cNvSpPr/>
      </dsp:nvSpPr>
      <dsp:spPr>
        <a:xfrm>
          <a:off x="460067" y="3548258"/>
          <a:ext cx="9556998" cy="472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037" tIns="50037" rIns="50037" bIns="50037" numCol="1" spcCol="1270" anchor="ctr" anchorCtr="0">
          <a:noAutofit/>
        </a:bodyPr>
        <a:lstStyle/>
        <a:p>
          <a:pPr marL="0" lvl="0" indent="0" algn="l" defTabSz="622300">
            <a:lnSpc>
              <a:spcPct val="100000"/>
            </a:lnSpc>
            <a:spcBef>
              <a:spcPct val="0"/>
            </a:spcBef>
            <a:spcAft>
              <a:spcPct val="35000"/>
            </a:spcAft>
            <a:buNone/>
          </a:pPr>
          <a:r>
            <a:rPr lang="es-MX" sz="1400" b="1" kern="1200"/>
            <a:t>Deportes:</a:t>
          </a:r>
          <a:r>
            <a:rPr lang="es-MX" sz="1400" kern="1200"/>
            <a:t> Análisis del rendimiento de atletas, nutrición y prevención de lesiones, utilizado en torneos como Wimbledon o en fútbol</a:t>
          </a:r>
          <a:endParaRPr lang="en-US" sz="1400" kern="1200"/>
        </a:p>
      </dsp:txBody>
      <dsp:txXfrm>
        <a:off x="460067" y="3548258"/>
        <a:ext cx="9556998" cy="47279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BF7536-458A-48B6-BD86-442A77736F14}" type="datetimeFigureOut">
              <a:rPr lang="es-AR" smtClean="0"/>
              <a:t>1/9/2026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4C7DE8-140D-4CC2-B032-05B3BE2A57D7}" type="slidenum">
              <a:rPr lang="es-AR" smtClean="0"/>
              <a:t>‹Nº›</a:t>
            </a:fld>
            <a:endParaRPr lang="es-AR"/>
          </a:p>
        </p:txBody>
      </p:sp>
    </p:spTree>
    <p:extLst>
      <p:ext uri="{BB962C8B-B14F-4D97-AF65-F5344CB8AC3E}">
        <p14:creationId xmlns:p14="http://schemas.microsoft.com/office/powerpoint/2010/main" val="2181709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B347FC7-F91E-456C-8E85-333DB3515853}" type="datetime1">
              <a:rPr lang="en-US" smtClean="0"/>
              <a:t>9/1/2026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Lic. Gustavo E. Escandell</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232033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D4F7932-336A-49C1-A4F9-384ED5AD0326}" type="datetime1">
              <a:rPr lang="en-US" smtClean="0"/>
              <a:t>9/1/2026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Lic. Gustavo E. Escandell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716033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2C997C4D-D20A-403F-9754-ED5B7ADA47F6}" type="datetime1">
              <a:rPr lang="en-US" smtClean="0"/>
              <a:t>9/1/2026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a:t>Lic. Gustavo E. Escandell</a:t>
            </a:r>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872659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B1350F7-8057-44C0-B32B-F96E205289B3}" type="datetime1">
              <a:rPr lang="en-US" smtClean="0"/>
              <a:t>9/1/2026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Lic. Gustavo E. Escandell</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692194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1553ADA6-4751-4F9A-8628-592F0C1344DA}" type="datetime1">
              <a:rPr lang="en-US" smtClean="0"/>
              <a:t>9/1/2026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Lic. Gustavo E. Escandell</a:t>
            </a:r>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848252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B795596A-442F-475C-8DBC-018C560EE0A0}" type="datetime1">
              <a:rPr lang="en-US" smtClean="0"/>
              <a:t>9/1/2026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Lic. Gustavo E. Escandell</a:t>
            </a:r>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66059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10D605C-FC4D-4ED6-9C92-FA883F34261C}" type="datetime1">
              <a:rPr lang="en-US" smtClean="0"/>
              <a:t>9/1/2026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Lic. Gustavo E. Escandell</a:t>
            </a:r>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29364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D93C361-93A0-4EDB-87D6-7CD4780FB00C}" type="datetime1">
              <a:rPr lang="en-US" smtClean="0"/>
              <a:t>9/1/2026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Lic. Gustavo E. Escandell</a:t>
            </a:r>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724840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6A5DC3B5-D500-4640-8195-7A1F446F9E78}" type="datetime1">
              <a:rPr lang="en-US" smtClean="0"/>
              <a:t>9/1/2026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Lic. Gustavo E. Escandell</a:t>
            </a:r>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283517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5B246BBC-28C1-4A49-A3FA-0BD63E46D785}" type="datetime1">
              <a:rPr lang="en-US" smtClean="0"/>
              <a:t>9/1/2026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a:t>Lic. Gustavo E. Escandell</a:t>
            </a:r>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764135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FEE40FC-5A27-46B4-B543-EF300384B3E2}" type="datetime1">
              <a:rPr lang="en-US" smtClean="0"/>
              <a:t>9/1/2026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a:t>Lic. Gustavo E. Escandell</a:t>
            </a:r>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4702998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B328C1CF-F5A4-4E40-9019-8738FA91D0AC}" type="datetime1">
              <a:rPr lang="en-US" smtClean="0"/>
              <a:t>9/1/2026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Lic. Gustavo E. Escandell</a:t>
            </a:r>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8818009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6D3EA59-ABBE-4250-BD3E-507D9822D20A}"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5279663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B5D9FF3-149B-4BE8-AC74-63482BBD76E4}"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49971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5752D82-67FB-4C73-A723-08C02346E86B}" type="datetime1">
              <a:rPr lang="en-US" smtClean="0"/>
              <a:t>9/1/2026</a:t>
            </a:fld>
            <a:endParaRPr lang="en-US"/>
          </a:p>
        </p:txBody>
      </p:sp>
      <p:sp>
        <p:nvSpPr>
          <p:cNvPr id="6" name="Footer Placeholder 5"/>
          <p:cNvSpPr>
            <a:spLocks noGrp="1"/>
          </p:cNvSpPr>
          <p:nvPr>
            <p:ph type="ftr" sz="quarter" idx="11"/>
          </p:nvPr>
        </p:nvSpPr>
        <p:spPr/>
        <p:txBody>
          <a:bodyPr/>
          <a:lstStyle/>
          <a:p>
            <a:r>
              <a:rPr lang="en-US"/>
              <a:t>Lic. Gustavo E. Escandell</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15267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E2CE4F6-DF85-417E-8523-5638DE6AA34C}" type="datetime1">
              <a:rPr lang="en-US" smtClean="0"/>
              <a:t>9/1/2026</a:t>
            </a:fld>
            <a:endParaRPr lang="en-US"/>
          </a:p>
        </p:txBody>
      </p:sp>
      <p:sp>
        <p:nvSpPr>
          <p:cNvPr id="8" name="Footer Placeholder 7"/>
          <p:cNvSpPr>
            <a:spLocks noGrp="1"/>
          </p:cNvSpPr>
          <p:nvPr>
            <p:ph type="ftr" sz="quarter" idx="11"/>
          </p:nvPr>
        </p:nvSpPr>
        <p:spPr/>
        <p:txBody>
          <a:bodyPr/>
          <a:lstStyle/>
          <a:p>
            <a:r>
              <a:rPr lang="en-US"/>
              <a:t>Lic. Gustavo E. Escandell</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47398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3EB0143-9879-494F-9DD0-D388F72ED636}" type="datetime1">
              <a:rPr lang="en-US" smtClean="0"/>
              <a:t>9/1/2026</a:t>
            </a:fld>
            <a:endParaRPr lang="en-US"/>
          </a:p>
        </p:txBody>
      </p:sp>
      <p:sp>
        <p:nvSpPr>
          <p:cNvPr id="4" name="Footer Placeholder 3"/>
          <p:cNvSpPr>
            <a:spLocks noGrp="1"/>
          </p:cNvSpPr>
          <p:nvPr>
            <p:ph type="ftr" sz="quarter" idx="11"/>
          </p:nvPr>
        </p:nvSpPr>
        <p:spPr/>
        <p:txBody>
          <a:bodyPr/>
          <a:lstStyle/>
          <a:p>
            <a:r>
              <a:rPr lang="en-US"/>
              <a:t>Lic. Gustavo E. Escandell</a:t>
            </a:r>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785209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542149-5585-4FA4-940E-F83894D26FCE}" type="datetime1">
              <a:rPr lang="en-US" smtClean="0"/>
              <a:t>9/1/2026</a:t>
            </a:fld>
            <a:endParaRPr lang="en-US"/>
          </a:p>
        </p:txBody>
      </p:sp>
      <p:sp>
        <p:nvSpPr>
          <p:cNvPr id="3" name="Footer Placeholder 2"/>
          <p:cNvSpPr>
            <a:spLocks noGrp="1"/>
          </p:cNvSpPr>
          <p:nvPr>
            <p:ph type="ftr" sz="quarter" idx="11"/>
          </p:nvPr>
        </p:nvSpPr>
        <p:spPr/>
        <p:txBody>
          <a:bodyPr/>
          <a:lstStyle/>
          <a:p>
            <a:r>
              <a:rPr lang="en-US"/>
              <a:t>Lic. Gustavo E. Escandell</a:t>
            </a:r>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620226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879018A-E4B7-42C4-8E0F-29893880424E}" type="datetime1">
              <a:rPr lang="en-US" smtClean="0"/>
              <a:t>9/1/2026</a:t>
            </a:fld>
            <a:endParaRPr lang="en-US"/>
          </a:p>
        </p:txBody>
      </p:sp>
      <p:sp>
        <p:nvSpPr>
          <p:cNvPr id="6" name="Footer Placeholder 5"/>
          <p:cNvSpPr>
            <a:spLocks noGrp="1"/>
          </p:cNvSpPr>
          <p:nvPr>
            <p:ph type="ftr" sz="quarter" idx="11"/>
          </p:nvPr>
        </p:nvSpPr>
        <p:spPr/>
        <p:txBody>
          <a:bodyPr/>
          <a:lstStyle/>
          <a:p>
            <a:r>
              <a:rPr lang="en-US"/>
              <a:t>Lic. Gustavo E. Escandell</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225676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s-ES"/>
              <a:t>Haga clic en el icono para agregar una imagen</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390FFA5-613A-422D-9F6A-3DDA1138A663}" type="datetime1">
              <a:rPr lang="en-US" smtClean="0"/>
              <a:t>9/1/2026</a:t>
            </a:fld>
            <a:endParaRPr lang="en-US"/>
          </a:p>
        </p:txBody>
      </p:sp>
      <p:sp>
        <p:nvSpPr>
          <p:cNvPr id="6" name="Footer Placeholder 5"/>
          <p:cNvSpPr>
            <a:spLocks noGrp="1"/>
          </p:cNvSpPr>
          <p:nvPr>
            <p:ph type="ftr" sz="quarter" idx="11"/>
          </p:nvPr>
        </p:nvSpPr>
        <p:spPr/>
        <p:txBody>
          <a:bodyPr/>
          <a:lstStyle/>
          <a:p>
            <a:r>
              <a:rPr lang="en-US"/>
              <a:t>Lic. Gustavo E. Escandell</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1725650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EDFE9B7-820A-4C2C-8239-E13AC78457D8}" type="datetime1">
              <a:rPr lang="en-US" smtClean="0"/>
              <a:t>9/1/2026</a:t>
            </a:fld>
            <a:endParaRPr lang="en-US"/>
          </a:p>
        </p:txBody>
      </p:sp>
      <p:sp>
        <p:nvSpPr>
          <p:cNvPr id="6" name="Footer Placeholder 5"/>
          <p:cNvSpPr>
            <a:spLocks noGrp="1"/>
          </p:cNvSpPr>
          <p:nvPr>
            <p:ph type="ftr" sz="quarter" idx="11"/>
          </p:nvPr>
        </p:nvSpPr>
        <p:spPr/>
        <p:txBody>
          <a:bodyPr/>
          <a:lstStyle/>
          <a:p>
            <a:r>
              <a:rPr lang="en-US"/>
              <a:t>Lic. Gustavo E. Escandell</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8684758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084D5A6-21A4-4C9D-80B9-1BB9556AF06A}"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5513101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s-ES"/>
              <a:t>Haga clic para modificar el estilo de título del patrón</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12F8C0C-9613-47CA-B940-BA502B0BEB3F}"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6690151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00B9F5E-23CE-42A4-B66E-F556F50956E0}"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0621625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A9E2A88-F260-4111-9CA9-621D13848F6C}" type="datetime1">
              <a:rPr lang="en-US" smtClean="0"/>
              <a:t>9/1/2026</a:t>
            </a:fld>
            <a:endParaRPr lang="en-US"/>
          </a:p>
        </p:txBody>
      </p:sp>
      <p:sp>
        <p:nvSpPr>
          <p:cNvPr id="8" name="Footer Placeholder 7"/>
          <p:cNvSpPr>
            <a:spLocks noGrp="1"/>
          </p:cNvSpPr>
          <p:nvPr>
            <p:ph type="ftr" sz="quarter" idx="11"/>
          </p:nvPr>
        </p:nvSpPr>
        <p:spPr/>
        <p:txBody>
          <a:bodyPr/>
          <a:lstStyle/>
          <a:p>
            <a:r>
              <a:rPr lang="en-US"/>
              <a:t>Lic. Gustavo E. Escandell</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061069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66366A5-DBA8-45BF-B301-A5FD8C844688}" type="datetime1">
              <a:rPr lang="en-US" smtClean="0"/>
              <a:t>9/1/2026</a:t>
            </a:fld>
            <a:endParaRPr lang="en-US"/>
          </a:p>
        </p:txBody>
      </p:sp>
      <p:sp>
        <p:nvSpPr>
          <p:cNvPr id="8" name="Footer Placeholder 7"/>
          <p:cNvSpPr>
            <a:spLocks noGrp="1"/>
          </p:cNvSpPr>
          <p:nvPr>
            <p:ph type="ftr" sz="quarter" idx="11"/>
          </p:nvPr>
        </p:nvSpPr>
        <p:spPr>
          <a:xfrm>
            <a:off x="561111" y="6391838"/>
            <a:ext cx="3644282" cy="304801"/>
          </a:xfrm>
        </p:spPr>
        <p:txBody>
          <a:bodyPr/>
          <a:lstStyle/>
          <a:p>
            <a:r>
              <a:rPr lang="en-US"/>
              <a:t>Lic. Gustavo E. Escandell</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092845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44A831C6-91B3-4669-A855-A09C80E160E7}"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1723264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43CCB91-BCC1-41B3-BB0C-BEB222D286C1}"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3527803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3067ABD-078A-40A6-BB18-9C0421C49B2C}"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9821911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89685F6-98B2-4DED-B897-D62D53B18F69}"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6590267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F53B455-551A-4BE2-A327-8CABB2D6E931}"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8869229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83AEA62-FF93-4CA1-890E-23A94031E033}" type="datetime1">
              <a:rPr lang="en-US" smtClean="0"/>
              <a:t>9/1/2026</a:t>
            </a:fld>
            <a:endParaRPr lang="en-US"/>
          </a:p>
        </p:txBody>
      </p:sp>
      <p:sp>
        <p:nvSpPr>
          <p:cNvPr id="6" name="Footer Placeholder 5"/>
          <p:cNvSpPr>
            <a:spLocks noGrp="1"/>
          </p:cNvSpPr>
          <p:nvPr>
            <p:ph type="ftr" sz="quarter" idx="11"/>
          </p:nvPr>
        </p:nvSpPr>
        <p:spPr/>
        <p:txBody>
          <a:bodyPr/>
          <a:lstStyle/>
          <a:p>
            <a:r>
              <a:rPr lang="en-US"/>
              <a:t>Lic. Gustavo E. Escandell</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7209885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9E87D32-1D4D-4E7E-A5DE-F8C8D0B386A8}" type="datetime1">
              <a:rPr lang="en-US" smtClean="0"/>
              <a:t>9/1/2026</a:t>
            </a:fld>
            <a:endParaRPr lang="en-US"/>
          </a:p>
        </p:txBody>
      </p:sp>
      <p:sp>
        <p:nvSpPr>
          <p:cNvPr id="8" name="Footer Placeholder 7"/>
          <p:cNvSpPr>
            <a:spLocks noGrp="1"/>
          </p:cNvSpPr>
          <p:nvPr>
            <p:ph type="ftr" sz="quarter" idx="11"/>
          </p:nvPr>
        </p:nvSpPr>
        <p:spPr/>
        <p:txBody>
          <a:bodyPr/>
          <a:lstStyle/>
          <a:p>
            <a:r>
              <a:rPr lang="en-US"/>
              <a:t>Lic. Gustavo E. Escandell</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27439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D6085CDD-EFF2-4A1D-A5E9-8EF67DD5EE95}" type="datetime1">
              <a:rPr lang="en-US" smtClean="0"/>
              <a:t>9/1/2026</a:t>
            </a:fld>
            <a:endParaRPr lang="en-US"/>
          </a:p>
        </p:txBody>
      </p:sp>
      <p:sp>
        <p:nvSpPr>
          <p:cNvPr id="4" name="Footer Placeholder 3"/>
          <p:cNvSpPr>
            <a:spLocks noGrp="1"/>
          </p:cNvSpPr>
          <p:nvPr>
            <p:ph type="ftr" sz="quarter" idx="11"/>
          </p:nvPr>
        </p:nvSpPr>
        <p:spPr/>
        <p:txBody>
          <a:bodyPr/>
          <a:lstStyle/>
          <a:p>
            <a:r>
              <a:rPr lang="en-US"/>
              <a:t>Lic. Gustavo E. Escandell</a:t>
            </a:r>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2510403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2EDF30-E63D-4C1B-AA84-26FD276EDDBC}" type="datetime1">
              <a:rPr lang="en-US" smtClean="0"/>
              <a:t>9/1/2026</a:t>
            </a:fld>
            <a:endParaRPr lang="en-US"/>
          </a:p>
        </p:txBody>
      </p:sp>
      <p:sp>
        <p:nvSpPr>
          <p:cNvPr id="3" name="Footer Placeholder 2"/>
          <p:cNvSpPr>
            <a:spLocks noGrp="1"/>
          </p:cNvSpPr>
          <p:nvPr>
            <p:ph type="ftr" sz="quarter" idx="11"/>
          </p:nvPr>
        </p:nvSpPr>
        <p:spPr/>
        <p:txBody>
          <a:bodyPr/>
          <a:lstStyle/>
          <a:p>
            <a:r>
              <a:rPr lang="en-US"/>
              <a:t>Lic. Gustavo E. Escandell</a:t>
            </a:r>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7235076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EB4229C-8E79-4303-8134-E918ABFEF0B5}" type="datetime1">
              <a:rPr lang="en-US" smtClean="0"/>
              <a:t>9/1/2026</a:t>
            </a:fld>
            <a:endParaRPr lang="en-US"/>
          </a:p>
        </p:txBody>
      </p:sp>
      <p:sp>
        <p:nvSpPr>
          <p:cNvPr id="6" name="Footer Placeholder 5"/>
          <p:cNvSpPr>
            <a:spLocks noGrp="1"/>
          </p:cNvSpPr>
          <p:nvPr>
            <p:ph type="ftr" sz="quarter" idx="11"/>
          </p:nvPr>
        </p:nvSpPr>
        <p:spPr/>
        <p:txBody>
          <a:bodyPr/>
          <a:lstStyle/>
          <a:p>
            <a:r>
              <a:rPr lang="en-US"/>
              <a:t>Lic. Gustavo E. Escandell</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766405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F289069-618E-4744-914D-4160531F8C98}" type="datetime1">
              <a:rPr lang="en-US" smtClean="0"/>
              <a:t>9/1/2026</a:t>
            </a:fld>
            <a:endParaRPr lang="en-US"/>
          </a:p>
        </p:txBody>
      </p:sp>
      <p:sp>
        <p:nvSpPr>
          <p:cNvPr id="6" name="Footer Placeholder 5"/>
          <p:cNvSpPr>
            <a:spLocks noGrp="1"/>
          </p:cNvSpPr>
          <p:nvPr>
            <p:ph type="ftr" sz="quarter" idx="11"/>
          </p:nvPr>
        </p:nvSpPr>
        <p:spPr/>
        <p:txBody>
          <a:bodyPr/>
          <a:lstStyle/>
          <a:p>
            <a:r>
              <a:rPr lang="en-US"/>
              <a:t>Lic. Gustavo E. Escandell</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1376741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6E67103-BE67-4E95-AB9A-68BEAF8E3E92}"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9293616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26DB262-F58B-48C5-83E8-952E77C5A8B3}"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515057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7E002D3-1D07-4F4D-A946-80C7337DBE46}"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1757084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F2F560F-DC49-4DF4-BFB3-8887D19A9ACF}"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670173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86C8BDC-DD8B-4D60-80D8-E92325D199FE}"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2434485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1CCE0A9-0A86-40B9-A075-13AEFF53AC34}"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2851391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7D2AF87-176D-4160-8508-89069D7643BD}"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0220844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DBD7883-49D2-4335-8CB1-3A79EB088673}"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433081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6A08F5-C204-4D46-9DD7-C0372E1EF833}"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6153365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9A17087-C609-478F-984F-B000BA5E1BF5}"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20937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B2264F9-2C7B-45E6-BDB4-815F19D462CB}" type="datetime1">
              <a:rPr lang="en-US" smtClean="0"/>
              <a:t>9/1/2026</a:t>
            </a:fld>
            <a:endParaRPr lang="en-US"/>
          </a:p>
        </p:txBody>
      </p:sp>
      <p:sp>
        <p:nvSpPr>
          <p:cNvPr id="6" name="Footer Placeholder 5"/>
          <p:cNvSpPr>
            <a:spLocks noGrp="1"/>
          </p:cNvSpPr>
          <p:nvPr>
            <p:ph type="ftr" sz="quarter" idx="11"/>
          </p:nvPr>
        </p:nvSpPr>
        <p:spPr/>
        <p:txBody>
          <a:bodyPr/>
          <a:lstStyle/>
          <a:p>
            <a:r>
              <a:rPr lang="en-US"/>
              <a:t>Lic. Gustavo E. Escandell</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60121740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89CEA37-CF01-4EAE-B9E7-2B9F21772260}" type="datetime1">
              <a:rPr lang="en-US" smtClean="0"/>
              <a:t>9/1/2026</a:t>
            </a:fld>
            <a:endParaRPr lang="en-US"/>
          </a:p>
        </p:txBody>
      </p:sp>
      <p:sp>
        <p:nvSpPr>
          <p:cNvPr id="8" name="Footer Placeholder 7"/>
          <p:cNvSpPr>
            <a:spLocks noGrp="1"/>
          </p:cNvSpPr>
          <p:nvPr>
            <p:ph type="ftr" sz="quarter" idx="11"/>
          </p:nvPr>
        </p:nvSpPr>
        <p:spPr/>
        <p:txBody>
          <a:bodyPr/>
          <a:lstStyle/>
          <a:p>
            <a:r>
              <a:rPr lang="en-US"/>
              <a:t>Lic. Gustavo E. Escandell</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8011941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42CAE69-C045-437A-A172-423FD6B856D1}" type="datetime1">
              <a:rPr lang="en-US" smtClean="0"/>
              <a:t>9/1/2026</a:t>
            </a:fld>
            <a:endParaRPr lang="en-US"/>
          </a:p>
        </p:txBody>
      </p:sp>
      <p:sp>
        <p:nvSpPr>
          <p:cNvPr id="4" name="Footer Placeholder 3"/>
          <p:cNvSpPr>
            <a:spLocks noGrp="1"/>
          </p:cNvSpPr>
          <p:nvPr>
            <p:ph type="ftr" sz="quarter" idx="11"/>
          </p:nvPr>
        </p:nvSpPr>
        <p:spPr/>
        <p:txBody>
          <a:bodyPr/>
          <a:lstStyle/>
          <a:p>
            <a:r>
              <a:rPr lang="en-US"/>
              <a:t>Lic. Gustavo E. Escandell</a:t>
            </a:r>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43386781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6F34D04-131B-4ADE-A290-6BB8A9C9A3D4}" type="datetime1">
              <a:rPr lang="en-US" smtClean="0"/>
              <a:t>9/1/2026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Lic. Gustavo E. Escandell</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4920038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04298B6-0CB1-409B-8DD5-D7887D5D7491}" type="datetime1">
              <a:rPr lang="en-US" smtClean="0"/>
              <a:t>9/1/2026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Lic. Gustavo E. Escandell</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224611479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94F095F-1166-42B8-A9FB-B8CBF83D86B1}" type="datetime1">
              <a:rPr lang="en-US" smtClean="0"/>
              <a:t>9/1/2026</a:t>
            </a:fld>
            <a:endParaRPr lang="en-US"/>
          </a:p>
        </p:txBody>
      </p:sp>
      <p:sp>
        <p:nvSpPr>
          <p:cNvPr id="6" name="Footer Placeholder 5"/>
          <p:cNvSpPr>
            <a:spLocks noGrp="1"/>
          </p:cNvSpPr>
          <p:nvPr>
            <p:ph type="ftr" sz="quarter" idx="11"/>
          </p:nvPr>
        </p:nvSpPr>
        <p:spPr/>
        <p:txBody>
          <a:bodyPr/>
          <a:lstStyle/>
          <a:p>
            <a:r>
              <a:rPr lang="en-US"/>
              <a:t>Lic. Gustavo E. Escandell</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0549391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704A296-E45A-46A7-96CC-586529D02419}"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2759636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E9FAE32-394E-4E3D-B6D0-219BD7C21AFD}" type="datetime1">
              <a:rPr lang="en-US" smtClean="0"/>
              <a:t>9/1/2026</a:t>
            </a:fld>
            <a:endParaRPr lang="en-US"/>
          </a:p>
        </p:txBody>
      </p:sp>
      <p:sp>
        <p:nvSpPr>
          <p:cNvPr id="5" name="Footer Placeholder 4"/>
          <p:cNvSpPr>
            <a:spLocks noGrp="1"/>
          </p:cNvSpPr>
          <p:nvPr>
            <p:ph type="ftr" sz="quarter" idx="11"/>
          </p:nvPr>
        </p:nvSpPr>
        <p:spPr/>
        <p:txBody>
          <a:bodyPr/>
          <a:lstStyle/>
          <a:p>
            <a:r>
              <a:rPr lang="en-US"/>
              <a:t>Lic. Gustavo E. Escandell</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800361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2.jpe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image" Target="../media/image1.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theme" Target="../theme/theme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4.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B2CBC2BC-5B88-4D17-B404-4546A369EFD0}" type="datetime1">
              <a:rPr lang="en-US" smtClean="0"/>
              <a:t>9/1/2026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Lic. Gustavo E. Escandell</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‹Nº›</a:t>
            </a:fld>
            <a:endParaRPr lang="en-US"/>
          </a:p>
        </p:txBody>
      </p:sp>
      <p:pic>
        <p:nvPicPr>
          <p:cNvPr id="7" name="object 12">
            <a:extLst>
              <a:ext uri="{FF2B5EF4-FFF2-40B4-BE49-F238E27FC236}">
                <a16:creationId xmlns:a16="http://schemas.microsoft.com/office/drawing/2014/main" id="{05B5687A-C1D1-95EA-5D44-6FF71B6345BB}"/>
              </a:ext>
            </a:extLst>
          </p:cNvPr>
          <p:cNvPicPr/>
          <p:nvPr userDrawn="1"/>
        </p:nvPicPr>
        <p:blipFill>
          <a:blip r:embed="rId13"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352988536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AR"/>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s-AR"/>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AR"/>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0C8933F-FBEF-4B30-9B36-5D48FCB6C6F1}" type="datetime1">
              <a:rPr lang="en-US" smtClean="0"/>
              <a:t>9/1/2026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Lic. Gustavo E. Escandell</a:t>
            </a:r>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C057153-B650-4DEB-B370-79DDCFDCE934}" type="slidenum">
              <a:rPr lang="en-US" smtClean="0"/>
              <a:t>‹Nº›</a:t>
            </a:fld>
            <a:endParaRPr lang="en-US"/>
          </a:p>
        </p:txBody>
      </p:sp>
      <p:pic>
        <p:nvPicPr>
          <p:cNvPr id="9" name="object 12">
            <a:extLst>
              <a:ext uri="{FF2B5EF4-FFF2-40B4-BE49-F238E27FC236}">
                <a16:creationId xmlns:a16="http://schemas.microsoft.com/office/drawing/2014/main" id="{13B90408-3AF1-A3C4-FFB0-43FD817024CC}"/>
              </a:ext>
            </a:extLst>
          </p:cNvPr>
          <p:cNvPicPr/>
          <p:nvPr userDrawn="1"/>
        </p:nvPicPr>
        <p:blipFill>
          <a:blip r:embed="rId20"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2072831472"/>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Lst>
  <p:hf sldNum="0" hd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FA1A3C0-2883-424F-8B70-27DBD1C09470}" type="datetime1">
              <a:rPr lang="en-US" smtClean="0"/>
              <a:t>9/1/2026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Lic. Gustavo E. Escandell</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C057153-B650-4DEB-B370-79DDCFDCE934}" type="slidenum">
              <a:rPr lang="en-US" smtClean="0"/>
              <a:t>‹Nº›</a:t>
            </a:fld>
            <a:endParaRPr lang="en-US"/>
          </a:p>
        </p:txBody>
      </p:sp>
      <p:pic>
        <p:nvPicPr>
          <p:cNvPr id="8" name="object 12">
            <a:extLst>
              <a:ext uri="{FF2B5EF4-FFF2-40B4-BE49-F238E27FC236}">
                <a16:creationId xmlns:a16="http://schemas.microsoft.com/office/drawing/2014/main" id="{E2F8F530-BC6E-71DA-DEEC-F5057A8EBA27}"/>
              </a:ext>
            </a:extLst>
          </p:cNvPr>
          <p:cNvPicPr/>
          <p:nvPr userDrawn="1"/>
        </p:nvPicPr>
        <p:blipFill>
          <a:blip r:embed="rId18"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986645689"/>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7DD16C1-C239-43A7-95AF-4E8F21547FD9}" type="datetime1">
              <a:rPr lang="en-US" smtClean="0"/>
              <a:t>9/1/2026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Lic. Gustavo E. Escandell</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C057153-B650-4DEB-B370-79DDCFDCE934}" type="slidenum">
              <a:rPr lang="en-US" smtClean="0"/>
              <a:t>‹Nº›</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8" name="object 12">
            <a:extLst>
              <a:ext uri="{FF2B5EF4-FFF2-40B4-BE49-F238E27FC236}">
                <a16:creationId xmlns:a16="http://schemas.microsoft.com/office/drawing/2014/main" id="{DC4643AF-C56E-75AF-9D33-C1756324B918}"/>
              </a:ext>
            </a:extLst>
          </p:cNvPr>
          <p:cNvPicPr/>
          <p:nvPr userDrawn="1"/>
        </p:nvPicPr>
        <p:blipFill>
          <a:blip r:embed="rId13"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666708211"/>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9.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1.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slideLayout" Target="../slideLayouts/slideLayout2.xml"/><Relationship Id="rId1" Type="http://schemas.openxmlformats.org/officeDocument/2006/relationships/video" Target="https://www.youtube.com/embed/Og-9VoWfdtM?feature=oembed" TargetMode="External"/><Relationship Id="rId5" Type="http://schemas.openxmlformats.org/officeDocument/2006/relationships/image" Target="../media/image1.png"/><Relationship Id="rId4" Type="http://schemas.openxmlformats.org/officeDocument/2006/relationships/image" Target="../media/image57.jpeg"/></Relationships>
</file>

<file path=ppt/slides/_rels/slide2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2.jpe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1.png"/><Relationship Id="rId7" Type="http://schemas.openxmlformats.org/officeDocument/2006/relationships/diagramColors" Target="../diagrams/colors8.xml"/><Relationship Id="rId2" Type="http://schemas.openxmlformats.org/officeDocument/2006/relationships/image" Target="../media/image2.jpeg"/><Relationship Id="rId1" Type="http://schemas.openxmlformats.org/officeDocument/2006/relationships/slideLayout" Target="../slideLayouts/slideLayout13.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2.jpeg"/><Relationship Id="rId1" Type="http://schemas.openxmlformats.org/officeDocument/2006/relationships/slideLayout" Target="../slideLayouts/slideLayout1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2.jpeg"/><Relationship Id="rId1" Type="http://schemas.openxmlformats.org/officeDocument/2006/relationships/slideLayout" Target="../slideLayouts/slideLayout13.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2.jpeg"/><Relationship Id="rId1" Type="http://schemas.openxmlformats.org/officeDocument/2006/relationships/slideLayout" Target="../slideLayouts/slideLayout13.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2.jpeg"/><Relationship Id="rId1" Type="http://schemas.openxmlformats.org/officeDocument/2006/relationships/slideLayout" Target="../slideLayouts/slideLayout13.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2.jpeg"/><Relationship Id="rId1" Type="http://schemas.openxmlformats.org/officeDocument/2006/relationships/slideLayout" Target="../slideLayouts/slideLayout13.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13.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107.jpeg"/><Relationship Id="rId2" Type="http://schemas.openxmlformats.org/officeDocument/2006/relationships/video" Target="https://www.youtube.com/embed/jSzHLc1oBoY?feature=oembed" TargetMode="External"/><Relationship Id="rId1" Type="http://schemas.openxmlformats.org/officeDocument/2006/relationships/video" Target="https://www.youtube.com/embed/Pmdps2kK_5M?feature=oembed" TargetMode="External"/><Relationship Id="rId6" Type="http://schemas.openxmlformats.org/officeDocument/2006/relationships/image" Target="../media/image1.png"/><Relationship Id="rId5" Type="http://schemas.openxmlformats.org/officeDocument/2006/relationships/image" Target="../media/image106.jpeg"/><Relationship Id="rId4" Type="http://schemas.openxmlformats.org/officeDocument/2006/relationships/image" Target="../media/image2.jpeg"/></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2.jpeg"/><Relationship Id="rId1" Type="http://schemas.openxmlformats.org/officeDocument/2006/relationships/slideLayout" Target="../slideLayouts/slideLayout13.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8.jpeg"/><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3" Type="http://schemas.openxmlformats.org/officeDocument/2006/relationships/image" Target="../media/image110.svg"/><Relationship Id="rId2" Type="http://schemas.openxmlformats.org/officeDocument/2006/relationships/image" Target="../media/image109.png"/><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30.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30.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30.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39.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20.xml"/><Relationship Id="rId7" Type="http://schemas.openxmlformats.org/officeDocument/2006/relationships/image" Target="../media/image1.png"/><Relationship Id="rId2" Type="http://schemas.openxmlformats.org/officeDocument/2006/relationships/diagramData" Target="../diagrams/data20.xml"/><Relationship Id="rId1" Type="http://schemas.openxmlformats.org/officeDocument/2006/relationships/slideLayout" Target="../slideLayouts/slideLayout30.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21.xml"/><Relationship Id="rId7" Type="http://schemas.openxmlformats.org/officeDocument/2006/relationships/image" Target="../media/image141.png"/><Relationship Id="rId2" Type="http://schemas.openxmlformats.org/officeDocument/2006/relationships/diagramData" Target="../diagrams/data21.xml"/><Relationship Id="rId1" Type="http://schemas.openxmlformats.org/officeDocument/2006/relationships/slideLayout" Target="../slideLayouts/slideLayout30.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44.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2.jpeg"/><Relationship Id="rId1" Type="http://schemas.openxmlformats.org/officeDocument/2006/relationships/slideLayout" Target="../slideLayouts/slideLayout30.xml"/></Relationships>
</file>

<file path=ppt/slides/_rels/slide45.xml.rels><?xml version="1.0" encoding="UTF-8" standalone="yes"?>
<Relationships xmlns="http://schemas.openxmlformats.org/package/2006/relationships"><Relationship Id="rId2" Type="http://schemas.openxmlformats.org/officeDocument/2006/relationships/image" Target="../media/image143.jpeg"/><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video" Target="https://www.youtube.com/embed/T9Ea6rm4Q9w?feature=oembed" TargetMode="External"/><Relationship Id="rId1" Type="http://schemas.openxmlformats.org/officeDocument/2006/relationships/video" Target="https://www.youtube.com/embed/ueAaIEr0PY4?feature=oembed" TargetMode="External"/><Relationship Id="rId5" Type="http://schemas.openxmlformats.org/officeDocument/2006/relationships/image" Target="../media/image145.jpeg"/><Relationship Id="rId4" Type="http://schemas.openxmlformats.org/officeDocument/2006/relationships/image" Target="../media/image144.jpeg"/></Relationships>
</file>

<file path=ppt/slides/_rels/slide48.xml.rels><?xml version="1.0" encoding="UTF-8" standalone="yes"?>
<Relationships xmlns="http://schemas.openxmlformats.org/package/2006/relationships"><Relationship Id="rId2" Type="http://schemas.openxmlformats.org/officeDocument/2006/relationships/image" Target="../media/image146.jpeg"/><Relationship Id="rId1" Type="http://schemas.openxmlformats.org/officeDocument/2006/relationships/slideLayout" Target="../slideLayouts/slideLayout46.xml"/></Relationships>
</file>

<file path=ppt/slides/_rels/slide4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38.jpeg"/><Relationship Id="rId1" Type="http://schemas.openxmlformats.org/officeDocument/2006/relationships/slideLayout" Target="../slideLayouts/slideLayout46.xml"/></Relationships>
</file>

<file path=ppt/slides/_rels/slide50.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image" Target="../media/image147.jpeg"/><Relationship Id="rId1" Type="http://schemas.openxmlformats.org/officeDocument/2006/relationships/slideLayout" Target="../slideLayouts/slideLayout46.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image" Target="../media/image141.png"/><Relationship Id="rId2" Type="http://schemas.openxmlformats.org/officeDocument/2006/relationships/diagramData" Target="../diagrams/data23.xml"/><Relationship Id="rId1" Type="http://schemas.openxmlformats.org/officeDocument/2006/relationships/slideLayout" Target="../slideLayouts/slideLayout46.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46.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46.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26.xml"/><Relationship Id="rId7" Type="http://schemas.openxmlformats.org/officeDocument/2006/relationships/image" Target="../media/image141.png"/><Relationship Id="rId2" Type="http://schemas.openxmlformats.org/officeDocument/2006/relationships/diagramData" Target="../diagrams/data26.xml"/><Relationship Id="rId1" Type="http://schemas.openxmlformats.org/officeDocument/2006/relationships/slideLayout" Target="../slideLayouts/slideLayout46.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55.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46.xml"/></Relationships>
</file>

<file path=ppt/slides/_rels/slide5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66.jpeg"/><Relationship Id="rId1" Type="http://schemas.openxmlformats.org/officeDocument/2006/relationships/slideLayout" Target="../slideLayouts/slideLayout46.xml"/></Relationships>
</file>

<file path=ppt/slides/_rels/slide57.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67.jpeg"/><Relationship Id="rId1" Type="http://schemas.openxmlformats.org/officeDocument/2006/relationships/slideLayout" Target="../slideLayouts/slideLayout46.xml"/></Relationships>
</file>

<file path=ppt/slides/_rels/slide58.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68.jpeg"/><Relationship Id="rId1" Type="http://schemas.openxmlformats.org/officeDocument/2006/relationships/slideLayout" Target="../slideLayouts/slideLayout46.xml"/></Relationships>
</file>

<file path=ppt/slides/_rels/slide59.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46.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46.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61.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46.xml"/></Relationships>
</file>

<file path=ppt/slides/_rels/slide62.xml.rels><?xml version="1.0" encoding="UTF-8" standalone="yes"?>
<Relationships xmlns="http://schemas.openxmlformats.org/package/2006/relationships"><Relationship Id="rId3" Type="http://schemas.openxmlformats.org/officeDocument/2006/relationships/image" Target="../media/image184.svg"/><Relationship Id="rId2" Type="http://schemas.openxmlformats.org/officeDocument/2006/relationships/image" Target="../media/image183.png"/><Relationship Id="rId1" Type="http://schemas.openxmlformats.org/officeDocument/2006/relationships/slideLayout" Target="../slideLayouts/slideLayout46.xml"/><Relationship Id="rId4" Type="http://schemas.openxmlformats.org/officeDocument/2006/relationships/image" Target="../media/image141.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video" Target="https://www.youtube.com/embed/PXCS0LOB5qw?feature=oembed" TargetMode="External"/><Relationship Id="rId1" Type="http://schemas.openxmlformats.org/officeDocument/2006/relationships/video" Target="https://www.youtube.com/embed/JAVcVpcqD3Q?feature=oembed" TargetMode="External"/><Relationship Id="rId6" Type="http://schemas.openxmlformats.org/officeDocument/2006/relationships/image" Target="../media/image141.png"/><Relationship Id="rId5" Type="http://schemas.openxmlformats.org/officeDocument/2006/relationships/image" Target="../media/image186.jpeg"/><Relationship Id="rId4" Type="http://schemas.openxmlformats.org/officeDocument/2006/relationships/image" Target="../media/image185.jpeg"/></Relationships>
</file>

<file path=ppt/slides/_rels/slide64.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2EF321A-8ECF-6921-9A20-25C2174AA3CA}"/>
              </a:ext>
            </a:extLst>
          </p:cNvPr>
          <p:cNvPicPr>
            <a:picLocks noChangeAspect="1"/>
          </p:cNvPicPr>
          <p:nvPr/>
        </p:nvPicPr>
        <p:blipFill>
          <a:blip r:embed="rId2">
            <a:alphaModFix amt="60000"/>
          </a:blip>
          <a:srcRect t="29626" b="14124"/>
          <a:stretch>
            <a:fillRect/>
          </a:stretch>
        </p:blipFill>
        <p:spPr>
          <a:xfrm>
            <a:off x="1" y="1"/>
            <a:ext cx="12192000" cy="6857999"/>
          </a:xfrm>
          <a:prstGeom prst="rect">
            <a:avLst/>
          </a:prstGeom>
        </p:spPr>
      </p:pic>
      <p:sp>
        <p:nvSpPr>
          <p:cNvPr id="2" name="Título 1">
            <a:extLst>
              <a:ext uri="{FF2B5EF4-FFF2-40B4-BE49-F238E27FC236}">
                <a16:creationId xmlns:a16="http://schemas.microsoft.com/office/drawing/2014/main" id="{C5FDBD3F-0753-82A6-9E48-B47EA07411FE}"/>
              </a:ext>
            </a:extLst>
          </p:cNvPr>
          <p:cNvSpPr>
            <a:spLocks noGrp="1"/>
          </p:cNvSpPr>
          <p:nvPr>
            <p:ph type="ctrTitle"/>
          </p:nvPr>
        </p:nvSpPr>
        <p:spPr>
          <a:xfrm>
            <a:off x="2301923" y="1482602"/>
            <a:ext cx="7588155" cy="2236264"/>
          </a:xfrm>
        </p:spPr>
        <p:txBody>
          <a:bodyPr>
            <a:normAutofit/>
          </a:bodyPr>
          <a:lstStyle/>
          <a:p>
            <a:r>
              <a:rPr lang="es-AR" sz="5000" dirty="0">
                <a:solidFill>
                  <a:srgbClr val="FFFFFF"/>
                </a:solidFill>
              </a:rPr>
              <a:t>Tecnología e Innovación</a:t>
            </a:r>
            <a:br>
              <a:rPr lang="es-AR" sz="5000" dirty="0">
                <a:solidFill>
                  <a:srgbClr val="FFFFFF"/>
                </a:solidFill>
              </a:rPr>
            </a:br>
            <a:r>
              <a:rPr lang="es-AR" sz="5000" dirty="0">
                <a:solidFill>
                  <a:srgbClr val="FFFFFF"/>
                </a:solidFill>
              </a:rPr>
              <a:t>2026</a:t>
            </a:r>
          </a:p>
        </p:txBody>
      </p:sp>
    </p:spTree>
    <p:extLst>
      <p:ext uri="{BB962C8B-B14F-4D97-AF65-F5344CB8AC3E}">
        <p14:creationId xmlns:p14="http://schemas.microsoft.com/office/powerpoint/2010/main" val="254789969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838138-B26A-26A6-1AC5-D901F7131C9C}"/>
              </a:ext>
            </a:extLst>
          </p:cNvPr>
          <p:cNvSpPr>
            <a:spLocks noGrp="1"/>
          </p:cNvSpPr>
          <p:nvPr>
            <p:ph type="title"/>
          </p:nvPr>
        </p:nvSpPr>
        <p:spPr>
          <a:xfrm>
            <a:off x="317084" y="548639"/>
            <a:ext cx="3959352" cy="4910051"/>
          </a:xfrm>
          <a:noFill/>
        </p:spPr>
        <p:txBody>
          <a:bodyPr anchor="ctr">
            <a:normAutofit/>
          </a:bodyPr>
          <a:lstStyle/>
          <a:p>
            <a:r>
              <a:rPr lang="es-AR" sz="4000" dirty="0"/>
              <a:t>Vamos a repasar algunos temas de la clase anterior…</a:t>
            </a:r>
          </a:p>
        </p:txBody>
      </p:sp>
      <p:graphicFrame>
        <p:nvGraphicFramePr>
          <p:cNvPr id="6" name="Rectangle 1">
            <a:extLst>
              <a:ext uri="{FF2B5EF4-FFF2-40B4-BE49-F238E27FC236}">
                <a16:creationId xmlns:a16="http://schemas.microsoft.com/office/drawing/2014/main" id="{7328C6CE-0D2F-5BA2-DB0F-26EF532994DE}"/>
              </a:ext>
            </a:extLst>
          </p:cNvPr>
          <p:cNvGraphicFramePr>
            <a:graphicFrameLocks noGrp="1"/>
          </p:cNvGraphicFramePr>
          <p:nvPr>
            <p:ph idx="1"/>
            <p:extLst>
              <p:ext uri="{D42A27DB-BD31-4B8C-83A1-F6EECF244321}">
                <p14:modId xmlns:p14="http://schemas.microsoft.com/office/powerpoint/2010/main" val="3123612063"/>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3886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9A8B77-8AE3-1B27-A0A4-1CA395750E8F}"/>
              </a:ext>
            </a:extLst>
          </p:cNvPr>
          <p:cNvSpPr>
            <a:spLocks noGrp="1"/>
          </p:cNvSpPr>
          <p:nvPr>
            <p:ph type="title"/>
          </p:nvPr>
        </p:nvSpPr>
        <p:spPr/>
        <p:txBody>
          <a:bodyPr/>
          <a:lstStyle/>
          <a:p>
            <a:r>
              <a:rPr lang="es-AR" dirty="0"/>
              <a:t>Reflexión de lo aprendido</a:t>
            </a:r>
          </a:p>
        </p:txBody>
      </p:sp>
      <p:sp>
        <p:nvSpPr>
          <p:cNvPr id="3" name="Marcador de contenido 2">
            <a:extLst>
              <a:ext uri="{FF2B5EF4-FFF2-40B4-BE49-F238E27FC236}">
                <a16:creationId xmlns:a16="http://schemas.microsoft.com/office/drawing/2014/main" id="{CAB364D2-8009-BA86-F568-F61000690896}"/>
              </a:ext>
            </a:extLst>
          </p:cNvPr>
          <p:cNvSpPr>
            <a:spLocks noGrp="1"/>
          </p:cNvSpPr>
          <p:nvPr>
            <p:ph idx="1"/>
          </p:nvPr>
        </p:nvSpPr>
        <p:spPr>
          <a:xfrm>
            <a:off x="612647" y="1715532"/>
            <a:ext cx="10927081" cy="2481564"/>
          </a:xfrm>
        </p:spPr>
        <p:txBody>
          <a:bodyPr>
            <a:noAutofit/>
          </a:bodyPr>
          <a:lstStyle/>
          <a:p>
            <a:pPr marL="0" indent="0" algn="ctr">
              <a:buNone/>
            </a:pPr>
            <a:r>
              <a:rPr lang="es-MX" sz="4000" dirty="0"/>
              <a:t>“Muchas de estas empresas existen gracias al uso inteligente de los datos y al uso de tecnologías disruptivas.”</a:t>
            </a:r>
            <a:endParaRPr lang="es-AR" sz="4000" dirty="0"/>
          </a:p>
        </p:txBody>
      </p:sp>
    </p:spTree>
    <p:extLst>
      <p:ext uri="{BB962C8B-B14F-4D97-AF65-F5344CB8AC3E}">
        <p14:creationId xmlns:p14="http://schemas.microsoft.com/office/powerpoint/2010/main" val="2470342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F0F818-BC34-2C58-C570-EEA9713D9E9B}"/>
              </a:ext>
            </a:extLst>
          </p:cNvPr>
          <p:cNvSpPr>
            <a:spLocks noGrp="1"/>
          </p:cNvSpPr>
          <p:nvPr>
            <p:ph type="title"/>
          </p:nvPr>
        </p:nvSpPr>
        <p:spPr/>
        <p:txBody>
          <a:bodyPr/>
          <a:lstStyle/>
          <a:p>
            <a:r>
              <a:rPr lang="es-AR" dirty="0"/>
              <a:t>Agenda</a:t>
            </a:r>
          </a:p>
        </p:txBody>
      </p:sp>
      <p:graphicFrame>
        <p:nvGraphicFramePr>
          <p:cNvPr id="5" name="Marcador de contenido 2">
            <a:extLst>
              <a:ext uri="{FF2B5EF4-FFF2-40B4-BE49-F238E27FC236}">
                <a16:creationId xmlns:a16="http://schemas.microsoft.com/office/drawing/2014/main" id="{ADEA34DB-ED57-A0E7-1990-EC07EFDF5BBA}"/>
              </a:ext>
            </a:extLst>
          </p:cNvPr>
          <p:cNvGraphicFramePr>
            <a:graphicFrameLocks noGrp="1"/>
          </p:cNvGraphicFramePr>
          <p:nvPr>
            <p:ph idx="1"/>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5906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655" name="Rectangle 27654">
            <a:extLst>
              <a:ext uri="{FF2B5EF4-FFF2-40B4-BE49-F238E27FC236}">
                <a16:creationId xmlns:a16="http://schemas.microsoft.com/office/drawing/2014/main" id="{7E846B4F-C734-C50A-5EFB-681FB25B1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D7830AE-C83F-4EBE-0ECB-0241C63253A2}"/>
              </a:ext>
            </a:extLst>
          </p:cNvPr>
          <p:cNvSpPr>
            <a:spLocks noGrp="1"/>
          </p:cNvSpPr>
          <p:nvPr>
            <p:ph type="title"/>
          </p:nvPr>
        </p:nvSpPr>
        <p:spPr>
          <a:xfrm>
            <a:off x="6546870" y="1255367"/>
            <a:ext cx="4540945" cy="2724433"/>
          </a:xfrm>
        </p:spPr>
        <p:txBody>
          <a:bodyPr vert="horz" lIns="91440" tIns="45720" rIns="91440" bIns="45720" rtlCol="0" anchor="b">
            <a:normAutofit/>
          </a:bodyPr>
          <a:lstStyle/>
          <a:p>
            <a:r>
              <a:rPr lang="en-US" sz="4400"/>
              <a:t>Tecnologías Disruptivas</a:t>
            </a:r>
          </a:p>
        </p:txBody>
      </p:sp>
      <p:pic>
        <p:nvPicPr>
          <p:cNvPr id="27650" name="Picture 2" descr="Tecnologías disruptivas: ejemplos en el sector legal">
            <a:extLst>
              <a:ext uri="{FF2B5EF4-FFF2-40B4-BE49-F238E27FC236}">
                <a16:creationId xmlns:a16="http://schemas.microsoft.com/office/drawing/2014/main" id="{20B4972D-04AC-6420-AE1C-1F0CD48750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712" r="15762" b="-1"/>
          <a:stretch>
            <a:fillRect/>
          </a:stretch>
        </p:blipFill>
        <p:spPr bwMode="auto">
          <a:xfrm>
            <a:off x="1190113" y="1160168"/>
            <a:ext cx="4535401" cy="4536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491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E267A9A-3339-F8E6-CD25-1670F4B86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566BA95-F40B-D1AD-A5C5-B67422DA119C}"/>
              </a:ext>
            </a:extLst>
          </p:cNvPr>
          <p:cNvSpPr>
            <a:spLocks noGrp="1"/>
          </p:cNvSpPr>
          <p:nvPr>
            <p:ph type="title"/>
          </p:nvPr>
        </p:nvSpPr>
        <p:spPr>
          <a:xfrm>
            <a:off x="6642854" y="1067039"/>
            <a:ext cx="4495995" cy="1350226"/>
          </a:xfrm>
        </p:spPr>
        <p:txBody>
          <a:bodyPr anchor="b">
            <a:normAutofit/>
          </a:bodyPr>
          <a:lstStyle/>
          <a:p>
            <a:r>
              <a:rPr lang="es-AR" sz="2800"/>
              <a:t>Tecnologías Disruptivas – Definición </a:t>
            </a:r>
          </a:p>
        </p:txBody>
      </p:sp>
      <p:pic>
        <p:nvPicPr>
          <p:cNvPr id="2050" name="Picture 2" descr="Tecnologías disruptivas: ¿Cómo sirven en mi organización?">
            <a:extLst>
              <a:ext uri="{FF2B5EF4-FFF2-40B4-BE49-F238E27FC236}">
                <a16:creationId xmlns:a16="http://schemas.microsoft.com/office/drawing/2014/main" id="{6861859C-2B6A-DBA6-4099-0C89BB0F9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449" r="17436" b="2"/>
          <a:stretch>
            <a:fillRect/>
          </a:stretch>
        </p:blipFill>
        <p:spPr bwMode="auto">
          <a:xfrm>
            <a:off x="1172676" y="1067039"/>
            <a:ext cx="4376472" cy="4404855"/>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11FECAC0-5E20-0D0B-9E0E-ED9DCE95866D}"/>
              </a:ext>
            </a:extLst>
          </p:cNvPr>
          <p:cNvSpPr>
            <a:spLocks noGrp="1"/>
          </p:cNvSpPr>
          <p:nvPr>
            <p:ph idx="1"/>
          </p:nvPr>
        </p:nvSpPr>
        <p:spPr>
          <a:xfrm>
            <a:off x="6642854" y="2501147"/>
            <a:ext cx="5096564" cy="2680454"/>
          </a:xfrm>
        </p:spPr>
        <p:txBody>
          <a:bodyPr>
            <a:normAutofit fontScale="92500"/>
          </a:bodyPr>
          <a:lstStyle/>
          <a:p>
            <a:pPr marL="0" indent="0" algn="just">
              <a:lnSpc>
                <a:spcPct val="110000"/>
              </a:lnSpc>
              <a:buNone/>
            </a:pPr>
            <a:r>
              <a:rPr lang="es-MX" sz="1800" dirty="0"/>
              <a:t>Las tecnologías disruptivas son innovaciones que transforman radicalmente industrias, mercados y comportamientos sociales, desplazando sistemas o productos establecidos. </a:t>
            </a:r>
          </a:p>
          <a:p>
            <a:pPr marL="0" indent="0" algn="just">
              <a:lnSpc>
                <a:spcPct val="110000"/>
              </a:lnSpc>
              <a:buNone/>
            </a:pPr>
            <a:r>
              <a:rPr lang="es-MX" sz="1800" dirty="0"/>
              <a:t>Se caracterizan por ofrecer soluciones más accesibles, eficientes o sencillas que, con el tiempo, redefinen los estándares del mercado y desplazan a las tecnologías tradicionales</a:t>
            </a:r>
            <a:endParaRPr lang="es-AR" sz="1800" dirty="0"/>
          </a:p>
        </p:txBody>
      </p:sp>
      <p:pic>
        <p:nvPicPr>
          <p:cNvPr id="4" name="object 12">
            <a:extLst>
              <a:ext uri="{FF2B5EF4-FFF2-40B4-BE49-F238E27FC236}">
                <a16:creationId xmlns:a16="http://schemas.microsoft.com/office/drawing/2014/main" id="{1B29ABB3-609C-79B3-4519-6ED9F8588484}"/>
              </a:ext>
            </a:extLst>
          </p:cNvPr>
          <p:cNvPicPr/>
          <p:nvPr/>
        </p:nvPicPr>
        <p:blipFill>
          <a:blip r:embed="rId3"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684665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ADE966-93AF-55B1-CD32-EB62A87C8B30}"/>
              </a:ext>
            </a:extLst>
          </p:cNvPr>
          <p:cNvSpPr>
            <a:spLocks noGrp="1"/>
          </p:cNvSpPr>
          <p:nvPr>
            <p:ph type="title"/>
          </p:nvPr>
        </p:nvSpPr>
        <p:spPr/>
        <p:txBody>
          <a:bodyPr/>
          <a:lstStyle/>
          <a:p>
            <a:r>
              <a:rPr lang="es-AR" dirty="0"/>
              <a:t>Importancia</a:t>
            </a:r>
          </a:p>
        </p:txBody>
      </p:sp>
      <p:graphicFrame>
        <p:nvGraphicFramePr>
          <p:cNvPr id="5" name="Marcador de contenido 2">
            <a:extLst>
              <a:ext uri="{FF2B5EF4-FFF2-40B4-BE49-F238E27FC236}">
                <a16:creationId xmlns:a16="http://schemas.microsoft.com/office/drawing/2014/main" id="{E434208C-1858-CD42-0A3B-4F67AC48AE47}"/>
              </a:ext>
            </a:extLst>
          </p:cNvPr>
          <p:cNvGraphicFramePr>
            <a:graphicFrameLocks noGrp="1"/>
          </p:cNvGraphicFramePr>
          <p:nvPr>
            <p:ph idx="1"/>
            <p:extLst>
              <p:ext uri="{D42A27DB-BD31-4B8C-83A1-F6EECF244321}">
                <p14:modId xmlns:p14="http://schemas.microsoft.com/office/powerpoint/2010/main" val="1129255461"/>
              </p:ext>
            </p:extLst>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91567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58154EF-D7D8-282E-C349-53DAB423FBAF}"/>
              </a:ext>
            </a:extLst>
          </p:cNvPr>
          <p:cNvSpPr>
            <a:spLocks noGrp="1"/>
          </p:cNvSpPr>
          <p:nvPr>
            <p:ph type="title"/>
          </p:nvPr>
        </p:nvSpPr>
        <p:spPr>
          <a:xfrm>
            <a:off x="7123007" y="603501"/>
            <a:ext cx="4361693" cy="1527049"/>
          </a:xfrm>
        </p:spPr>
        <p:txBody>
          <a:bodyPr anchor="b">
            <a:normAutofit/>
          </a:bodyPr>
          <a:lstStyle/>
          <a:p>
            <a:r>
              <a:rPr lang="es-AR"/>
              <a:t>Características</a:t>
            </a:r>
            <a:endParaRPr lang="es-AR" dirty="0"/>
          </a:p>
        </p:txBody>
      </p:sp>
      <p:pic>
        <p:nvPicPr>
          <p:cNvPr id="5" name="Picture 4">
            <a:extLst>
              <a:ext uri="{FF2B5EF4-FFF2-40B4-BE49-F238E27FC236}">
                <a16:creationId xmlns:a16="http://schemas.microsoft.com/office/drawing/2014/main" id="{B0DB0B71-7A92-616F-F660-3EDCFC7A3971}"/>
              </a:ext>
            </a:extLst>
          </p:cNvPr>
          <p:cNvPicPr>
            <a:picLocks noChangeAspect="1"/>
          </p:cNvPicPr>
          <p:nvPr/>
        </p:nvPicPr>
        <p:blipFill>
          <a:blip r:embed="rId2"/>
          <a:srcRect l="24024" r="4185" b="-1"/>
          <a:stretch>
            <a:fillRect/>
          </a:stretch>
        </p:blipFill>
        <p:spPr>
          <a:xfrm>
            <a:off x="1" y="10"/>
            <a:ext cx="6373368" cy="6857990"/>
          </a:xfrm>
          <a:prstGeom prst="rect">
            <a:avLst/>
          </a:prstGeom>
        </p:spPr>
      </p:pic>
      <p:sp>
        <p:nvSpPr>
          <p:cNvPr id="3" name="Marcador de contenido 2">
            <a:extLst>
              <a:ext uri="{FF2B5EF4-FFF2-40B4-BE49-F238E27FC236}">
                <a16:creationId xmlns:a16="http://schemas.microsoft.com/office/drawing/2014/main" id="{5BAF4225-670F-124A-02E9-E9EDC15744F0}"/>
              </a:ext>
            </a:extLst>
          </p:cNvPr>
          <p:cNvSpPr>
            <a:spLocks noGrp="1"/>
          </p:cNvSpPr>
          <p:nvPr>
            <p:ph idx="1"/>
          </p:nvPr>
        </p:nvSpPr>
        <p:spPr>
          <a:xfrm>
            <a:off x="7123007" y="2212846"/>
            <a:ext cx="4361693" cy="4096514"/>
          </a:xfrm>
        </p:spPr>
        <p:txBody>
          <a:bodyPr>
            <a:normAutofit/>
          </a:bodyPr>
          <a:lstStyle/>
          <a:p>
            <a:r>
              <a:rPr lang="es-AR" sz="1800" b="1"/>
              <a:t>Accesibilidad y Menor Costo</a:t>
            </a:r>
          </a:p>
          <a:p>
            <a:r>
              <a:rPr lang="es-AR" sz="1800" b="1"/>
              <a:t>Innovación Radical</a:t>
            </a:r>
          </a:p>
          <a:p>
            <a:r>
              <a:rPr lang="es-AR" sz="1800" b="1"/>
              <a:t>Evolución Rápida</a:t>
            </a:r>
          </a:p>
          <a:p>
            <a:r>
              <a:rPr lang="es-AR" sz="1800" b="1"/>
              <a:t>Creación de Nuevos Mercados</a:t>
            </a:r>
          </a:p>
          <a:p>
            <a:r>
              <a:rPr lang="es-AR" sz="1800" b="1"/>
              <a:t>Adopción Generalizada</a:t>
            </a:r>
            <a:endParaRPr lang="es-AR" sz="1800"/>
          </a:p>
        </p:txBody>
      </p:sp>
      <p:pic>
        <p:nvPicPr>
          <p:cNvPr id="7" name="object 12">
            <a:extLst>
              <a:ext uri="{FF2B5EF4-FFF2-40B4-BE49-F238E27FC236}">
                <a16:creationId xmlns:a16="http://schemas.microsoft.com/office/drawing/2014/main" id="{A5BCC39C-52B7-4F19-E0F8-3300C85C096E}"/>
              </a:ext>
            </a:extLst>
          </p:cNvPr>
          <p:cNvPicPr/>
          <p:nvPr/>
        </p:nvPicPr>
        <p:blipFill>
          <a:blip r:embed="rId3"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924690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78">
            <a:extLst>
              <a:ext uri="{FF2B5EF4-FFF2-40B4-BE49-F238E27FC236}">
                <a16:creationId xmlns:a16="http://schemas.microsoft.com/office/drawing/2014/main" id="{4E267A9A-3339-F8E6-CD25-1670F4B86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8DA75DF-0A23-917B-31E7-EB5D75B3675F}"/>
              </a:ext>
            </a:extLst>
          </p:cNvPr>
          <p:cNvSpPr>
            <a:spLocks noGrp="1"/>
          </p:cNvSpPr>
          <p:nvPr>
            <p:ph type="title"/>
          </p:nvPr>
        </p:nvSpPr>
        <p:spPr>
          <a:xfrm>
            <a:off x="6642854" y="1067039"/>
            <a:ext cx="4495995" cy="1350226"/>
          </a:xfrm>
        </p:spPr>
        <p:txBody>
          <a:bodyPr anchor="b">
            <a:normAutofit/>
          </a:bodyPr>
          <a:lstStyle/>
          <a:p>
            <a:r>
              <a:rPr lang="es-AR" dirty="0"/>
              <a:t>Accesibilidad y Menor Costo</a:t>
            </a:r>
          </a:p>
        </p:txBody>
      </p:sp>
      <p:pic>
        <p:nvPicPr>
          <p:cNvPr id="3074" name="Picture 2" descr="Tecnología disruptiva: Qué es, significado y ejemplos">
            <a:extLst>
              <a:ext uri="{FF2B5EF4-FFF2-40B4-BE49-F238E27FC236}">
                <a16:creationId xmlns:a16="http://schemas.microsoft.com/office/drawing/2014/main" id="{6D7C1B11-6DF0-0B73-D1CD-5954A9E64F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225" r="9660" b="2"/>
          <a:stretch>
            <a:fillRect/>
          </a:stretch>
        </p:blipFill>
        <p:spPr bwMode="auto">
          <a:xfrm>
            <a:off x="1172675" y="1067039"/>
            <a:ext cx="4618525" cy="4648478"/>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8E9CF143-2EC9-BB03-54F0-7AEE0671DEE7}"/>
              </a:ext>
            </a:extLst>
          </p:cNvPr>
          <p:cNvSpPr>
            <a:spLocks noGrp="1"/>
          </p:cNvSpPr>
          <p:nvPr>
            <p:ph idx="1"/>
          </p:nvPr>
        </p:nvSpPr>
        <p:spPr>
          <a:xfrm>
            <a:off x="6642854" y="2501146"/>
            <a:ext cx="4495996" cy="3214371"/>
          </a:xfrm>
        </p:spPr>
        <p:txBody>
          <a:bodyPr>
            <a:normAutofit/>
          </a:bodyPr>
          <a:lstStyle/>
          <a:p>
            <a:pPr marL="0" indent="0">
              <a:buNone/>
            </a:pPr>
            <a:r>
              <a:rPr lang="es-MX" sz="1800"/>
              <a:t>Suelen iniciar en segmentos de mercado de gama baja o nichos, siendo más asequibles y fáciles de usar que las soluciones dominantes.</a:t>
            </a:r>
            <a:endParaRPr lang="es-AR" sz="1800"/>
          </a:p>
        </p:txBody>
      </p:sp>
      <p:pic>
        <p:nvPicPr>
          <p:cNvPr id="4" name="object 12">
            <a:extLst>
              <a:ext uri="{FF2B5EF4-FFF2-40B4-BE49-F238E27FC236}">
                <a16:creationId xmlns:a16="http://schemas.microsoft.com/office/drawing/2014/main" id="{20476775-CB76-5CF0-1B2B-0EBF0C1BE2C6}"/>
              </a:ext>
            </a:extLst>
          </p:cNvPr>
          <p:cNvPicPr/>
          <p:nvPr/>
        </p:nvPicPr>
        <p:blipFill>
          <a:blip r:embed="rId3"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560710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06351-06CE-57B9-FB4E-6570C32C2E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AA6F21-100E-23FE-4878-5E1F74D1AECF}"/>
              </a:ext>
            </a:extLst>
          </p:cNvPr>
          <p:cNvSpPr>
            <a:spLocks noGrp="1"/>
          </p:cNvSpPr>
          <p:nvPr>
            <p:ph type="title"/>
          </p:nvPr>
        </p:nvSpPr>
        <p:spPr>
          <a:xfrm>
            <a:off x="6642854" y="1067039"/>
            <a:ext cx="4495995" cy="1350226"/>
          </a:xfrm>
        </p:spPr>
        <p:txBody>
          <a:bodyPr anchor="b">
            <a:normAutofit/>
          </a:bodyPr>
          <a:lstStyle/>
          <a:p>
            <a:r>
              <a:rPr lang="es-AR" dirty="0"/>
              <a:t>Innovación Radical</a:t>
            </a:r>
          </a:p>
        </p:txBody>
      </p:sp>
      <p:pic>
        <p:nvPicPr>
          <p:cNvPr id="3074" name="Picture 2" descr="Tecnología disruptiva: Qué es, significado y ejemplos">
            <a:extLst>
              <a:ext uri="{FF2B5EF4-FFF2-40B4-BE49-F238E27FC236}">
                <a16:creationId xmlns:a16="http://schemas.microsoft.com/office/drawing/2014/main" id="{B7CD5F39-4239-BCC3-72A0-3FA5480B6D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225" r="9660" b="2"/>
          <a:stretch>
            <a:fillRect/>
          </a:stretch>
        </p:blipFill>
        <p:spPr bwMode="auto">
          <a:xfrm>
            <a:off x="1172675" y="1067039"/>
            <a:ext cx="4618525" cy="4648478"/>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8A041804-1399-18A0-1141-5F32FA383B87}"/>
              </a:ext>
            </a:extLst>
          </p:cNvPr>
          <p:cNvSpPr>
            <a:spLocks noGrp="1"/>
          </p:cNvSpPr>
          <p:nvPr>
            <p:ph idx="1"/>
          </p:nvPr>
        </p:nvSpPr>
        <p:spPr>
          <a:xfrm>
            <a:off x="6642854" y="2501146"/>
            <a:ext cx="4495996" cy="3214371"/>
          </a:xfrm>
        </p:spPr>
        <p:txBody>
          <a:bodyPr>
            <a:normAutofit/>
          </a:bodyPr>
          <a:lstStyle/>
          <a:p>
            <a:pPr marL="0" indent="0">
              <a:buNone/>
            </a:pPr>
            <a:r>
              <a:rPr lang="es-MX" dirty="0"/>
              <a:t>Transforman o sustituyen productos, servicios y modelos de negocio existentes, provocando un cambio profundo en el mercado (por ejemplo, el paso de la fotografía de carrete a la digital).</a:t>
            </a:r>
            <a:endParaRPr lang="es-AR" sz="1800" dirty="0"/>
          </a:p>
        </p:txBody>
      </p:sp>
      <p:pic>
        <p:nvPicPr>
          <p:cNvPr id="4" name="object 12">
            <a:extLst>
              <a:ext uri="{FF2B5EF4-FFF2-40B4-BE49-F238E27FC236}">
                <a16:creationId xmlns:a16="http://schemas.microsoft.com/office/drawing/2014/main" id="{5FD9F496-39ED-BAFC-8A16-A03CA9C6C34A}"/>
              </a:ext>
            </a:extLst>
          </p:cNvPr>
          <p:cNvPicPr/>
          <p:nvPr/>
        </p:nvPicPr>
        <p:blipFill>
          <a:blip r:embed="rId3"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306587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2CC22-8978-187B-FD97-5120E897153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B7AAB8E-9AA5-EE86-ED7B-E71AC9197A5E}"/>
              </a:ext>
            </a:extLst>
          </p:cNvPr>
          <p:cNvSpPr>
            <a:spLocks noGrp="1"/>
          </p:cNvSpPr>
          <p:nvPr>
            <p:ph type="title"/>
          </p:nvPr>
        </p:nvSpPr>
        <p:spPr>
          <a:xfrm>
            <a:off x="6642854" y="1067039"/>
            <a:ext cx="4495995" cy="1350226"/>
          </a:xfrm>
        </p:spPr>
        <p:txBody>
          <a:bodyPr anchor="b">
            <a:normAutofit/>
          </a:bodyPr>
          <a:lstStyle/>
          <a:p>
            <a:r>
              <a:rPr lang="es-AR" dirty="0"/>
              <a:t>Evolución Rápida</a:t>
            </a:r>
          </a:p>
        </p:txBody>
      </p:sp>
      <p:pic>
        <p:nvPicPr>
          <p:cNvPr id="3074" name="Picture 2" descr="Tecnología disruptiva: Qué es, significado y ejemplos">
            <a:extLst>
              <a:ext uri="{FF2B5EF4-FFF2-40B4-BE49-F238E27FC236}">
                <a16:creationId xmlns:a16="http://schemas.microsoft.com/office/drawing/2014/main" id="{41FDDD04-7DD2-7F5C-B406-2AF7F4B3A2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225" r="9660" b="2"/>
          <a:stretch>
            <a:fillRect/>
          </a:stretch>
        </p:blipFill>
        <p:spPr bwMode="auto">
          <a:xfrm>
            <a:off x="1172675" y="1067039"/>
            <a:ext cx="4618525" cy="4648478"/>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3767A9CC-E3C4-F180-3B41-235539756F96}"/>
              </a:ext>
            </a:extLst>
          </p:cNvPr>
          <p:cNvSpPr>
            <a:spLocks noGrp="1"/>
          </p:cNvSpPr>
          <p:nvPr>
            <p:ph idx="1"/>
          </p:nvPr>
        </p:nvSpPr>
        <p:spPr>
          <a:xfrm>
            <a:off x="6642854" y="2501146"/>
            <a:ext cx="4495996" cy="3214371"/>
          </a:xfrm>
        </p:spPr>
        <p:txBody>
          <a:bodyPr>
            <a:normAutofit/>
          </a:bodyPr>
          <a:lstStyle/>
          <a:p>
            <a:pPr marL="0" indent="0">
              <a:buNone/>
            </a:pPr>
            <a:r>
              <a:rPr lang="es-MX" dirty="0"/>
              <a:t>Aunque comienzan con un rendimiento inferior, mejoran velozmente hasta superar a las tecnologías tradicionales.</a:t>
            </a:r>
            <a:endParaRPr lang="es-AR" sz="1800" dirty="0"/>
          </a:p>
        </p:txBody>
      </p:sp>
      <p:pic>
        <p:nvPicPr>
          <p:cNvPr id="4" name="object 12">
            <a:extLst>
              <a:ext uri="{FF2B5EF4-FFF2-40B4-BE49-F238E27FC236}">
                <a16:creationId xmlns:a16="http://schemas.microsoft.com/office/drawing/2014/main" id="{B40819D6-C97D-81E7-8B8D-D0564D2E4A6D}"/>
              </a:ext>
            </a:extLst>
          </p:cNvPr>
          <p:cNvPicPr/>
          <p:nvPr/>
        </p:nvPicPr>
        <p:blipFill>
          <a:blip r:embed="rId3"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904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92862-151D-1B09-9117-04879391AA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172B72-4E7B-6086-566E-31D63B0B45FD}"/>
              </a:ext>
            </a:extLst>
          </p:cNvPr>
          <p:cNvSpPr>
            <a:spLocks noGrp="1"/>
          </p:cNvSpPr>
          <p:nvPr>
            <p:ph type="title"/>
          </p:nvPr>
        </p:nvSpPr>
        <p:spPr>
          <a:xfrm>
            <a:off x="6642854" y="1067039"/>
            <a:ext cx="4495995" cy="1350226"/>
          </a:xfrm>
        </p:spPr>
        <p:txBody>
          <a:bodyPr anchor="b">
            <a:normAutofit/>
          </a:bodyPr>
          <a:lstStyle/>
          <a:p>
            <a:r>
              <a:rPr lang="es-AR" dirty="0"/>
              <a:t>Creación de Nuevos Mercados</a:t>
            </a:r>
          </a:p>
        </p:txBody>
      </p:sp>
      <p:pic>
        <p:nvPicPr>
          <p:cNvPr id="3074" name="Picture 2" descr="Tecnología disruptiva: Qué es, significado y ejemplos">
            <a:extLst>
              <a:ext uri="{FF2B5EF4-FFF2-40B4-BE49-F238E27FC236}">
                <a16:creationId xmlns:a16="http://schemas.microsoft.com/office/drawing/2014/main" id="{0B747B2E-9307-33AE-DD92-C64260A346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225" r="9660" b="2"/>
          <a:stretch>
            <a:fillRect/>
          </a:stretch>
        </p:blipFill>
        <p:spPr bwMode="auto">
          <a:xfrm>
            <a:off x="1172675" y="1067039"/>
            <a:ext cx="4618525" cy="4648478"/>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00541F96-FDB2-F0A6-8FF7-1CF26C3FC0B7}"/>
              </a:ext>
            </a:extLst>
          </p:cNvPr>
          <p:cNvSpPr>
            <a:spLocks noGrp="1"/>
          </p:cNvSpPr>
          <p:nvPr>
            <p:ph idx="1"/>
          </p:nvPr>
        </p:nvSpPr>
        <p:spPr>
          <a:xfrm>
            <a:off x="6642854" y="2501146"/>
            <a:ext cx="4495996" cy="3214371"/>
          </a:xfrm>
        </p:spPr>
        <p:txBody>
          <a:bodyPr>
            <a:normAutofit/>
          </a:bodyPr>
          <a:lstStyle/>
          <a:p>
            <a:pPr marL="0" indent="0">
              <a:buNone/>
            </a:pPr>
            <a:r>
              <a:rPr lang="es-MX" dirty="0"/>
              <a:t>No solo mejoran lo existente, sino que generan nuevas industrias y redes de valor.</a:t>
            </a:r>
            <a:endParaRPr lang="es-AR" sz="1800" dirty="0"/>
          </a:p>
        </p:txBody>
      </p:sp>
      <p:pic>
        <p:nvPicPr>
          <p:cNvPr id="4" name="object 12">
            <a:extLst>
              <a:ext uri="{FF2B5EF4-FFF2-40B4-BE49-F238E27FC236}">
                <a16:creationId xmlns:a16="http://schemas.microsoft.com/office/drawing/2014/main" id="{E75D5C4F-1747-5A14-F0DF-DDDF4313A16E}"/>
              </a:ext>
            </a:extLst>
          </p:cNvPr>
          <p:cNvPicPr/>
          <p:nvPr/>
        </p:nvPicPr>
        <p:blipFill>
          <a:blip r:embed="rId3"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3631416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232D-F841-C791-ECA8-426A3208BB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EC68FAA-C829-71AB-6868-3C4E99BD6B9F}"/>
              </a:ext>
            </a:extLst>
          </p:cNvPr>
          <p:cNvSpPr>
            <a:spLocks noGrp="1"/>
          </p:cNvSpPr>
          <p:nvPr>
            <p:ph type="title"/>
          </p:nvPr>
        </p:nvSpPr>
        <p:spPr>
          <a:xfrm>
            <a:off x="6642854" y="1067039"/>
            <a:ext cx="4495995" cy="1350226"/>
          </a:xfrm>
        </p:spPr>
        <p:txBody>
          <a:bodyPr anchor="b">
            <a:normAutofit/>
          </a:bodyPr>
          <a:lstStyle/>
          <a:p>
            <a:r>
              <a:rPr lang="es-AR" dirty="0"/>
              <a:t>Adopción Generalizada</a:t>
            </a:r>
          </a:p>
        </p:txBody>
      </p:sp>
      <p:pic>
        <p:nvPicPr>
          <p:cNvPr id="3074" name="Picture 2" descr="Tecnología disruptiva: Qué es, significado y ejemplos">
            <a:extLst>
              <a:ext uri="{FF2B5EF4-FFF2-40B4-BE49-F238E27FC236}">
                <a16:creationId xmlns:a16="http://schemas.microsoft.com/office/drawing/2014/main" id="{ECB6C6E2-3DE3-373B-05B8-F92BBDA18A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225" r="9660" b="2"/>
          <a:stretch>
            <a:fillRect/>
          </a:stretch>
        </p:blipFill>
        <p:spPr bwMode="auto">
          <a:xfrm>
            <a:off x="1172675" y="1067039"/>
            <a:ext cx="4618525" cy="4648478"/>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9F4C0FFA-0B6B-61A7-BA8A-9376087D5855}"/>
              </a:ext>
            </a:extLst>
          </p:cNvPr>
          <p:cNvSpPr>
            <a:spLocks noGrp="1"/>
          </p:cNvSpPr>
          <p:nvPr>
            <p:ph idx="1"/>
          </p:nvPr>
        </p:nvSpPr>
        <p:spPr>
          <a:xfrm>
            <a:off x="6642854" y="2501146"/>
            <a:ext cx="4495996" cy="3214371"/>
          </a:xfrm>
        </p:spPr>
        <p:txBody>
          <a:bodyPr>
            <a:normAutofit/>
          </a:bodyPr>
          <a:lstStyle/>
          <a:p>
            <a:pPr marL="0" indent="0">
              <a:buNone/>
            </a:pPr>
            <a:r>
              <a:rPr lang="es-MX" dirty="0"/>
              <a:t>Con el tiempo, se convierten en el nuevo estándar, cambiando el comportamiento del consumidor.</a:t>
            </a:r>
            <a:endParaRPr lang="es-AR" sz="1800" dirty="0"/>
          </a:p>
        </p:txBody>
      </p:sp>
      <p:pic>
        <p:nvPicPr>
          <p:cNvPr id="4" name="object 12">
            <a:extLst>
              <a:ext uri="{FF2B5EF4-FFF2-40B4-BE49-F238E27FC236}">
                <a16:creationId xmlns:a16="http://schemas.microsoft.com/office/drawing/2014/main" id="{7DE71992-DA48-57FF-CC54-29BF03E468BF}"/>
              </a:ext>
            </a:extLst>
          </p:cNvPr>
          <p:cNvPicPr/>
          <p:nvPr/>
        </p:nvPicPr>
        <p:blipFill>
          <a:blip r:embed="rId3"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4183151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A466FCC-26A6-AD0C-513D-472AAABEC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F48AF6F-BAD0-5052-D6D9-93A0E3575439}"/>
              </a:ext>
            </a:extLst>
          </p:cNvPr>
          <p:cNvSpPr>
            <a:spLocks noGrp="1"/>
          </p:cNvSpPr>
          <p:nvPr>
            <p:ph type="title"/>
          </p:nvPr>
        </p:nvSpPr>
        <p:spPr>
          <a:xfrm>
            <a:off x="612650" y="1252728"/>
            <a:ext cx="2905613" cy="4768815"/>
          </a:xfrm>
        </p:spPr>
        <p:txBody>
          <a:bodyPr>
            <a:normAutofit/>
          </a:bodyPr>
          <a:lstStyle/>
          <a:p>
            <a:r>
              <a:rPr lang="es-AR" sz="3200"/>
              <a:t>Cómo implementar tecnologías disruptivas en una empresa</a:t>
            </a:r>
          </a:p>
        </p:txBody>
      </p:sp>
      <p:graphicFrame>
        <p:nvGraphicFramePr>
          <p:cNvPr id="5" name="Marcador de contenido 2">
            <a:extLst>
              <a:ext uri="{FF2B5EF4-FFF2-40B4-BE49-F238E27FC236}">
                <a16:creationId xmlns:a16="http://schemas.microsoft.com/office/drawing/2014/main" id="{7E26C038-B8BA-40DB-67DD-86C41DE12FE0}"/>
              </a:ext>
            </a:extLst>
          </p:cNvPr>
          <p:cNvGraphicFramePr>
            <a:graphicFrameLocks noGrp="1"/>
          </p:cNvGraphicFramePr>
          <p:nvPr>
            <p:ph idx="1"/>
            <p:extLst>
              <p:ext uri="{D42A27DB-BD31-4B8C-83A1-F6EECF244321}">
                <p14:modId xmlns:p14="http://schemas.microsoft.com/office/powerpoint/2010/main" val="2935461901"/>
              </p:ext>
            </p:extLst>
          </p:nvPr>
        </p:nvGraphicFramePr>
        <p:xfrm>
          <a:off x="4021483" y="1252728"/>
          <a:ext cx="7536203" cy="47688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object 12">
            <a:extLst>
              <a:ext uri="{FF2B5EF4-FFF2-40B4-BE49-F238E27FC236}">
                <a16:creationId xmlns:a16="http://schemas.microsoft.com/office/drawing/2014/main" id="{BA07143F-FAB5-7B3D-CA2A-AF94A0BCDC20}"/>
              </a:ext>
            </a:extLst>
          </p:cNvPr>
          <p:cNvPicPr/>
          <p:nvPr/>
        </p:nvPicPr>
        <p:blipFill>
          <a:blip r:embed="rId7"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3488702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5ABF93-3648-347E-81B2-0C7262E2B146}"/>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DE239FB-D735-EC14-50B1-417620E63A33}"/>
              </a:ext>
            </a:extLst>
          </p:cNvPr>
          <p:cNvSpPr>
            <a:spLocks noGrp="1"/>
          </p:cNvSpPr>
          <p:nvPr>
            <p:ph type="title"/>
          </p:nvPr>
        </p:nvSpPr>
        <p:spPr>
          <a:xfrm>
            <a:off x="1524000" y="548640"/>
            <a:ext cx="9160475" cy="1132258"/>
          </a:xfrm>
        </p:spPr>
        <p:txBody>
          <a:bodyPr anchor="ctr">
            <a:normAutofit/>
          </a:bodyPr>
          <a:lstStyle/>
          <a:p>
            <a:pPr algn="ctr"/>
            <a:r>
              <a:rPr lang="es-AR" dirty="0"/>
              <a:t>Cómo implementar tecnologías disruptivas en una empresa</a:t>
            </a:r>
            <a:endParaRPr lang="es-AR"/>
          </a:p>
        </p:txBody>
      </p:sp>
      <p:pic>
        <p:nvPicPr>
          <p:cNvPr id="4" name="object 12">
            <a:extLst>
              <a:ext uri="{FF2B5EF4-FFF2-40B4-BE49-F238E27FC236}">
                <a16:creationId xmlns:a16="http://schemas.microsoft.com/office/drawing/2014/main" id="{47D05689-6450-1C59-1B21-A26DA557DA25}"/>
              </a:ext>
            </a:extLst>
          </p:cNvPr>
          <p:cNvPicPr/>
          <p:nvPr/>
        </p:nvPicPr>
        <p:blipFill>
          <a:blip r:embed="rId2" cstate="print"/>
          <a:stretch>
            <a:fillRect/>
          </a:stretch>
        </p:blipFill>
        <p:spPr>
          <a:xfrm>
            <a:off x="10658764" y="-66"/>
            <a:ext cx="1533236" cy="748211"/>
          </a:xfrm>
          <a:prstGeom prst="rect">
            <a:avLst/>
          </a:prstGeom>
        </p:spPr>
      </p:pic>
      <p:graphicFrame>
        <p:nvGraphicFramePr>
          <p:cNvPr id="5" name="Marcador de contenido 2">
            <a:extLst>
              <a:ext uri="{FF2B5EF4-FFF2-40B4-BE49-F238E27FC236}">
                <a16:creationId xmlns:a16="http://schemas.microsoft.com/office/drawing/2014/main" id="{F18FA96C-11D4-53F1-414C-993A8D186547}"/>
              </a:ext>
            </a:extLst>
          </p:cNvPr>
          <p:cNvGraphicFramePr>
            <a:graphicFrameLocks noGrp="1"/>
          </p:cNvGraphicFramePr>
          <p:nvPr>
            <p:ph idx="1"/>
            <p:extLst>
              <p:ext uri="{D42A27DB-BD31-4B8C-83A1-F6EECF244321}">
                <p14:modId xmlns:p14="http://schemas.microsoft.com/office/powerpoint/2010/main" val="2098883606"/>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8972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D03F677-4899-1ABA-69BA-4FF21673AACC}"/>
              </a:ext>
            </a:extLst>
          </p:cNvPr>
          <p:cNvSpPr>
            <a:spLocks noGrp="1"/>
          </p:cNvSpPr>
          <p:nvPr>
            <p:ph type="title"/>
          </p:nvPr>
        </p:nvSpPr>
        <p:spPr>
          <a:xfrm>
            <a:off x="4977985" y="70104"/>
            <a:ext cx="3727866" cy="749046"/>
          </a:xfrm>
        </p:spPr>
        <p:txBody>
          <a:bodyPr anchor="b">
            <a:normAutofit/>
          </a:bodyPr>
          <a:lstStyle/>
          <a:p>
            <a:r>
              <a:rPr lang="es-AR" dirty="0"/>
              <a:t>Beneficios</a:t>
            </a:r>
          </a:p>
        </p:txBody>
      </p:sp>
      <p:pic>
        <p:nvPicPr>
          <p:cNvPr id="5" name="Picture 4" descr="Gráfico económico digital">
            <a:extLst>
              <a:ext uri="{FF2B5EF4-FFF2-40B4-BE49-F238E27FC236}">
                <a16:creationId xmlns:a16="http://schemas.microsoft.com/office/drawing/2014/main" id="{92706CC4-27E6-5F37-1181-B1EC5D153D2F}"/>
              </a:ext>
            </a:extLst>
          </p:cNvPr>
          <p:cNvPicPr>
            <a:picLocks noChangeAspect="1"/>
          </p:cNvPicPr>
          <p:nvPr/>
        </p:nvPicPr>
        <p:blipFill>
          <a:blip r:embed="rId2"/>
          <a:srcRect l="37506" r="22219"/>
          <a:stretch>
            <a:fillRect/>
          </a:stretch>
        </p:blipFill>
        <p:spPr>
          <a:xfrm>
            <a:off x="20" y="10"/>
            <a:ext cx="4910308" cy="6857990"/>
          </a:xfrm>
          <a:prstGeom prst="rect">
            <a:avLst/>
          </a:prstGeom>
        </p:spPr>
      </p:pic>
      <p:sp>
        <p:nvSpPr>
          <p:cNvPr id="3" name="Marcador de contenido 2">
            <a:extLst>
              <a:ext uri="{FF2B5EF4-FFF2-40B4-BE49-F238E27FC236}">
                <a16:creationId xmlns:a16="http://schemas.microsoft.com/office/drawing/2014/main" id="{5591D74E-DE2D-13B6-7F1D-054A81AF91A2}"/>
              </a:ext>
            </a:extLst>
          </p:cNvPr>
          <p:cNvSpPr>
            <a:spLocks noGrp="1"/>
          </p:cNvSpPr>
          <p:nvPr>
            <p:ph idx="1"/>
          </p:nvPr>
        </p:nvSpPr>
        <p:spPr>
          <a:xfrm>
            <a:off x="5268060" y="1041614"/>
            <a:ext cx="6831576" cy="5816385"/>
          </a:xfrm>
        </p:spPr>
        <p:txBody>
          <a:bodyPr>
            <a:noAutofit/>
          </a:bodyPr>
          <a:lstStyle/>
          <a:p>
            <a:pPr algn="just">
              <a:lnSpc>
                <a:spcPct val="150000"/>
              </a:lnSpc>
            </a:pPr>
            <a:r>
              <a:rPr lang="es-MX" sz="1200" b="1" dirty="0">
                <a:latin typeface="Verdana" panose="020B0604030504040204" pitchFamily="34" charset="0"/>
                <a:ea typeface="Verdana" panose="020B0604030504040204" pitchFamily="34" charset="0"/>
              </a:rPr>
              <a:t>Innovación y Creación de Nuevos Mercados</a:t>
            </a:r>
            <a:r>
              <a:rPr lang="es-MX" sz="1200" dirty="0">
                <a:latin typeface="Verdana" panose="020B0604030504040204" pitchFamily="34" charset="0"/>
                <a:ea typeface="Verdana" panose="020B0604030504040204" pitchFamily="34" charset="0"/>
              </a:rPr>
              <a:t>: Las tecnologías disruptivas fomentan la creación de productos y servicios innovadores que antes no existían. Esto puede abrir nuevas oportunidades de negocio y generar crecimiento económico. Además, permite que empresas nuevas y emergentes pueden competir con gigantes establecidos, lo que promueve una mayor innovación y mejora en los productos y servicios ofrecidos.</a:t>
            </a:r>
          </a:p>
          <a:p>
            <a:pPr algn="just">
              <a:lnSpc>
                <a:spcPct val="150000"/>
              </a:lnSpc>
            </a:pPr>
            <a:r>
              <a:rPr lang="es-MX" sz="1200" b="1" dirty="0">
                <a:latin typeface="Verdana" panose="020B0604030504040204" pitchFamily="34" charset="0"/>
                <a:ea typeface="Verdana" panose="020B0604030504040204" pitchFamily="34" charset="0"/>
              </a:rPr>
              <a:t>Eficiencia y Productividad</a:t>
            </a:r>
            <a:r>
              <a:rPr lang="es-MX" sz="1200" dirty="0">
                <a:latin typeface="Verdana" panose="020B0604030504040204" pitchFamily="34" charset="0"/>
                <a:ea typeface="Verdana" panose="020B0604030504040204" pitchFamily="34" charset="0"/>
              </a:rPr>
              <a:t>: La adopción de tecnologías como la inteligencia artificial y la robótica puede automatizar tareas repetitivas, liberando recursos humanos para tareas más complejas y creativas​. También puede optimizar procesos y reducir costos operativos, haciendo que las empresas sean más eficientes y rentables​.</a:t>
            </a:r>
          </a:p>
          <a:p>
            <a:pPr algn="just">
              <a:lnSpc>
                <a:spcPct val="150000"/>
              </a:lnSpc>
            </a:pPr>
            <a:r>
              <a:rPr lang="es-MX" sz="1200" b="1" dirty="0">
                <a:latin typeface="Verdana" panose="020B0604030504040204" pitchFamily="34" charset="0"/>
                <a:ea typeface="Verdana" panose="020B0604030504040204" pitchFamily="34" charset="0"/>
              </a:rPr>
              <a:t>Mejora en la Calidad de Vida</a:t>
            </a:r>
            <a:r>
              <a:rPr lang="es-MX" sz="1200" dirty="0">
                <a:latin typeface="Verdana" panose="020B0604030504040204" pitchFamily="34" charset="0"/>
                <a:ea typeface="Verdana" panose="020B0604030504040204" pitchFamily="34" charset="0"/>
              </a:rPr>
              <a:t>: El uso de tecnologías disruptivas en el campo de la medicina, como la </a:t>
            </a:r>
            <a:r>
              <a:rPr lang="es-MX" sz="1200" u="sng" dirty="0">
                <a:latin typeface="Verdana" panose="020B0604030504040204" pitchFamily="34" charset="0"/>
                <a:ea typeface="Verdana" panose="020B0604030504040204" pitchFamily="34" charset="0"/>
              </a:rPr>
              <a:t>biotecnología</a:t>
            </a:r>
            <a:r>
              <a:rPr lang="es-MX" sz="1200" dirty="0">
                <a:latin typeface="Verdana" panose="020B0604030504040204" pitchFamily="34" charset="0"/>
                <a:ea typeface="Verdana" panose="020B0604030504040204" pitchFamily="34" charset="0"/>
              </a:rPr>
              <a:t> y la telemedicina, mejoran el diagnóstico, tratamiento y monitoreo de enfermedades, aumentando la expectativa y calidad de vida​.</a:t>
            </a:r>
          </a:p>
          <a:p>
            <a:pPr algn="just">
              <a:lnSpc>
                <a:spcPct val="150000"/>
              </a:lnSpc>
            </a:pPr>
            <a:r>
              <a:rPr lang="es-MX" sz="1200" b="1" dirty="0">
                <a:latin typeface="Verdana" panose="020B0604030504040204" pitchFamily="34" charset="0"/>
                <a:ea typeface="Verdana" panose="020B0604030504040204" pitchFamily="34" charset="0"/>
              </a:rPr>
              <a:t>Transformación Digital y Adaptabilidad</a:t>
            </a:r>
            <a:r>
              <a:rPr lang="es-MX" sz="1200" dirty="0">
                <a:latin typeface="Verdana" panose="020B0604030504040204" pitchFamily="34" charset="0"/>
                <a:ea typeface="Verdana" panose="020B0604030504040204" pitchFamily="34" charset="0"/>
              </a:rPr>
              <a:t>: La adopción de tecnologías disruptivas en las empresas facilita el </a:t>
            </a:r>
            <a:r>
              <a:rPr lang="es-MX" sz="1200" u="sng" dirty="0" err="1">
                <a:latin typeface="Verdana" panose="020B0604030504040204" pitchFamily="34" charset="0"/>
                <a:ea typeface="Verdana" panose="020B0604030504040204" pitchFamily="34" charset="0"/>
              </a:rPr>
              <a:t>smart</a:t>
            </a:r>
            <a:r>
              <a:rPr lang="es-MX" sz="1200" u="sng" dirty="0">
                <a:latin typeface="Verdana" panose="020B0604030504040204" pitchFamily="34" charset="0"/>
                <a:ea typeface="Verdana" panose="020B0604030504040204" pitchFamily="34" charset="0"/>
              </a:rPr>
              <a:t> </a:t>
            </a:r>
            <a:r>
              <a:rPr lang="es-MX" sz="1200" u="sng" dirty="0" err="1">
                <a:latin typeface="Verdana" panose="020B0604030504040204" pitchFamily="34" charset="0"/>
                <a:ea typeface="Verdana" panose="020B0604030504040204" pitchFamily="34" charset="0"/>
              </a:rPr>
              <a:t>working</a:t>
            </a:r>
            <a:r>
              <a:rPr lang="es-MX" sz="1200" dirty="0">
                <a:latin typeface="Verdana" panose="020B0604030504040204" pitchFamily="34" charset="0"/>
                <a:ea typeface="Verdana" panose="020B0604030504040204" pitchFamily="34" charset="0"/>
              </a:rPr>
              <a:t>, lo que mejora el equilibrio entre la vida laboral y personal y aumentando la satisfacción del empleado​.</a:t>
            </a:r>
          </a:p>
        </p:txBody>
      </p:sp>
      <p:pic>
        <p:nvPicPr>
          <p:cNvPr id="4" name="object 12">
            <a:extLst>
              <a:ext uri="{FF2B5EF4-FFF2-40B4-BE49-F238E27FC236}">
                <a16:creationId xmlns:a16="http://schemas.microsoft.com/office/drawing/2014/main" id="{4F592ACC-3405-84E1-79A9-865162BB4128}"/>
              </a:ext>
            </a:extLst>
          </p:cNvPr>
          <p:cNvPicPr/>
          <p:nvPr/>
        </p:nvPicPr>
        <p:blipFill>
          <a:blip r:embed="rId3"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10770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87C9BE-49C5-1A35-3641-424B7C673CB0}"/>
              </a:ext>
            </a:extLst>
          </p:cNvPr>
          <p:cNvSpPr>
            <a:spLocks noGrp="1"/>
          </p:cNvSpPr>
          <p:nvPr>
            <p:ph type="title"/>
          </p:nvPr>
        </p:nvSpPr>
        <p:spPr/>
        <p:txBody>
          <a:bodyPr/>
          <a:lstStyle/>
          <a:p>
            <a:r>
              <a:rPr lang="es-AR"/>
              <a:t>Ejemplos actuales</a:t>
            </a:r>
            <a:endParaRPr lang="es-AR" dirty="0"/>
          </a:p>
        </p:txBody>
      </p:sp>
      <p:graphicFrame>
        <p:nvGraphicFramePr>
          <p:cNvPr id="5" name="Marcador de contenido 2">
            <a:extLst>
              <a:ext uri="{FF2B5EF4-FFF2-40B4-BE49-F238E27FC236}">
                <a16:creationId xmlns:a16="http://schemas.microsoft.com/office/drawing/2014/main" id="{AE343934-252A-6888-D252-3759540BF95E}"/>
              </a:ext>
            </a:extLst>
          </p:cNvPr>
          <p:cNvGraphicFramePr>
            <a:graphicFrameLocks noGrp="1"/>
          </p:cNvGraphicFramePr>
          <p:nvPr>
            <p:ph idx="1"/>
            <p:extLst>
              <p:ext uri="{D42A27DB-BD31-4B8C-83A1-F6EECF244321}">
                <p14:modId xmlns:p14="http://schemas.microsoft.com/office/powerpoint/2010/main" val="272701558"/>
              </p:ext>
            </p:extLst>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01015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8749137-D4A9-65FC-FC04-ED23659A5F83}"/>
              </a:ext>
            </a:extLst>
          </p:cNvPr>
          <p:cNvSpPr>
            <a:spLocks noGrp="1"/>
          </p:cNvSpPr>
          <p:nvPr>
            <p:ph type="title"/>
          </p:nvPr>
        </p:nvSpPr>
        <p:spPr>
          <a:xfrm>
            <a:off x="612648" y="548640"/>
            <a:ext cx="10945037" cy="1133856"/>
          </a:xfrm>
        </p:spPr>
        <p:txBody>
          <a:bodyPr anchor="t">
            <a:normAutofit/>
          </a:bodyPr>
          <a:lstStyle/>
          <a:p>
            <a:r>
              <a:rPr lang="es-AR" dirty="0"/>
              <a:t>Ventajas de Tecnologías disruptivas</a:t>
            </a:r>
            <a:endParaRPr lang="es-AR"/>
          </a:p>
        </p:txBody>
      </p:sp>
      <p:graphicFrame>
        <p:nvGraphicFramePr>
          <p:cNvPr id="5" name="Marcador de contenido 2">
            <a:extLst>
              <a:ext uri="{FF2B5EF4-FFF2-40B4-BE49-F238E27FC236}">
                <a16:creationId xmlns:a16="http://schemas.microsoft.com/office/drawing/2014/main" id="{20906278-E72F-87F6-4768-F187C7B169EF}"/>
              </a:ext>
            </a:extLst>
          </p:cNvPr>
          <p:cNvGraphicFramePr>
            <a:graphicFrameLocks noGrp="1"/>
          </p:cNvGraphicFramePr>
          <p:nvPr>
            <p:ph idx="1"/>
            <p:extLst>
              <p:ext uri="{D42A27DB-BD31-4B8C-83A1-F6EECF244321}">
                <p14:modId xmlns:p14="http://schemas.microsoft.com/office/powerpoint/2010/main" val="792346817"/>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object 12">
            <a:extLst>
              <a:ext uri="{FF2B5EF4-FFF2-40B4-BE49-F238E27FC236}">
                <a16:creationId xmlns:a16="http://schemas.microsoft.com/office/drawing/2014/main" id="{4A8804D4-1CC2-1FFF-325C-7326F6AADD4C}"/>
              </a:ext>
            </a:extLst>
          </p:cNvPr>
          <p:cNvPicPr/>
          <p:nvPr/>
        </p:nvPicPr>
        <p:blipFill>
          <a:blip r:embed="rId7"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1122908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E2A190B-743B-ABA3-D950-051D3CDE1379}"/>
              </a:ext>
            </a:extLst>
          </p:cNvPr>
          <p:cNvSpPr>
            <a:spLocks noGrp="1"/>
          </p:cNvSpPr>
          <p:nvPr>
            <p:ph type="title"/>
          </p:nvPr>
        </p:nvSpPr>
        <p:spPr>
          <a:xfrm>
            <a:off x="510074" y="1635260"/>
            <a:ext cx="3348297" cy="2241755"/>
          </a:xfrm>
        </p:spPr>
        <p:txBody>
          <a:bodyPr vert="horz" lIns="91440" tIns="45720" rIns="91440" bIns="45720" rtlCol="0" anchor="b">
            <a:normAutofit/>
          </a:bodyPr>
          <a:lstStyle/>
          <a:p>
            <a:r>
              <a:rPr lang="en-US" sz="3700"/>
              <a:t>Sitio de Interés de Tecnologías Disruptivas</a:t>
            </a:r>
          </a:p>
        </p:txBody>
      </p:sp>
      <p:pic>
        <p:nvPicPr>
          <p:cNvPr id="4" name="Elementos multimedia en línea 3" title="Todo lo que debes saber sobre tecnologías disruptivas">
            <a:hlinkClick r:id="" action="ppaction://media"/>
            <a:extLst>
              <a:ext uri="{FF2B5EF4-FFF2-40B4-BE49-F238E27FC236}">
                <a16:creationId xmlns:a16="http://schemas.microsoft.com/office/drawing/2014/main" id="{2143BE12-5337-BFB5-CEF7-E565E04D92E8}"/>
              </a:ext>
            </a:extLst>
          </p:cNvPr>
          <p:cNvPicPr>
            <a:picLocks noGrp="1" noRot="1" noChangeAspect="1"/>
          </p:cNvPicPr>
          <p:nvPr>
            <p:ph idx="1"/>
            <a:videoFile r:link="rId1"/>
          </p:nvPr>
        </p:nvPicPr>
        <p:blipFill>
          <a:blip r:embed="rId4"/>
          <a:stretch>
            <a:fillRect/>
          </a:stretch>
        </p:blipFill>
        <p:spPr>
          <a:xfrm>
            <a:off x="4344099" y="1337568"/>
            <a:ext cx="7390808" cy="4175806"/>
          </a:xfrm>
          <a:prstGeom prst="rect">
            <a:avLst/>
          </a:prstGeom>
        </p:spPr>
      </p:pic>
      <p:pic>
        <p:nvPicPr>
          <p:cNvPr id="5" name="object 12">
            <a:extLst>
              <a:ext uri="{FF2B5EF4-FFF2-40B4-BE49-F238E27FC236}">
                <a16:creationId xmlns:a16="http://schemas.microsoft.com/office/drawing/2014/main" id="{D7C98E7F-20D8-D482-6BB0-B1271E8BD5F0}"/>
              </a:ext>
            </a:extLst>
          </p:cNvPr>
          <p:cNvPicPr/>
          <p:nvPr/>
        </p:nvPicPr>
        <p:blipFill>
          <a:blip r:embed="rId5"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3145257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6503EB0F-2257-4A3E-A73B-E1DE769B4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77012B2A-0D78-433A-8C68-8889D3DCD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0" name="Freeform 5">
              <a:extLst>
                <a:ext uri="{FF2B5EF4-FFF2-40B4-BE49-F238E27FC236}">
                  <a16:creationId xmlns:a16="http://schemas.microsoft.com/office/drawing/2014/main" id="{119D0202-ED3F-47CC-90E9-4E963BCDAB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AR"/>
            </a:p>
          </p:txBody>
        </p:sp>
      </p:grpSp>
      <p:sp>
        <p:nvSpPr>
          <p:cNvPr id="12" name="Rectangle 11">
            <a:extLst>
              <a:ext uri="{FF2B5EF4-FFF2-40B4-BE49-F238E27FC236}">
                <a16:creationId xmlns:a16="http://schemas.microsoft.com/office/drawing/2014/main" id="{670D6F2B-93AF-47D6-9378-5E54BE0AC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useBgFill="1">
        <p:nvSpPr>
          <p:cNvPr id="14" name="Rectangle 13">
            <a:extLst>
              <a:ext uri="{FF2B5EF4-FFF2-40B4-BE49-F238E27FC236}">
                <a16:creationId xmlns:a16="http://schemas.microsoft.com/office/drawing/2014/main" id="{491A5E26-1F21-459D-8C03-ADB057B09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Vista angular de circuito con forma de cerebro">
            <a:extLst>
              <a:ext uri="{FF2B5EF4-FFF2-40B4-BE49-F238E27FC236}">
                <a16:creationId xmlns:a16="http://schemas.microsoft.com/office/drawing/2014/main" id="{DCA4AF1D-9DA7-6FED-600D-C212F3E0DC5E}"/>
              </a:ext>
            </a:extLst>
          </p:cNvPr>
          <p:cNvPicPr>
            <a:picLocks noChangeAspect="1"/>
          </p:cNvPicPr>
          <p:nvPr/>
        </p:nvPicPr>
        <p:blipFill>
          <a:blip r:embed="rId3">
            <a:alphaModFix amt="40000"/>
          </a:blip>
          <a:srcRect t="19355"/>
          <a:stretch>
            <a:fillRect/>
          </a:stretch>
        </p:blipFill>
        <p:spPr>
          <a:xfrm>
            <a:off x="20" y="10"/>
            <a:ext cx="12191980" cy="6857990"/>
          </a:xfrm>
          <a:prstGeom prst="rect">
            <a:avLst/>
          </a:prstGeom>
        </p:spPr>
      </p:pic>
      <p:sp>
        <p:nvSpPr>
          <p:cNvPr id="2" name="Título 1">
            <a:extLst>
              <a:ext uri="{FF2B5EF4-FFF2-40B4-BE49-F238E27FC236}">
                <a16:creationId xmlns:a16="http://schemas.microsoft.com/office/drawing/2014/main" id="{4112358E-8C79-EF2F-6AD2-9C2B9F72ACC4}"/>
              </a:ext>
            </a:extLst>
          </p:cNvPr>
          <p:cNvSpPr>
            <a:spLocks noGrp="1"/>
          </p:cNvSpPr>
          <p:nvPr>
            <p:ph type="title"/>
          </p:nvPr>
        </p:nvSpPr>
        <p:spPr>
          <a:xfrm>
            <a:off x="1154955" y="2099733"/>
            <a:ext cx="8825658" cy="2677648"/>
          </a:xfrm>
        </p:spPr>
        <p:txBody>
          <a:bodyPr vert="horz" lIns="91440" tIns="45720" rIns="91440" bIns="45720" rtlCol="0" anchor="b">
            <a:normAutofit/>
          </a:bodyPr>
          <a:lstStyle/>
          <a:p>
            <a:r>
              <a:rPr lang="en-US" sz="5400">
                <a:solidFill>
                  <a:schemeClr val="tx1"/>
                </a:solidFill>
              </a:rPr>
              <a:t>Business Intelligence (BI)</a:t>
            </a:r>
          </a:p>
        </p:txBody>
      </p:sp>
      <p:sp>
        <p:nvSpPr>
          <p:cNvPr id="3" name="Marcador de pie de página 2">
            <a:extLst>
              <a:ext uri="{FF2B5EF4-FFF2-40B4-BE49-F238E27FC236}">
                <a16:creationId xmlns:a16="http://schemas.microsoft.com/office/drawing/2014/main" id="{B12DBE0D-1426-4C10-78A0-ECAEC2D6E26B}"/>
              </a:ext>
            </a:extLst>
          </p:cNvPr>
          <p:cNvSpPr>
            <a:spLocks noGrp="1"/>
          </p:cNvSpPr>
          <p:nvPr>
            <p:ph type="ftr" sz="quarter" idx="11"/>
          </p:nvPr>
        </p:nvSpPr>
        <p:spPr/>
        <p:txBody>
          <a:bodyPr/>
          <a:lstStyle/>
          <a:p>
            <a:r>
              <a:rPr lang="en-US" dirty="0"/>
              <a:t>Ing Mario Barrios</a:t>
            </a:r>
          </a:p>
        </p:txBody>
      </p:sp>
    </p:spTree>
    <p:extLst>
      <p:ext uri="{BB962C8B-B14F-4D97-AF65-F5344CB8AC3E}">
        <p14:creationId xmlns:p14="http://schemas.microsoft.com/office/powerpoint/2010/main" val="366706379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AF97BEF-403B-65C6-6E35-3E77F46065E3}"/>
              </a:ext>
            </a:extLst>
          </p:cNvPr>
          <p:cNvSpPr>
            <a:spLocks noGrp="1"/>
          </p:cNvSpPr>
          <p:nvPr>
            <p:ph type="title"/>
          </p:nvPr>
        </p:nvSpPr>
        <p:spPr>
          <a:xfrm>
            <a:off x="7123007" y="603501"/>
            <a:ext cx="4361693" cy="1527049"/>
          </a:xfrm>
        </p:spPr>
        <p:txBody>
          <a:bodyPr anchor="b">
            <a:normAutofit/>
          </a:bodyPr>
          <a:lstStyle/>
          <a:p>
            <a:r>
              <a:rPr lang="es-AR" sz="3300"/>
              <a:t>Business </a:t>
            </a:r>
            <a:r>
              <a:rPr lang="es-AR" sz="3300" err="1"/>
              <a:t>Intelligence</a:t>
            </a:r>
            <a:r>
              <a:rPr lang="es-AR" sz="3300"/>
              <a:t> - Definición</a:t>
            </a:r>
          </a:p>
        </p:txBody>
      </p:sp>
      <p:pic>
        <p:nvPicPr>
          <p:cNvPr id="5" name="Picture 4" descr="Gráfico económico digital">
            <a:extLst>
              <a:ext uri="{FF2B5EF4-FFF2-40B4-BE49-F238E27FC236}">
                <a16:creationId xmlns:a16="http://schemas.microsoft.com/office/drawing/2014/main" id="{36BF614D-24C0-F07F-A6B3-395A96D5CD1B}"/>
              </a:ext>
            </a:extLst>
          </p:cNvPr>
          <p:cNvPicPr>
            <a:picLocks noChangeAspect="1"/>
          </p:cNvPicPr>
          <p:nvPr/>
        </p:nvPicPr>
        <p:blipFill>
          <a:blip r:embed="rId2"/>
          <a:srcRect l="31505" r="16220"/>
          <a:stretch>
            <a:fillRect/>
          </a:stretch>
        </p:blipFill>
        <p:spPr>
          <a:xfrm>
            <a:off x="1" y="10"/>
            <a:ext cx="6373368" cy="6857990"/>
          </a:xfrm>
          <a:prstGeom prst="rect">
            <a:avLst/>
          </a:prstGeom>
        </p:spPr>
      </p:pic>
      <p:sp>
        <p:nvSpPr>
          <p:cNvPr id="3" name="Marcador de contenido 2">
            <a:extLst>
              <a:ext uri="{FF2B5EF4-FFF2-40B4-BE49-F238E27FC236}">
                <a16:creationId xmlns:a16="http://schemas.microsoft.com/office/drawing/2014/main" id="{92E68892-6C07-159C-F108-411D2F565CAC}"/>
              </a:ext>
            </a:extLst>
          </p:cNvPr>
          <p:cNvSpPr>
            <a:spLocks noGrp="1"/>
          </p:cNvSpPr>
          <p:nvPr>
            <p:ph idx="1"/>
          </p:nvPr>
        </p:nvSpPr>
        <p:spPr>
          <a:xfrm>
            <a:off x="7123007" y="2212846"/>
            <a:ext cx="4361693" cy="4096514"/>
          </a:xfrm>
        </p:spPr>
        <p:txBody>
          <a:bodyPr>
            <a:normAutofit/>
          </a:bodyPr>
          <a:lstStyle/>
          <a:p>
            <a:pPr marL="0" indent="0">
              <a:buNone/>
            </a:pPr>
            <a:r>
              <a:rPr lang="es-MX" sz="1800" dirty="0"/>
              <a:t>El </a:t>
            </a:r>
            <a:r>
              <a:rPr lang="es-MX" sz="1800" b="1" dirty="0"/>
              <a:t>Business </a:t>
            </a:r>
            <a:r>
              <a:rPr lang="es-MX" sz="1800" b="1"/>
              <a:t>Intelligence</a:t>
            </a:r>
            <a:r>
              <a:rPr lang="es-MX" sz="1800" b="1" dirty="0"/>
              <a:t> (BI)</a:t>
            </a:r>
            <a:r>
              <a:rPr lang="es-MX" sz="1800" dirty="0"/>
              <a:t> o inteligencia empresarial es el conjunto de tecnologías, procesos y herramientas que transforman datos brutos en información significativa y accionable. Permite a las empresas analizar datos históricos y actuales para tomar decisiones estratégicas fundamentadas, optimizar el rendimiento y detectar tendencias</a:t>
            </a:r>
            <a:endParaRPr lang="es-AR" sz="1800" dirty="0"/>
          </a:p>
        </p:txBody>
      </p:sp>
      <p:pic>
        <p:nvPicPr>
          <p:cNvPr id="7" name="object 12">
            <a:extLst>
              <a:ext uri="{FF2B5EF4-FFF2-40B4-BE49-F238E27FC236}">
                <a16:creationId xmlns:a16="http://schemas.microsoft.com/office/drawing/2014/main" id="{C842DFD2-73D1-1318-0643-0510BCB21EC9}"/>
              </a:ext>
            </a:extLst>
          </p:cNvPr>
          <p:cNvPicPr/>
          <p:nvPr/>
        </p:nvPicPr>
        <p:blipFill>
          <a:blip r:embed="rId3"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4037467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3" name="Oval 12">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8" name="Oval 13">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5" name="Rectangle 14">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6"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AR"/>
            </a:p>
          </p:txBody>
        </p:sp>
        <p:sp>
          <p:nvSpPr>
            <p:cNvPr id="17"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s-AR"/>
            </a:p>
          </p:txBody>
        </p:sp>
        <p:sp>
          <p:nvSpPr>
            <p:cNvPr id="18"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AR"/>
            </a:p>
          </p:txBody>
        </p:sp>
      </p:grpSp>
      <p:sp>
        <p:nvSpPr>
          <p:cNvPr id="2" name="Título 1">
            <a:extLst>
              <a:ext uri="{FF2B5EF4-FFF2-40B4-BE49-F238E27FC236}">
                <a16:creationId xmlns:a16="http://schemas.microsoft.com/office/drawing/2014/main" id="{5E6C5AFA-788F-049D-3F3A-F2BC7795DAD8}"/>
              </a:ext>
            </a:extLst>
          </p:cNvPr>
          <p:cNvSpPr>
            <a:spLocks noGrp="1"/>
          </p:cNvSpPr>
          <p:nvPr>
            <p:ph type="title"/>
          </p:nvPr>
        </p:nvSpPr>
        <p:spPr>
          <a:xfrm>
            <a:off x="1154955" y="973667"/>
            <a:ext cx="2942210" cy="4833745"/>
          </a:xfrm>
        </p:spPr>
        <p:txBody>
          <a:bodyPr>
            <a:normAutofit/>
          </a:bodyPr>
          <a:lstStyle/>
          <a:p>
            <a:r>
              <a:rPr lang="es-AR">
                <a:solidFill>
                  <a:srgbClr val="EBEBEB"/>
                </a:solidFill>
              </a:rPr>
              <a:t>Aspectos Clave</a:t>
            </a:r>
          </a:p>
        </p:txBody>
      </p:sp>
      <p:sp>
        <p:nvSpPr>
          <p:cNvPr id="20" name="Rectangle 19">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pic>
        <p:nvPicPr>
          <p:cNvPr id="6" name="object 12">
            <a:extLst>
              <a:ext uri="{FF2B5EF4-FFF2-40B4-BE49-F238E27FC236}">
                <a16:creationId xmlns:a16="http://schemas.microsoft.com/office/drawing/2014/main" id="{9E3DDD08-71D0-3BD0-8871-0F310381D9FF}"/>
              </a:ext>
            </a:extLst>
          </p:cNvPr>
          <p:cNvPicPr/>
          <p:nvPr/>
        </p:nvPicPr>
        <p:blipFill>
          <a:blip r:embed="rId3" cstate="print"/>
          <a:stretch>
            <a:fillRect/>
          </a:stretch>
        </p:blipFill>
        <p:spPr>
          <a:xfrm>
            <a:off x="10658764" y="-66"/>
            <a:ext cx="1533236" cy="748211"/>
          </a:xfrm>
          <a:prstGeom prst="rect">
            <a:avLst/>
          </a:prstGeom>
        </p:spPr>
      </p:pic>
      <p:graphicFrame>
        <p:nvGraphicFramePr>
          <p:cNvPr id="5" name="Marcador de contenido 2">
            <a:extLst>
              <a:ext uri="{FF2B5EF4-FFF2-40B4-BE49-F238E27FC236}">
                <a16:creationId xmlns:a16="http://schemas.microsoft.com/office/drawing/2014/main" id="{F79033BB-4A94-E8D5-82B6-B970676DA893}"/>
              </a:ext>
            </a:extLst>
          </p:cNvPr>
          <p:cNvGraphicFramePr>
            <a:graphicFrameLocks noGrp="1"/>
          </p:cNvGraphicFramePr>
          <p:nvPr>
            <p:ph idx="1"/>
            <p:extLst>
              <p:ext uri="{D42A27DB-BD31-4B8C-83A1-F6EECF244321}">
                <p14:modId xmlns:p14="http://schemas.microsoft.com/office/powerpoint/2010/main" val="928657011"/>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66164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4" name="Rectangle 23">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5" name="Oval 24">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6" name="Oval 25">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7" name="Rectangle 26">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8"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AR"/>
            </a:p>
          </p:txBody>
        </p:sp>
        <p:sp>
          <p:nvSpPr>
            <p:cNvPr id="29"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s-AR"/>
            </a:p>
          </p:txBody>
        </p:sp>
        <p:sp>
          <p:nvSpPr>
            <p:cNvPr id="30"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AR"/>
            </a:p>
          </p:txBody>
        </p:sp>
      </p:grpSp>
      <p:sp>
        <p:nvSpPr>
          <p:cNvPr id="2" name="Título 1">
            <a:extLst>
              <a:ext uri="{FF2B5EF4-FFF2-40B4-BE49-F238E27FC236}">
                <a16:creationId xmlns:a16="http://schemas.microsoft.com/office/drawing/2014/main" id="{47A3787B-F17D-865A-00C6-F2012371E0B9}"/>
              </a:ext>
            </a:extLst>
          </p:cNvPr>
          <p:cNvSpPr>
            <a:spLocks noGrp="1"/>
          </p:cNvSpPr>
          <p:nvPr>
            <p:ph type="title"/>
          </p:nvPr>
        </p:nvSpPr>
        <p:spPr>
          <a:xfrm>
            <a:off x="1154955" y="973667"/>
            <a:ext cx="2942210" cy="4833745"/>
          </a:xfrm>
        </p:spPr>
        <p:txBody>
          <a:bodyPr>
            <a:normAutofit/>
          </a:bodyPr>
          <a:lstStyle/>
          <a:p>
            <a:r>
              <a:rPr lang="es-AR">
                <a:solidFill>
                  <a:srgbClr val="EBEBEB"/>
                </a:solidFill>
              </a:rPr>
              <a:t>Para que sirve BI</a:t>
            </a:r>
          </a:p>
        </p:txBody>
      </p:sp>
      <p:sp>
        <p:nvSpPr>
          <p:cNvPr id="32" name="Rectangle 31">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graphicFrame>
        <p:nvGraphicFramePr>
          <p:cNvPr id="5" name="Marcador de contenido 2">
            <a:extLst>
              <a:ext uri="{FF2B5EF4-FFF2-40B4-BE49-F238E27FC236}">
                <a16:creationId xmlns:a16="http://schemas.microsoft.com/office/drawing/2014/main" id="{DC07C850-A8CF-5C18-2F7D-A159B3894BBC}"/>
              </a:ext>
            </a:extLst>
          </p:cNvPr>
          <p:cNvGraphicFramePr>
            <a:graphicFrameLocks noGrp="1"/>
          </p:cNvGraphicFramePr>
          <p:nvPr>
            <p:ph idx="1"/>
            <p:extLst>
              <p:ext uri="{D42A27DB-BD31-4B8C-83A1-F6EECF244321}">
                <p14:modId xmlns:p14="http://schemas.microsoft.com/office/powerpoint/2010/main" val="3009392952"/>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object 12">
            <a:extLst>
              <a:ext uri="{FF2B5EF4-FFF2-40B4-BE49-F238E27FC236}">
                <a16:creationId xmlns:a16="http://schemas.microsoft.com/office/drawing/2014/main" id="{7B16A7BD-E3CA-0DA5-80BE-D33DF544BF5E}"/>
              </a:ext>
            </a:extLst>
          </p:cNvPr>
          <p:cNvPicPr/>
          <p:nvPr/>
        </p:nvPicPr>
        <p:blipFill>
          <a:blip r:embed="rId8"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2452103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72C2F4-643A-F3F7-846D-F7830D755F5D}"/>
              </a:ext>
            </a:extLst>
          </p:cNvPr>
          <p:cNvSpPr>
            <a:spLocks noGrp="1"/>
          </p:cNvSpPr>
          <p:nvPr>
            <p:ph type="title"/>
          </p:nvPr>
        </p:nvSpPr>
        <p:spPr>
          <a:xfrm>
            <a:off x="1154954" y="973668"/>
            <a:ext cx="8761413" cy="706964"/>
          </a:xfrm>
        </p:spPr>
        <p:txBody>
          <a:bodyPr>
            <a:normAutofit/>
          </a:bodyPr>
          <a:lstStyle/>
          <a:p>
            <a:r>
              <a:rPr lang="es-AR">
                <a:solidFill>
                  <a:srgbClr val="EBEBEB"/>
                </a:solidFill>
              </a:rPr>
              <a:t>Principales Funciones</a:t>
            </a:r>
          </a:p>
        </p:txBody>
      </p:sp>
      <p:graphicFrame>
        <p:nvGraphicFramePr>
          <p:cNvPr id="21" name="Rectangle 1">
            <a:extLst>
              <a:ext uri="{FF2B5EF4-FFF2-40B4-BE49-F238E27FC236}">
                <a16:creationId xmlns:a16="http://schemas.microsoft.com/office/drawing/2014/main" id="{00AA2FE3-B5DE-2760-414B-A8B530502E5B}"/>
              </a:ext>
            </a:extLst>
          </p:cNvPr>
          <p:cNvGraphicFramePr>
            <a:graphicFrameLocks noGrp="1"/>
          </p:cNvGraphicFramePr>
          <p:nvPr>
            <p:ph idx="1"/>
            <p:extLst>
              <p:ext uri="{D42A27DB-BD31-4B8C-83A1-F6EECF244321}">
                <p14:modId xmlns:p14="http://schemas.microsoft.com/office/powerpoint/2010/main" val="788587659"/>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6999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AR"/>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s-AR"/>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AR"/>
            </a:p>
          </p:txBody>
        </p:sp>
      </p:grpSp>
      <p:sp>
        <p:nvSpPr>
          <p:cNvPr id="2" name="Título 1">
            <a:extLst>
              <a:ext uri="{FF2B5EF4-FFF2-40B4-BE49-F238E27FC236}">
                <a16:creationId xmlns:a16="http://schemas.microsoft.com/office/drawing/2014/main" id="{E7CFD25D-0C5D-59EF-86E4-6C2D9E24C1A8}"/>
              </a:ext>
            </a:extLst>
          </p:cNvPr>
          <p:cNvSpPr>
            <a:spLocks noGrp="1"/>
          </p:cNvSpPr>
          <p:nvPr>
            <p:ph type="title"/>
          </p:nvPr>
        </p:nvSpPr>
        <p:spPr>
          <a:xfrm>
            <a:off x="1154955" y="973667"/>
            <a:ext cx="2942210" cy="4833745"/>
          </a:xfrm>
        </p:spPr>
        <p:txBody>
          <a:bodyPr>
            <a:normAutofit/>
          </a:bodyPr>
          <a:lstStyle/>
          <a:p>
            <a:r>
              <a:rPr lang="es-AR">
                <a:solidFill>
                  <a:srgbClr val="EBEBEB"/>
                </a:solidFill>
              </a:rPr>
              <a:t>Importancia</a:t>
            </a: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graphicFrame>
        <p:nvGraphicFramePr>
          <p:cNvPr id="5" name="Marcador de contenido 2">
            <a:extLst>
              <a:ext uri="{FF2B5EF4-FFF2-40B4-BE49-F238E27FC236}">
                <a16:creationId xmlns:a16="http://schemas.microsoft.com/office/drawing/2014/main" id="{8C48E21C-3725-19B7-9B7B-6AA787A5CF9B}"/>
              </a:ext>
            </a:extLst>
          </p:cNvPr>
          <p:cNvGraphicFramePr>
            <a:graphicFrameLocks noGrp="1"/>
          </p:cNvGraphicFramePr>
          <p:nvPr>
            <p:ph idx="1"/>
            <p:extLst>
              <p:ext uri="{D42A27DB-BD31-4B8C-83A1-F6EECF244321}">
                <p14:modId xmlns:p14="http://schemas.microsoft.com/office/powerpoint/2010/main" val="3718050035"/>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object 12">
            <a:extLst>
              <a:ext uri="{FF2B5EF4-FFF2-40B4-BE49-F238E27FC236}">
                <a16:creationId xmlns:a16="http://schemas.microsoft.com/office/drawing/2014/main" id="{D2527970-086F-3F52-ADFD-D4C2C38369A4}"/>
              </a:ext>
            </a:extLst>
          </p:cNvPr>
          <p:cNvPicPr/>
          <p:nvPr/>
        </p:nvPicPr>
        <p:blipFill>
          <a:blip r:embed="rId8"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4144710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AR"/>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s-AR"/>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AR"/>
            </a:p>
          </p:txBody>
        </p:sp>
      </p:grpSp>
      <p:sp>
        <p:nvSpPr>
          <p:cNvPr id="2" name="Título 1">
            <a:extLst>
              <a:ext uri="{FF2B5EF4-FFF2-40B4-BE49-F238E27FC236}">
                <a16:creationId xmlns:a16="http://schemas.microsoft.com/office/drawing/2014/main" id="{1E600C6E-B153-BB30-BABA-7991454C8F6B}"/>
              </a:ext>
            </a:extLst>
          </p:cNvPr>
          <p:cNvSpPr>
            <a:spLocks noGrp="1"/>
          </p:cNvSpPr>
          <p:nvPr>
            <p:ph type="title"/>
          </p:nvPr>
        </p:nvSpPr>
        <p:spPr>
          <a:xfrm>
            <a:off x="1154955" y="973667"/>
            <a:ext cx="2942210" cy="4833745"/>
          </a:xfrm>
        </p:spPr>
        <p:txBody>
          <a:bodyPr>
            <a:normAutofit/>
          </a:bodyPr>
          <a:lstStyle/>
          <a:p>
            <a:r>
              <a:rPr lang="es-AR" sz="2800">
                <a:solidFill>
                  <a:srgbClr val="EBEBEB"/>
                </a:solidFill>
              </a:rPr>
              <a:t>Características</a:t>
            </a: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graphicFrame>
        <p:nvGraphicFramePr>
          <p:cNvPr id="5" name="Marcador de contenido 2">
            <a:extLst>
              <a:ext uri="{FF2B5EF4-FFF2-40B4-BE49-F238E27FC236}">
                <a16:creationId xmlns:a16="http://schemas.microsoft.com/office/drawing/2014/main" id="{38F9AA4C-F7A8-397C-38C9-905B0EA793C5}"/>
              </a:ext>
            </a:extLst>
          </p:cNvPr>
          <p:cNvGraphicFramePr>
            <a:graphicFrameLocks noGrp="1"/>
          </p:cNvGraphicFramePr>
          <p:nvPr>
            <p:ph idx="1"/>
            <p:extLst>
              <p:ext uri="{D42A27DB-BD31-4B8C-83A1-F6EECF244321}">
                <p14:modId xmlns:p14="http://schemas.microsoft.com/office/powerpoint/2010/main" val="3243329717"/>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object 12">
            <a:extLst>
              <a:ext uri="{FF2B5EF4-FFF2-40B4-BE49-F238E27FC236}">
                <a16:creationId xmlns:a16="http://schemas.microsoft.com/office/drawing/2014/main" id="{E4ECF3A0-B78C-FD4D-B1C5-D319D668F026}"/>
              </a:ext>
            </a:extLst>
          </p:cNvPr>
          <p:cNvPicPr/>
          <p:nvPr/>
        </p:nvPicPr>
        <p:blipFill>
          <a:blip r:embed="rId8"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3635015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69FEF4-B295-079F-5404-C82EE03A62C8}"/>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AR"/>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s-AR"/>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AR"/>
            </a:p>
          </p:txBody>
        </p:sp>
      </p:grpSp>
      <p:sp>
        <p:nvSpPr>
          <p:cNvPr id="2" name="Título 1">
            <a:extLst>
              <a:ext uri="{FF2B5EF4-FFF2-40B4-BE49-F238E27FC236}">
                <a16:creationId xmlns:a16="http://schemas.microsoft.com/office/drawing/2014/main" id="{FA6521CB-1BC6-38B4-A4DB-B476379EACCC}"/>
              </a:ext>
            </a:extLst>
          </p:cNvPr>
          <p:cNvSpPr>
            <a:spLocks noGrp="1"/>
          </p:cNvSpPr>
          <p:nvPr>
            <p:ph type="title"/>
          </p:nvPr>
        </p:nvSpPr>
        <p:spPr>
          <a:xfrm>
            <a:off x="1154955" y="973667"/>
            <a:ext cx="2942210" cy="4833745"/>
          </a:xfrm>
        </p:spPr>
        <p:txBody>
          <a:bodyPr>
            <a:normAutofit/>
          </a:bodyPr>
          <a:lstStyle/>
          <a:p>
            <a:r>
              <a:rPr lang="es-AR" sz="2800">
                <a:solidFill>
                  <a:srgbClr val="EBEBEB"/>
                </a:solidFill>
              </a:rPr>
              <a:t>Características</a:t>
            </a: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graphicFrame>
        <p:nvGraphicFramePr>
          <p:cNvPr id="5" name="Marcador de contenido 2">
            <a:extLst>
              <a:ext uri="{FF2B5EF4-FFF2-40B4-BE49-F238E27FC236}">
                <a16:creationId xmlns:a16="http://schemas.microsoft.com/office/drawing/2014/main" id="{1323A0D8-02D8-CFC0-BE8D-B11C7D067C96}"/>
              </a:ext>
            </a:extLst>
          </p:cNvPr>
          <p:cNvGraphicFramePr>
            <a:graphicFrameLocks noGrp="1"/>
          </p:cNvGraphicFramePr>
          <p:nvPr>
            <p:ph idx="1"/>
            <p:extLst>
              <p:ext uri="{D42A27DB-BD31-4B8C-83A1-F6EECF244321}">
                <p14:modId xmlns:p14="http://schemas.microsoft.com/office/powerpoint/2010/main" val="875515361"/>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object 12">
            <a:extLst>
              <a:ext uri="{FF2B5EF4-FFF2-40B4-BE49-F238E27FC236}">
                <a16:creationId xmlns:a16="http://schemas.microsoft.com/office/drawing/2014/main" id="{43001003-9D43-D933-48FC-F7AE44B66DF6}"/>
              </a:ext>
            </a:extLst>
          </p:cNvPr>
          <p:cNvPicPr/>
          <p:nvPr/>
        </p:nvPicPr>
        <p:blipFill>
          <a:blip r:embed="rId8"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722531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AR"/>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s-AR"/>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AR"/>
            </a:p>
          </p:txBody>
        </p:sp>
      </p:grpSp>
      <p:sp>
        <p:nvSpPr>
          <p:cNvPr id="2" name="Título 1">
            <a:extLst>
              <a:ext uri="{FF2B5EF4-FFF2-40B4-BE49-F238E27FC236}">
                <a16:creationId xmlns:a16="http://schemas.microsoft.com/office/drawing/2014/main" id="{18B226EA-F070-4CC9-AE75-5EE92CB6325F}"/>
              </a:ext>
            </a:extLst>
          </p:cNvPr>
          <p:cNvSpPr>
            <a:spLocks noGrp="1"/>
          </p:cNvSpPr>
          <p:nvPr>
            <p:ph type="title"/>
          </p:nvPr>
        </p:nvSpPr>
        <p:spPr>
          <a:xfrm>
            <a:off x="1154955" y="973667"/>
            <a:ext cx="2942210" cy="4833745"/>
          </a:xfrm>
        </p:spPr>
        <p:txBody>
          <a:bodyPr>
            <a:normAutofit/>
          </a:bodyPr>
          <a:lstStyle/>
          <a:p>
            <a:r>
              <a:rPr lang="es-AR">
                <a:solidFill>
                  <a:srgbClr val="EBEBEB"/>
                </a:solidFill>
              </a:rPr>
              <a:t>Ventajas</a:t>
            </a: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graphicFrame>
        <p:nvGraphicFramePr>
          <p:cNvPr id="5" name="Marcador de contenido 2">
            <a:extLst>
              <a:ext uri="{FF2B5EF4-FFF2-40B4-BE49-F238E27FC236}">
                <a16:creationId xmlns:a16="http://schemas.microsoft.com/office/drawing/2014/main" id="{3AE7098D-12E4-264A-DBFF-39CAE40EFCEB}"/>
              </a:ext>
            </a:extLst>
          </p:cNvPr>
          <p:cNvGraphicFramePr>
            <a:graphicFrameLocks noGrp="1"/>
          </p:cNvGraphicFramePr>
          <p:nvPr>
            <p:ph idx="1"/>
            <p:extLst>
              <p:ext uri="{D42A27DB-BD31-4B8C-83A1-F6EECF244321}">
                <p14:modId xmlns:p14="http://schemas.microsoft.com/office/powerpoint/2010/main" val="2441848625"/>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object 12">
            <a:extLst>
              <a:ext uri="{FF2B5EF4-FFF2-40B4-BE49-F238E27FC236}">
                <a16:creationId xmlns:a16="http://schemas.microsoft.com/office/drawing/2014/main" id="{4CB7AE33-7E17-9E8C-A8B0-EC18DF4D6A52}"/>
              </a:ext>
            </a:extLst>
          </p:cNvPr>
          <p:cNvPicPr/>
          <p:nvPr/>
        </p:nvPicPr>
        <p:blipFill>
          <a:blip r:embed="rId8"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4042208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D1D7FE-60EB-FD1A-FCAD-02DD0A27EE56}"/>
              </a:ext>
            </a:extLst>
          </p:cNvPr>
          <p:cNvSpPr>
            <a:spLocks noGrp="1"/>
          </p:cNvSpPr>
          <p:nvPr>
            <p:ph type="title"/>
          </p:nvPr>
        </p:nvSpPr>
        <p:spPr/>
        <p:txBody>
          <a:bodyPr/>
          <a:lstStyle/>
          <a:p>
            <a:r>
              <a:rPr lang="es-AR" dirty="0"/>
              <a:t>Principales programas</a:t>
            </a:r>
          </a:p>
        </p:txBody>
      </p:sp>
      <p:graphicFrame>
        <p:nvGraphicFramePr>
          <p:cNvPr id="7" name="Marcador de contenido 2">
            <a:extLst>
              <a:ext uri="{FF2B5EF4-FFF2-40B4-BE49-F238E27FC236}">
                <a16:creationId xmlns:a16="http://schemas.microsoft.com/office/drawing/2014/main" id="{47C15CE0-2DE3-E4A7-6CCE-DB624639E81B}"/>
              </a:ext>
            </a:extLst>
          </p:cNvPr>
          <p:cNvGraphicFramePr>
            <a:graphicFrameLocks noGrp="1"/>
          </p:cNvGraphicFramePr>
          <p:nvPr>
            <p:ph idx="1"/>
          </p:nvPr>
        </p:nvGraphicFramePr>
        <p:xfrm>
          <a:off x="1154954" y="2603500"/>
          <a:ext cx="9497806" cy="37881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3291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9" name="Rectangle 2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4">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30"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AR"/>
            </a:p>
          </p:txBody>
        </p:sp>
      </p:grpSp>
      <p:sp>
        <p:nvSpPr>
          <p:cNvPr id="32" name="Rectangle 31">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4"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s-AR"/>
          </a:p>
        </p:txBody>
      </p:sp>
      <p:sp>
        <p:nvSpPr>
          <p:cNvPr id="36" name="Rectangle 35">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 name="Título 1">
            <a:extLst>
              <a:ext uri="{FF2B5EF4-FFF2-40B4-BE49-F238E27FC236}">
                <a16:creationId xmlns:a16="http://schemas.microsoft.com/office/drawing/2014/main" id="{FE59CD4C-1AB9-6C6B-764D-20EAB5293F8A}"/>
              </a:ext>
            </a:extLst>
          </p:cNvPr>
          <p:cNvSpPr>
            <a:spLocks noGrp="1"/>
          </p:cNvSpPr>
          <p:nvPr>
            <p:ph type="title"/>
          </p:nvPr>
        </p:nvSpPr>
        <p:spPr>
          <a:xfrm>
            <a:off x="8160773" y="1113062"/>
            <a:ext cx="3382297" cy="3281957"/>
          </a:xfrm>
        </p:spPr>
        <p:txBody>
          <a:bodyPr vert="horz" lIns="91440" tIns="45720" rIns="91440" bIns="45720" rtlCol="0" anchor="b">
            <a:normAutofit/>
          </a:bodyPr>
          <a:lstStyle/>
          <a:p>
            <a:r>
              <a:rPr lang="en-US" sz="5400" b="0" i="0" kern="1200">
                <a:solidFill>
                  <a:srgbClr val="EBEBEB"/>
                </a:solidFill>
                <a:latin typeface="+mj-lt"/>
                <a:ea typeface="+mj-ea"/>
                <a:cs typeface="+mj-cs"/>
              </a:rPr>
              <a:t>Sitio de Interés…</a:t>
            </a:r>
          </a:p>
        </p:txBody>
      </p:sp>
      <p:pic>
        <p:nvPicPr>
          <p:cNvPr id="4" name="Elementos multimedia en línea 3" title="Qué es Business Intelligence">
            <a:hlinkClick r:id="" action="ppaction://media"/>
            <a:extLst>
              <a:ext uri="{FF2B5EF4-FFF2-40B4-BE49-F238E27FC236}">
                <a16:creationId xmlns:a16="http://schemas.microsoft.com/office/drawing/2014/main" id="{FEC28A15-F110-F5D9-BDA1-F0F10DBC298E}"/>
              </a:ext>
            </a:extLst>
          </p:cNvPr>
          <p:cNvPicPr>
            <a:picLocks noGrp="1" noRot="1" noChangeAspect="1"/>
          </p:cNvPicPr>
          <p:nvPr>
            <p:ph idx="1"/>
            <a:videoFile r:link="rId1"/>
          </p:nvPr>
        </p:nvPicPr>
        <p:blipFill>
          <a:blip r:embed="rId5"/>
          <a:stretch>
            <a:fillRect/>
          </a:stretch>
        </p:blipFill>
        <p:spPr>
          <a:xfrm>
            <a:off x="471588" y="476776"/>
            <a:ext cx="4030556" cy="2277264"/>
          </a:xfrm>
          <a:prstGeom prst="roundRect">
            <a:avLst>
              <a:gd name="adj" fmla="val 1858"/>
            </a:avLst>
          </a:prstGeom>
          <a:effectLst>
            <a:outerShdw blurRad="50800" dist="50800" dir="5400000" algn="tl" rotWithShape="0">
              <a:srgbClr val="000000">
                <a:alpha val="43000"/>
              </a:srgbClr>
            </a:outerShdw>
          </a:effectLst>
        </p:spPr>
      </p:pic>
      <p:pic>
        <p:nvPicPr>
          <p:cNvPr id="5" name="object 12">
            <a:extLst>
              <a:ext uri="{FF2B5EF4-FFF2-40B4-BE49-F238E27FC236}">
                <a16:creationId xmlns:a16="http://schemas.microsoft.com/office/drawing/2014/main" id="{9331D662-978D-9387-99D3-C05F6C1CD52C}"/>
              </a:ext>
            </a:extLst>
          </p:cNvPr>
          <p:cNvPicPr/>
          <p:nvPr/>
        </p:nvPicPr>
        <p:blipFill>
          <a:blip r:embed="rId6" cstate="print"/>
          <a:stretch>
            <a:fillRect/>
          </a:stretch>
        </p:blipFill>
        <p:spPr>
          <a:xfrm>
            <a:off x="10658764" y="-66"/>
            <a:ext cx="1533236" cy="748211"/>
          </a:xfrm>
          <a:prstGeom prst="rect">
            <a:avLst/>
          </a:prstGeom>
        </p:spPr>
      </p:pic>
      <p:pic>
        <p:nvPicPr>
          <p:cNvPr id="6" name="Elementos multimedia en línea 5" title="Business Intelligence o BI, ¿qué es y para que sirve?">
            <a:hlinkClick r:id="" action="ppaction://media"/>
            <a:extLst>
              <a:ext uri="{FF2B5EF4-FFF2-40B4-BE49-F238E27FC236}">
                <a16:creationId xmlns:a16="http://schemas.microsoft.com/office/drawing/2014/main" id="{1524D9D0-7D02-F0CB-3C1B-3DB036E8D5D0}"/>
              </a:ext>
            </a:extLst>
          </p:cNvPr>
          <p:cNvPicPr>
            <a:picLocks noRot="1" noChangeAspect="1"/>
          </p:cNvPicPr>
          <p:nvPr>
            <a:videoFile r:link="rId2"/>
          </p:nvPr>
        </p:nvPicPr>
        <p:blipFill>
          <a:blip r:embed="rId7"/>
          <a:stretch>
            <a:fillRect/>
          </a:stretch>
        </p:blipFill>
        <p:spPr>
          <a:xfrm>
            <a:off x="541338" y="3124200"/>
            <a:ext cx="4783137" cy="2702479"/>
          </a:xfrm>
          <a:prstGeom prst="rect">
            <a:avLst/>
          </a:prstGeom>
        </p:spPr>
      </p:pic>
    </p:spTree>
    <p:extLst>
      <p:ext uri="{BB962C8B-B14F-4D97-AF65-F5344CB8AC3E}">
        <p14:creationId xmlns:p14="http://schemas.microsoft.com/office/powerpoint/2010/main" val="32858972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p:cTn id="17" fill="hold" display="0">
                  <p:stCondLst>
                    <p:cond delay="indefinite"/>
                  </p:stCondLst>
                </p:cTn>
                <p:tgtEl>
                  <p:spTgt spid="6"/>
                </p:tgtEl>
              </p:cMediaNode>
            </p:video>
            <p:seq concurrent="1" nextAc="seek">
              <p:cTn id="18" restart="whenNotActive" fill="hold" evtFilter="cancelBubble" nodeType="interactiveSeq">
                <p:stCondLst>
                  <p:cond evt="onClick" delay="0">
                    <p:tgtEl>
                      <p:spTgt spid="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FB3EF4D6-026A-4D52-B916-967329EE3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5">
            <a:extLst>
              <a:ext uri="{FF2B5EF4-FFF2-40B4-BE49-F238E27FC236}">
                <a16:creationId xmlns:a16="http://schemas.microsoft.com/office/drawing/2014/main" id="{4DB4846F-6AA5-4DB3-9581-D95F22BD5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dirty="0"/>
          </a:p>
        </p:txBody>
      </p:sp>
      <p:sp>
        <p:nvSpPr>
          <p:cNvPr id="19" name="Freeform: Shape 11">
            <a:extLst>
              <a:ext uri="{FF2B5EF4-FFF2-40B4-BE49-F238E27FC236}">
                <a16:creationId xmlns:a16="http://schemas.microsoft.com/office/drawing/2014/main" id="{D54EC22E-2292-4292-A80B-E81DF64BF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780041"/>
            <a:ext cx="12192000" cy="5077959"/>
          </a:xfrm>
          <a:custGeom>
            <a:avLst/>
            <a:gdLst>
              <a:gd name="connsiteX0" fmla="*/ 12192000 w 12192000"/>
              <a:gd name="connsiteY0" fmla="*/ 0 h 5077959"/>
              <a:gd name="connsiteX1" fmla="*/ 12192000 w 12192000"/>
              <a:gd name="connsiteY1" fmla="*/ 1972152 h 5077959"/>
              <a:gd name="connsiteX2" fmla="*/ 12192000 w 12192000"/>
              <a:gd name="connsiteY2" fmla="*/ 2361342 h 5077959"/>
              <a:gd name="connsiteX3" fmla="*/ 12192000 w 12192000"/>
              <a:gd name="connsiteY3" fmla="*/ 5077959 h 5077959"/>
              <a:gd name="connsiteX4" fmla="*/ 0 w 12192000"/>
              <a:gd name="connsiteY4" fmla="*/ 5077959 h 5077959"/>
              <a:gd name="connsiteX5" fmla="*/ 0 w 12192000"/>
              <a:gd name="connsiteY5" fmla="*/ 2361342 h 5077959"/>
              <a:gd name="connsiteX6" fmla="*/ 0 w 12192000"/>
              <a:gd name="connsiteY6" fmla="*/ 1972152 h 5077959"/>
              <a:gd name="connsiteX7" fmla="*/ 0 w 12192000"/>
              <a:gd name="connsiteY7" fmla="*/ 12515 h 5077959"/>
              <a:gd name="connsiteX8" fmla="*/ 108623 w 12192000"/>
              <a:gd name="connsiteY8" fmla="*/ 29540 h 5077959"/>
              <a:gd name="connsiteX9" fmla="*/ 300195 w 12192000"/>
              <a:gd name="connsiteY9" fmla="*/ 56163 h 5077959"/>
              <a:gd name="connsiteX10" fmla="*/ 527528 w 12192000"/>
              <a:gd name="connsiteY10" fmla="*/ 88041 h 5077959"/>
              <a:gd name="connsiteX11" fmla="*/ 779127 w 12192000"/>
              <a:gd name="connsiteY11" fmla="*/ 121671 h 5077959"/>
              <a:gd name="connsiteX12" fmla="*/ 1062654 w 12192000"/>
              <a:gd name="connsiteY12" fmla="*/ 157052 h 5077959"/>
              <a:gd name="connsiteX13" fmla="*/ 1371726 w 12192000"/>
              <a:gd name="connsiteY13" fmla="*/ 194535 h 5077959"/>
              <a:gd name="connsiteX14" fmla="*/ 1707616 w 12192000"/>
              <a:gd name="connsiteY14" fmla="*/ 232018 h 5077959"/>
              <a:gd name="connsiteX15" fmla="*/ 2065219 w 12192000"/>
              <a:gd name="connsiteY15" fmla="*/ 270201 h 5077959"/>
              <a:gd name="connsiteX16" fmla="*/ 2450918 w 12192000"/>
              <a:gd name="connsiteY16" fmla="*/ 305583 h 5077959"/>
              <a:gd name="connsiteX17" fmla="*/ 2854496 w 12192000"/>
              <a:gd name="connsiteY17" fmla="*/ 339562 h 5077959"/>
              <a:gd name="connsiteX18" fmla="*/ 3281065 w 12192000"/>
              <a:gd name="connsiteY18" fmla="*/ 370390 h 5077959"/>
              <a:gd name="connsiteX19" fmla="*/ 3725514 w 12192000"/>
              <a:gd name="connsiteY19" fmla="*/ 399815 h 5077959"/>
              <a:gd name="connsiteX20" fmla="*/ 4189119 w 12192000"/>
              <a:gd name="connsiteY20" fmla="*/ 427490 h 5077959"/>
              <a:gd name="connsiteX21" fmla="*/ 4426671 w 12192000"/>
              <a:gd name="connsiteY21" fmla="*/ 437298 h 5077959"/>
              <a:gd name="connsiteX22" fmla="*/ 4669330 w 12192000"/>
              <a:gd name="connsiteY22" fmla="*/ 448158 h 5077959"/>
              <a:gd name="connsiteX23" fmla="*/ 4915819 w 12192000"/>
              <a:gd name="connsiteY23" fmla="*/ 458317 h 5077959"/>
              <a:gd name="connsiteX24" fmla="*/ 5163586 w 12192000"/>
              <a:gd name="connsiteY24" fmla="*/ 464973 h 5077959"/>
              <a:gd name="connsiteX25" fmla="*/ 5416461 w 12192000"/>
              <a:gd name="connsiteY25" fmla="*/ 470928 h 5077959"/>
              <a:gd name="connsiteX26" fmla="*/ 5671892 w 12192000"/>
              <a:gd name="connsiteY26" fmla="*/ 477234 h 5077959"/>
              <a:gd name="connsiteX27" fmla="*/ 5932430 w 12192000"/>
              <a:gd name="connsiteY27" fmla="*/ 481437 h 5077959"/>
              <a:gd name="connsiteX28" fmla="*/ 6195523 w 12192000"/>
              <a:gd name="connsiteY28" fmla="*/ 481437 h 5077959"/>
              <a:gd name="connsiteX29" fmla="*/ 6461170 w 12192000"/>
              <a:gd name="connsiteY29" fmla="*/ 483539 h 5077959"/>
              <a:gd name="connsiteX30" fmla="*/ 6729372 w 12192000"/>
              <a:gd name="connsiteY30" fmla="*/ 481437 h 5077959"/>
              <a:gd name="connsiteX31" fmla="*/ 7001406 w 12192000"/>
              <a:gd name="connsiteY31" fmla="*/ 477234 h 5077959"/>
              <a:gd name="connsiteX32" fmla="*/ 7273439 w 12192000"/>
              <a:gd name="connsiteY32" fmla="*/ 473380 h 5077959"/>
              <a:gd name="connsiteX33" fmla="*/ 7549303 w 12192000"/>
              <a:gd name="connsiteY33" fmla="*/ 464973 h 5077959"/>
              <a:gd name="connsiteX34" fmla="*/ 7827722 w 12192000"/>
              <a:gd name="connsiteY34" fmla="*/ 456215 h 5077959"/>
              <a:gd name="connsiteX35" fmla="*/ 8106140 w 12192000"/>
              <a:gd name="connsiteY35" fmla="*/ 446056 h 5077959"/>
              <a:gd name="connsiteX36" fmla="*/ 8387114 w 12192000"/>
              <a:gd name="connsiteY36" fmla="*/ 431694 h 5077959"/>
              <a:gd name="connsiteX37" fmla="*/ 8670640 w 12192000"/>
              <a:gd name="connsiteY37" fmla="*/ 414528 h 5077959"/>
              <a:gd name="connsiteX38" fmla="*/ 8955446 w 12192000"/>
              <a:gd name="connsiteY38" fmla="*/ 398064 h 5077959"/>
              <a:gd name="connsiteX39" fmla="*/ 9240250 w 12192000"/>
              <a:gd name="connsiteY39" fmla="*/ 377045 h 5077959"/>
              <a:gd name="connsiteX40" fmla="*/ 9528886 w 12192000"/>
              <a:gd name="connsiteY40" fmla="*/ 351823 h 5077959"/>
              <a:gd name="connsiteX41" fmla="*/ 9813691 w 12192000"/>
              <a:gd name="connsiteY41" fmla="*/ 326601 h 5077959"/>
              <a:gd name="connsiteX42" fmla="*/ 10103603 w 12192000"/>
              <a:gd name="connsiteY42" fmla="*/ 297525 h 5077959"/>
              <a:gd name="connsiteX43" fmla="*/ 10394794 w 12192000"/>
              <a:gd name="connsiteY43" fmla="*/ 265647 h 5077959"/>
              <a:gd name="connsiteX44" fmla="*/ 10682153 w 12192000"/>
              <a:gd name="connsiteY44" fmla="*/ 232018 h 5077959"/>
              <a:gd name="connsiteX45" fmla="*/ 10973344 w 12192000"/>
              <a:gd name="connsiteY45" fmla="*/ 192783 h 5077959"/>
              <a:gd name="connsiteX46" fmla="*/ 11263257 w 12192000"/>
              <a:gd name="connsiteY46" fmla="*/ 150746 h 5077959"/>
              <a:gd name="connsiteX47" fmla="*/ 11554448 w 12192000"/>
              <a:gd name="connsiteY47" fmla="*/ 109060 h 5077959"/>
              <a:gd name="connsiteX48" fmla="*/ 11844360 w 12192000"/>
              <a:gd name="connsiteY48" fmla="*/ 60367 h 5077959"/>
              <a:gd name="connsiteX49" fmla="*/ 12132996 w 12192000"/>
              <a:gd name="connsiteY49" fmla="*/ 10623 h 5077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2192000" h="5077959">
                <a:moveTo>
                  <a:pt x="12192000" y="0"/>
                </a:moveTo>
                <a:lnTo>
                  <a:pt x="12192000" y="1972152"/>
                </a:lnTo>
                <a:lnTo>
                  <a:pt x="12192000" y="2361342"/>
                </a:lnTo>
                <a:lnTo>
                  <a:pt x="12192000" y="5077959"/>
                </a:lnTo>
                <a:lnTo>
                  <a:pt x="0" y="5077959"/>
                </a:lnTo>
                <a:lnTo>
                  <a:pt x="0" y="2361342"/>
                </a:lnTo>
                <a:lnTo>
                  <a:pt x="0" y="1972152"/>
                </a:lnTo>
                <a:lnTo>
                  <a:pt x="0" y="12515"/>
                </a:lnTo>
                <a:lnTo>
                  <a:pt x="108623" y="29540"/>
                </a:lnTo>
                <a:lnTo>
                  <a:pt x="300195" y="56163"/>
                </a:lnTo>
                <a:lnTo>
                  <a:pt x="527528" y="88041"/>
                </a:lnTo>
                <a:lnTo>
                  <a:pt x="779127" y="121671"/>
                </a:lnTo>
                <a:lnTo>
                  <a:pt x="1062654" y="157052"/>
                </a:lnTo>
                <a:lnTo>
                  <a:pt x="1371726" y="194535"/>
                </a:lnTo>
                <a:lnTo>
                  <a:pt x="1707616" y="232018"/>
                </a:lnTo>
                <a:lnTo>
                  <a:pt x="2065219" y="270201"/>
                </a:lnTo>
                <a:lnTo>
                  <a:pt x="2450918" y="305583"/>
                </a:lnTo>
                <a:lnTo>
                  <a:pt x="2854496" y="339562"/>
                </a:lnTo>
                <a:lnTo>
                  <a:pt x="3281065" y="370390"/>
                </a:lnTo>
                <a:lnTo>
                  <a:pt x="3725514" y="399815"/>
                </a:lnTo>
                <a:lnTo>
                  <a:pt x="4189119" y="427490"/>
                </a:lnTo>
                <a:lnTo>
                  <a:pt x="4426671" y="437298"/>
                </a:lnTo>
                <a:lnTo>
                  <a:pt x="4669330" y="448158"/>
                </a:lnTo>
                <a:lnTo>
                  <a:pt x="4915819" y="458317"/>
                </a:lnTo>
                <a:lnTo>
                  <a:pt x="5163586" y="464973"/>
                </a:lnTo>
                <a:lnTo>
                  <a:pt x="5416461" y="470928"/>
                </a:lnTo>
                <a:lnTo>
                  <a:pt x="5671892" y="477234"/>
                </a:lnTo>
                <a:lnTo>
                  <a:pt x="5932430" y="481437"/>
                </a:lnTo>
                <a:lnTo>
                  <a:pt x="6195523" y="481437"/>
                </a:lnTo>
                <a:lnTo>
                  <a:pt x="6461170" y="483539"/>
                </a:lnTo>
                <a:lnTo>
                  <a:pt x="6729372" y="481437"/>
                </a:lnTo>
                <a:lnTo>
                  <a:pt x="7001406" y="477234"/>
                </a:lnTo>
                <a:lnTo>
                  <a:pt x="7273439" y="473380"/>
                </a:lnTo>
                <a:lnTo>
                  <a:pt x="7549303" y="464973"/>
                </a:lnTo>
                <a:lnTo>
                  <a:pt x="7827722" y="456215"/>
                </a:lnTo>
                <a:lnTo>
                  <a:pt x="8106140" y="446056"/>
                </a:lnTo>
                <a:lnTo>
                  <a:pt x="8387114" y="431694"/>
                </a:lnTo>
                <a:lnTo>
                  <a:pt x="8670640" y="414528"/>
                </a:lnTo>
                <a:lnTo>
                  <a:pt x="8955446" y="398064"/>
                </a:lnTo>
                <a:lnTo>
                  <a:pt x="9240250" y="377045"/>
                </a:lnTo>
                <a:lnTo>
                  <a:pt x="9528886" y="351823"/>
                </a:lnTo>
                <a:lnTo>
                  <a:pt x="9813691" y="326601"/>
                </a:lnTo>
                <a:lnTo>
                  <a:pt x="10103603" y="297525"/>
                </a:lnTo>
                <a:lnTo>
                  <a:pt x="10394794" y="265647"/>
                </a:lnTo>
                <a:lnTo>
                  <a:pt x="10682153" y="232018"/>
                </a:lnTo>
                <a:lnTo>
                  <a:pt x="10973344" y="192783"/>
                </a:lnTo>
                <a:lnTo>
                  <a:pt x="11263257" y="150746"/>
                </a:lnTo>
                <a:lnTo>
                  <a:pt x="11554448" y="109060"/>
                </a:lnTo>
                <a:lnTo>
                  <a:pt x="11844360" y="60367"/>
                </a:lnTo>
                <a:lnTo>
                  <a:pt x="12132996" y="10623"/>
                </a:lnTo>
                <a:close/>
              </a:path>
            </a:pathLst>
          </a:custGeom>
          <a:solidFill>
            <a:srgbClr val="FFFFFF"/>
          </a:solid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grpSp>
        <p:nvGrpSpPr>
          <p:cNvPr id="20" name="Group 13">
            <a:extLst>
              <a:ext uri="{FF2B5EF4-FFF2-40B4-BE49-F238E27FC236}">
                <a16:creationId xmlns:a16="http://schemas.microsoft.com/office/drawing/2014/main" id="{992A2039-50D4-4D49-A79F-C82A1D9131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5" name="Rectangle 14">
              <a:extLst>
                <a:ext uri="{FF2B5EF4-FFF2-40B4-BE49-F238E27FC236}">
                  <a16:creationId xmlns:a16="http://schemas.microsoft.com/office/drawing/2014/main" id="{CC1C7165-8A3A-44EB-88D0-4EFA36A004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useBgFill="1">
          <p:nvSpPr>
            <p:cNvPr id="16" name="Freeform 5">
              <a:extLst>
                <a:ext uri="{FF2B5EF4-FFF2-40B4-BE49-F238E27FC236}">
                  <a16:creationId xmlns:a16="http://schemas.microsoft.com/office/drawing/2014/main" id="{A1081473-BB93-49A4-B605-4E20537397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txBody>
            <a:bodyPr/>
            <a:lstStyle/>
            <a:p>
              <a:endParaRPr lang="es-AR"/>
            </a:p>
          </p:txBody>
        </p:sp>
      </p:grpSp>
      <p:sp>
        <p:nvSpPr>
          <p:cNvPr id="2" name="Título 1">
            <a:extLst>
              <a:ext uri="{FF2B5EF4-FFF2-40B4-BE49-F238E27FC236}">
                <a16:creationId xmlns:a16="http://schemas.microsoft.com/office/drawing/2014/main" id="{F477EE5E-3B69-AE80-6F99-A8F4AF300549}"/>
              </a:ext>
            </a:extLst>
          </p:cNvPr>
          <p:cNvSpPr>
            <a:spLocks noGrp="1"/>
          </p:cNvSpPr>
          <p:nvPr>
            <p:ph type="title"/>
          </p:nvPr>
        </p:nvSpPr>
        <p:spPr>
          <a:xfrm>
            <a:off x="1683171" y="838200"/>
            <a:ext cx="8825659" cy="977902"/>
          </a:xfrm>
        </p:spPr>
        <p:txBody>
          <a:bodyPr>
            <a:normAutofit/>
          </a:bodyPr>
          <a:lstStyle/>
          <a:p>
            <a:pPr algn="ctr"/>
            <a:r>
              <a:rPr lang="es-AR">
                <a:solidFill>
                  <a:srgbClr val="EBEBEB"/>
                </a:solidFill>
              </a:rPr>
              <a:t>Empresas que usan BI</a:t>
            </a:r>
          </a:p>
        </p:txBody>
      </p:sp>
      <p:sp>
        <p:nvSpPr>
          <p:cNvPr id="3" name="Marcador de contenido 2">
            <a:extLst>
              <a:ext uri="{FF2B5EF4-FFF2-40B4-BE49-F238E27FC236}">
                <a16:creationId xmlns:a16="http://schemas.microsoft.com/office/drawing/2014/main" id="{8C4B6615-BFBA-E2DB-8345-B088A86DCC1E}"/>
              </a:ext>
            </a:extLst>
          </p:cNvPr>
          <p:cNvSpPr>
            <a:spLocks noGrp="1"/>
          </p:cNvSpPr>
          <p:nvPr>
            <p:ph idx="1"/>
          </p:nvPr>
        </p:nvSpPr>
        <p:spPr>
          <a:xfrm>
            <a:off x="1683171" y="2757942"/>
            <a:ext cx="8825659" cy="3261857"/>
          </a:xfrm>
        </p:spPr>
        <p:txBody>
          <a:bodyPr>
            <a:normAutofit/>
          </a:bodyPr>
          <a:lstStyle/>
          <a:p>
            <a:r>
              <a:rPr lang="es-AR" sz="2000">
                <a:solidFill>
                  <a:srgbClr val="404040"/>
                </a:solidFill>
              </a:rPr>
              <a:t>BBVA</a:t>
            </a:r>
          </a:p>
          <a:p>
            <a:r>
              <a:rPr lang="es-AR" sz="2000">
                <a:solidFill>
                  <a:srgbClr val="404040"/>
                </a:solidFill>
              </a:rPr>
              <a:t>Grupo Bimbo</a:t>
            </a:r>
          </a:p>
          <a:p>
            <a:r>
              <a:rPr lang="es-AR" sz="2000">
                <a:solidFill>
                  <a:srgbClr val="404040"/>
                </a:solidFill>
              </a:rPr>
              <a:t>Coca Cola</a:t>
            </a:r>
          </a:p>
          <a:p>
            <a:r>
              <a:rPr lang="es-AR" sz="2000">
                <a:solidFill>
                  <a:srgbClr val="404040"/>
                </a:solidFill>
              </a:rPr>
              <a:t>Sodimac</a:t>
            </a:r>
          </a:p>
          <a:p>
            <a:r>
              <a:rPr lang="es-AR" sz="2000">
                <a:solidFill>
                  <a:srgbClr val="404040"/>
                </a:solidFill>
              </a:rPr>
              <a:t>Inka Crops</a:t>
            </a:r>
          </a:p>
          <a:p>
            <a:r>
              <a:rPr lang="es-AR" sz="2000">
                <a:solidFill>
                  <a:srgbClr val="404040"/>
                </a:solidFill>
              </a:rPr>
              <a:t>Entre Otras</a:t>
            </a:r>
          </a:p>
        </p:txBody>
      </p:sp>
      <p:pic>
        <p:nvPicPr>
          <p:cNvPr id="4" name="object 12">
            <a:extLst>
              <a:ext uri="{FF2B5EF4-FFF2-40B4-BE49-F238E27FC236}">
                <a16:creationId xmlns:a16="http://schemas.microsoft.com/office/drawing/2014/main" id="{07CEC6F9-6626-B2C7-16B2-4C3B07974028}"/>
              </a:ext>
            </a:extLst>
          </p:cNvPr>
          <p:cNvPicPr/>
          <p:nvPr/>
        </p:nvPicPr>
        <p:blipFill>
          <a:blip r:embed="rId2"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1056015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s-AR"/>
            </a:p>
          </p:txBody>
        </p:sp>
      </p:grpSp>
      <p:sp>
        <p:nvSpPr>
          <p:cNvPr id="2" name="Título 1">
            <a:extLst>
              <a:ext uri="{FF2B5EF4-FFF2-40B4-BE49-F238E27FC236}">
                <a16:creationId xmlns:a16="http://schemas.microsoft.com/office/drawing/2014/main" id="{DD089E0F-D605-8FEE-6D91-EE33146413CC}"/>
              </a:ext>
            </a:extLst>
          </p:cNvPr>
          <p:cNvSpPr>
            <a:spLocks noGrp="1"/>
          </p:cNvSpPr>
          <p:nvPr>
            <p:ph type="title"/>
          </p:nvPr>
        </p:nvSpPr>
        <p:spPr>
          <a:xfrm>
            <a:off x="1154954" y="973668"/>
            <a:ext cx="8761413" cy="706964"/>
          </a:xfrm>
        </p:spPr>
        <p:txBody>
          <a:bodyPr>
            <a:normAutofit/>
          </a:bodyPr>
          <a:lstStyle/>
          <a:p>
            <a:r>
              <a:rPr lang="es-AR">
                <a:solidFill>
                  <a:srgbClr val="FFFFFF"/>
                </a:solidFill>
              </a:rPr>
              <a:t>Para debatir en clase…</a:t>
            </a:r>
          </a:p>
        </p:txBody>
      </p:sp>
      <p:sp>
        <p:nvSpPr>
          <p:cNvPr id="13" name="Rectangle 1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graphicFrame>
        <p:nvGraphicFramePr>
          <p:cNvPr id="5" name="Marcador de contenido 2">
            <a:extLst>
              <a:ext uri="{FF2B5EF4-FFF2-40B4-BE49-F238E27FC236}">
                <a16:creationId xmlns:a16="http://schemas.microsoft.com/office/drawing/2014/main" id="{B6BF40D2-85F8-ED0F-DDD4-106C9D66D96C}"/>
              </a:ext>
            </a:extLst>
          </p:cNvPr>
          <p:cNvGraphicFramePr>
            <a:graphicFrameLocks noGrp="1"/>
          </p:cNvGraphicFramePr>
          <p:nvPr>
            <p:ph idx="1"/>
            <p:extLst>
              <p:ext uri="{D42A27DB-BD31-4B8C-83A1-F6EECF244321}">
                <p14:modId xmlns:p14="http://schemas.microsoft.com/office/powerpoint/2010/main" val="922324392"/>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object 12">
            <a:extLst>
              <a:ext uri="{FF2B5EF4-FFF2-40B4-BE49-F238E27FC236}">
                <a16:creationId xmlns:a16="http://schemas.microsoft.com/office/drawing/2014/main" id="{38F88CA0-3DDF-7F3F-A2BF-75350EB7354E}"/>
              </a:ext>
            </a:extLst>
          </p:cNvPr>
          <p:cNvPicPr/>
          <p:nvPr/>
        </p:nvPicPr>
        <p:blipFill>
          <a:blip r:embed="rId8"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2877168044"/>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2" name="Straight Connector 41">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4"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45"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46" name="Isosceles Triangle 45">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47"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48"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49"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50" name="Isosceles Triangle 49">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51" name="Isosceles Triangle 50">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grpSp>
      <p:pic>
        <p:nvPicPr>
          <p:cNvPr id="23" name="Picture 3" descr="Diseño de piso de cuadros de colores brillantes">
            <a:extLst>
              <a:ext uri="{FF2B5EF4-FFF2-40B4-BE49-F238E27FC236}">
                <a16:creationId xmlns:a16="http://schemas.microsoft.com/office/drawing/2014/main" id="{D596EAC0-64E8-A8DA-ACC8-036D3C4100C3}"/>
              </a:ext>
            </a:extLst>
          </p:cNvPr>
          <p:cNvPicPr>
            <a:picLocks noChangeAspect="1"/>
          </p:cNvPicPr>
          <p:nvPr/>
        </p:nvPicPr>
        <p:blipFill>
          <a:blip r:embed="rId2"/>
          <a:srcRect l="18499" t="9091" r="10615"/>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ítulo 1">
            <a:extLst>
              <a:ext uri="{FF2B5EF4-FFF2-40B4-BE49-F238E27FC236}">
                <a16:creationId xmlns:a16="http://schemas.microsoft.com/office/drawing/2014/main" id="{7846F60C-68A6-B5DD-C74C-93C06B97FC39}"/>
              </a:ext>
            </a:extLst>
          </p:cNvPr>
          <p:cNvSpPr>
            <a:spLocks noGrp="1"/>
          </p:cNvSpPr>
          <p:nvPr>
            <p:ph type="title"/>
          </p:nvPr>
        </p:nvSpPr>
        <p:spPr>
          <a:xfrm>
            <a:off x="668867" y="1678666"/>
            <a:ext cx="4088190" cy="2369093"/>
          </a:xfrm>
        </p:spPr>
        <p:txBody>
          <a:bodyPr vert="horz" lIns="91440" tIns="45720" rIns="91440" bIns="45720" rtlCol="0" anchor="b">
            <a:normAutofit/>
          </a:bodyPr>
          <a:lstStyle/>
          <a:p>
            <a:pPr algn="r"/>
            <a:r>
              <a:rPr lang="en-US" sz="4800"/>
              <a:t>Data Minning</a:t>
            </a:r>
          </a:p>
        </p:txBody>
      </p:sp>
      <p:cxnSp>
        <p:nvCxnSpPr>
          <p:cNvPr id="53" name="Straight Connector 52">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7"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59"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61"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63"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65"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67"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69"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pic>
        <p:nvPicPr>
          <p:cNvPr id="3" name="object 12">
            <a:extLst>
              <a:ext uri="{FF2B5EF4-FFF2-40B4-BE49-F238E27FC236}">
                <a16:creationId xmlns:a16="http://schemas.microsoft.com/office/drawing/2014/main" id="{E3501754-08C0-00C9-92E5-DADAEFC04D10}"/>
              </a:ext>
            </a:extLst>
          </p:cNvPr>
          <p:cNvPicPr/>
          <p:nvPr/>
        </p:nvPicPr>
        <p:blipFill>
          <a:blip r:embed="rId3"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251458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9">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4"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5" name="Isosceles Triangle 14">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6"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7"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8"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9" name="Isosceles Triangle 18">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0" name="Isosceles Triangle 19">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grpSp>
      <p:sp>
        <p:nvSpPr>
          <p:cNvPr id="2" name="Título 1">
            <a:extLst>
              <a:ext uri="{FF2B5EF4-FFF2-40B4-BE49-F238E27FC236}">
                <a16:creationId xmlns:a16="http://schemas.microsoft.com/office/drawing/2014/main" id="{9B30B2BD-679C-8D87-EDC0-1196462DA9A7}"/>
              </a:ext>
            </a:extLst>
          </p:cNvPr>
          <p:cNvSpPr>
            <a:spLocks noGrp="1"/>
          </p:cNvSpPr>
          <p:nvPr>
            <p:ph type="title"/>
          </p:nvPr>
        </p:nvSpPr>
        <p:spPr>
          <a:xfrm>
            <a:off x="4974337" y="1265314"/>
            <a:ext cx="4299666" cy="3249131"/>
          </a:xfrm>
        </p:spPr>
        <p:txBody>
          <a:bodyPr vert="horz" lIns="91440" tIns="45720" rIns="91440" bIns="45720" rtlCol="0" anchor="b">
            <a:normAutofit/>
          </a:bodyPr>
          <a:lstStyle/>
          <a:p>
            <a:pPr>
              <a:lnSpc>
                <a:spcPct val="90000"/>
              </a:lnSpc>
            </a:pPr>
            <a:r>
              <a:rPr lang="en-US" sz="3800" kern="1200" dirty="0">
                <a:solidFill>
                  <a:schemeClr val="accent1"/>
                </a:solidFill>
                <a:latin typeface="+mj-lt"/>
                <a:ea typeface="+mj-ea"/>
                <a:cs typeface="+mj-cs"/>
              </a:rPr>
              <a:t>“Un supermercado descubre que quienes compran pañales también compran gaseosas”</a:t>
            </a:r>
          </a:p>
        </p:txBody>
      </p:sp>
      <p:sp>
        <p:nvSpPr>
          <p:cNvPr id="25" name="Isosceles Triangle 21">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pic>
        <p:nvPicPr>
          <p:cNvPr id="26" name="Graphic 6" descr="Shopping basket">
            <a:extLst>
              <a:ext uri="{FF2B5EF4-FFF2-40B4-BE49-F238E27FC236}">
                <a16:creationId xmlns:a16="http://schemas.microsoft.com/office/drawing/2014/main" id="{0AB1AFD9-DA55-B803-2FC7-294EF3C2488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spTree>
    <p:extLst>
      <p:ext uri="{BB962C8B-B14F-4D97-AF65-F5344CB8AC3E}">
        <p14:creationId xmlns:p14="http://schemas.microsoft.com/office/powerpoint/2010/main" val="23848290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1D47E9-9FF7-AC27-4C36-09F027B2E8FC}"/>
              </a:ext>
            </a:extLst>
          </p:cNvPr>
          <p:cNvSpPr>
            <a:spLocks noGrp="1"/>
          </p:cNvSpPr>
          <p:nvPr>
            <p:ph type="title"/>
          </p:nvPr>
        </p:nvSpPr>
        <p:spPr>
          <a:xfrm>
            <a:off x="2849562" y="609600"/>
            <a:ext cx="6424440" cy="1320800"/>
          </a:xfrm>
        </p:spPr>
        <p:txBody>
          <a:bodyPr>
            <a:normAutofit/>
          </a:bodyPr>
          <a:lstStyle/>
          <a:p>
            <a:r>
              <a:rPr lang="es-AR" dirty="0"/>
              <a:t>Data </a:t>
            </a:r>
            <a:r>
              <a:rPr lang="es-AR" dirty="0" err="1"/>
              <a:t>Mining</a:t>
            </a:r>
            <a:r>
              <a:rPr lang="es-AR" dirty="0"/>
              <a:t>-Definición</a:t>
            </a:r>
          </a:p>
        </p:txBody>
      </p:sp>
      <p:pic>
        <p:nvPicPr>
          <p:cNvPr id="5" name="Picture 4" descr="Gráfico económico digital">
            <a:extLst>
              <a:ext uri="{FF2B5EF4-FFF2-40B4-BE49-F238E27FC236}">
                <a16:creationId xmlns:a16="http://schemas.microsoft.com/office/drawing/2014/main" id="{EFF03B7B-1664-2FD6-59AD-214339169E95}"/>
              </a:ext>
            </a:extLst>
          </p:cNvPr>
          <p:cNvPicPr>
            <a:picLocks noChangeAspect="1"/>
          </p:cNvPicPr>
          <p:nvPr/>
        </p:nvPicPr>
        <p:blipFill>
          <a:blip r:embed="rId2"/>
          <a:srcRect l="49275" r="28332" b="-1"/>
          <a:stretch>
            <a:fillRect/>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9" name="Isosceles Triangle 8">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 name="Marcador de contenido 2">
            <a:extLst>
              <a:ext uri="{FF2B5EF4-FFF2-40B4-BE49-F238E27FC236}">
                <a16:creationId xmlns:a16="http://schemas.microsoft.com/office/drawing/2014/main" id="{6EFB5E94-52EA-CE8A-772E-BC21E928646A}"/>
              </a:ext>
            </a:extLst>
          </p:cNvPr>
          <p:cNvSpPr>
            <a:spLocks noGrp="1"/>
          </p:cNvSpPr>
          <p:nvPr>
            <p:ph idx="1"/>
          </p:nvPr>
        </p:nvSpPr>
        <p:spPr>
          <a:xfrm>
            <a:off x="2849562" y="2160589"/>
            <a:ext cx="6424440" cy="3880773"/>
          </a:xfrm>
        </p:spPr>
        <p:txBody>
          <a:bodyPr>
            <a:normAutofit/>
          </a:bodyPr>
          <a:lstStyle/>
          <a:p>
            <a:pPr marL="0" indent="0" algn="just">
              <a:buNone/>
            </a:pPr>
            <a:r>
              <a:rPr lang="es-MX" dirty="0"/>
              <a:t>La minería de datos o </a:t>
            </a:r>
            <a:r>
              <a:rPr lang="es-MX" i="1" dirty="0"/>
              <a:t>data </a:t>
            </a:r>
            <a:r>
              <a:rPr lang="es-MX" i="1" dirty="0" err="1"/>
              <a:t>mining</a:t>
            </a:r>
            <a:r>
              <a:rPr lang="es-MX" dirty="0"/>
              <a:t> es un proceso técnico y automatizado que analiza grandes volúmenes de información (Big Data) para descubrir patrones, tendencias, anomalías y correlaciones ocultas. Utiliza técnicas estadísticas y de inteligencia artificial para convertir datos brutos en conocimiento estratégico, permitiendo a las empresas predecir comportamientos, reducir costos y tomar mejores decisiones</a:t>
            </a:r>
            <a:endParaRPr lang="es-AR" dirty="0"/>
          </a:p>
        </p:txBody>
      </p:sp>
      <p:sp>
        <p:nvSpPr>
          <p:cNvPr id="4" name="Marcador de pie de página 3">
            <a:extLst>
              <a:ext uri="{FF2B5EF4-FFF2-40B4-BE49-F238E27FC236}">
                <a16:creationId xmlns:a16="http://schemas.microsoft.com/office/drawing/2014/main" id="{559EFF48-59DE-17E8-C2AF-65BF6352369D}"/>
              </a:ext>
            </a:extLst>
          </p:cNvPr>
          <p:cNvSpPr>
            <a:spLocks noGrp="1"/>
          </p:cNvSpPr>
          <p:nvPr>
            <p:ph type="ftr" sz="quarter" idx="11"/>
          </p:nvPr>
        </p:nvSpPr>
        <p:spPr/>
        <p:txBody>
          <a:bodyPr/>
          <a:lstStyle/>
          <a:p>
            <a:r>
              <a:rPr lang="en-US"/>
              <a:t>Lic. Gustavo E. Escandell</a:t>
            </a:r>
            <a:endParaRPr lang="en-US" dirty="0"/>
          </a:p>
        </p:txBody>
      </p:sp>
    </p:spTree>
    <p:extLst>
      <p:ext uri="{BB962C8B-B14F-4D97-AF65-F5344CB8AC3E}">
        <p14:creationId xmlns:p14="http://schemas.microsoft.com/office/powerpoint/2010/main" val="3094243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56E356-E96B-E98F-B31F-603CFA9CAAA6}"/>
              </a:ext>
            </a:extLst>
          </p:cNvPr>
          <p:cNvSpPr>
            <a:spLocks noGrp="1"/>
          </p:cNvSpPr>
          <p:nvPr>
            <p:ph type="title"/>
          </p:nvPr>
        </p:nvSpPr>
        <p:spPr/>
        <p:txBody>
          <a:bodyPr/>
          <a:lstStyle/>
          <a:p>
            <a:r>
              <a:rPr lang="es-AR" dirty="0"/>
              <a:t>Objetivos de Data </a:t>
            </a:r>
            <a:r>
              <a:rPr lang="es-AR" dirty="0" err="1"/>
              <a:t>Mining</a:t>
            </a:r>
            <a:endParaRPr lang="es-AR" dirty="0"/>
          </a:p>
        </p:txBody>
      </p:sp>
      <p:graphicFrame>
        <p:nvGraphicFramePr>
          <p:cNvPr id="5" name="Marcador de contenido 2">
            <a:extLst>
              <a:ext uri="{FF2B5EF4-FFF2-40B4-BE49-F238E27FC236}">
                <a16:creationId xmlns:a16="http://schemas.microsoft.com/office/drawing/2014/main" id="{4A6D34FE-47F2-9DB9-E6DE-C1DFC32863DF}"/>
              </a:ext>
            </a:extLst>
          </p:cNvPr>
          <p:cNvGraphicFramePr>
            <a:graphicFrameLocks noGrp="1"/>
          </p:cNvGraphicFramePr>
          <p:nvPr>
            <p:ph idx="1"/>
          </p:nvPr>
        </p:nvGraphicFramePr>
        <p:xfrm>
          <a:off x="677334" y="2160589"/>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27672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39EB53-557B-C81E-EE3A-3E2BF9DDBA25}"/>
              </a:ext>
            </a:extLst>
          </p:cNvPr>
          <p:cNvSpPr>
            <a:spLocks noGrp="1"/>
          </p:cNvSpPr>
          <p:nvPr>
            <p:ph type="title"/>
          </p:nvPr>
        </p:nvSpPr>
        <p:spPr>
          <a:xfrm>
            <a:off x="677334" y="609600"/>
            <a:ext cx="8596668" cy="1320800"/>
          </a:xfrm>
        </p:spPr>
        <p:txBody>
          <a:bodyPr>
            <a:normAutofit/>
          </a:bodyPr>
          <a:lstStyle/>
          <a:p>
            <a:r>
              <a:rPr lang="es-AR"/>
              <a:t>Para que sirve?</a:t>
            </a:r>
            <a:endParaRPr lang="es-AR" dirty="0"/>
          </a:p>
        </p:txBody>
      </p:sp>
      <p:graphicFrame>
        <p:nvGraphicFramePr>
          <p:cNvPr id="5" name="Marcador de contenido 2">
            <a:extLst>
              <a:ext uri="{FF2B5EF4-FFF2-40B4-BE49-F238E27FC236}">
                <a16:creationId xmlns:a16="http://schemas.microsoft.com/office/drawing/2014/main" id="{DAD4F81E-E0A8-1405-9D31-1B7A78AF765D}"/>
              </a:ext>
            </a:extLst>
          </p:cNvPr>
          <p:cNvGraphicFramePr>
            <a:graphicFrameLocks noGrp="1"/>
          </p:cNvGraphicFramePr>
          <p:nvPr>
            <p:ph idx="1"/>
            <p:extLst>
              <p:ext uri="{D42A27DB-BD31-4B8C-83A1-F6EECF244321}">
                <p14:modId xmlns:p14="http://schemas.microsoft.com/office/powerpoint/2010/main" val="4077132720"/>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8849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D104A-91D2-CB03-4D2B-E0621AF93982}"/>
              </a:ext>
            </a:extLst>
          </p:cNvPr>
          <p:cNvSpPr>
            <a:spLocks noGrp="1"/>
          </p:cNvSpPr>
          <p:nvPr>
            <p:ph type="title"/>
          </p:nvPr>
        </p:nvSpPr>
        <p:spPr>
          <a:xfrm>
            <a:off x="677334" y="609600"/>
            <a:ext cx="8596668" cy="1320800"/>
          </a:xfrm>
        </p:spPr>
        <p:txBody>
          <a:bodyPr>
            <a:normAutofit/>
          </a:bodyPr>
          <a:lstStyle/>
          <a:p>
            <a:r>
              <a:rPr lang="es-AR" dirty="0"/>
              <a:t>Características</a:t>
            </a:r>
          </a:p>
        </p:txBody>
      </p:sp>
      <p:graphicFrame>
        <p:nvGraphicFramePr>
          <p:cNvPr id="5" name="Marcador de contenido 2">
            <a:extLst>
              <a:ext uri="{FF2B5EF4-FFF2-40B4-BE49-F238E27FC236}">
                <a16:creationId xmlns:a16="http://schemas.microsoft.com/office/drawing/2014/main" id="{3287C80F-62EB-914D-8535-199CC2D2D091}"/>
              </a:ext>
            </a:extLst>
          </p:cNvPr>
          <p:cNvGraphicFramePr>
            <a:graphicFrameLocks noGrp="1"/>
          </p:cNvGraphicFramePr>
          <p:nvPr>
            <p:ph idx="1"/>
            <p:extLst>
              <p:ext uri="{D42A27DB-BD31-4B8C-83A1-F6EECF244321}">
                <p14:modId xmlns:p14="http://schemas.microsoft.com/office/powerpoint/2010/main" val="1548881472"/>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62890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795C2F-F4CB-47DC-6EFA-A5B55B46FF31}"/>
              </a:ext>
            </a:extLst>
          </p:cNvPr>
          <p:cNvSpPr>
            <a:spLocks noGrp="1"/>
          </p:cNvSpPr>
          <p:nvPr>
            <p:ph type="title"/>
          </p:nvPr>
        </p:nvSpPr>
        <p:spPr>
          <a:xfrm>
            <a:off x="2849562" y="609600"/>
            <a:ext cx="6424440" cy="1320800"/>
          </a:xfrm>
        </p:spPr>
        <p:txBody>
          <a:bodyPr>
            <a:normAutofit/>
          </a:bodyPr>
          <a:lstStyle/>
          <a:p>
            <a:r>
              <a:rPr lang="es-AR" dirty="0"/>
              <a:t>Procesos de Minería de Datos</a:t>
            </a:r>
          </a:p>
        </p:txBody>
      </p:sp>
      <p:pic>
        <p:nvPicPr>
          <p:cNvPr id="5" name="Picture 4" descr="Desinfectante para manos en aerosol">
            <a:extLst>
              <a:ext uri="{FF2B5EF4-FFF2-40B4-BE49-F238E27FC236}">
                <a16:creationId xmlns:a16="http://schemas.microsoft.com/office/drawing/2014/main" id="{68C8992F-204E-C06D-96A7-6B313A6E5D24}"/>
              </a:ext>
            </a:extLst>
          </p:cNvPr>
          <p:cNvPicPr>
            <a:picLocks noChangeAspect="1"/>
          </p:cNvPicPr>
          <p:nvPr/>
        </p:nvPicPr>
        <p:blipFill>
          <a:blip r:embed="rId2"/>
          <a:srcRect l="27029" r="46398" b="1"/>
          <a:stretch>
            <a:fillRect/>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9" name="Isosceles Triangle 8">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 name="Marcador de contenido 2">
            <a:extLst>
              <a:ext uri="{FF2B5EF4-FFF2-40B4-BE49-F238E27FC236}">
                <a16:creationId xmlns:a16="http://schemas.microsoft.com/office/drawing/2014/main" id="{8709CEC0-6990-1311-8AFC-D9C5875CA74A}"/>
              </a:ext>
            </a:extLst>
          </p:cNvPr>
          <p:cNvSpPr>
            <a:spLocks noGrp="1"/>
          </p:cNvSpPr>
          <p:nvPr>
            <p:ph idx="1"/>
          </p:nvPr>
        </p:nvSpPr>
        <p:spPr>
          <a:xfrm>
            <a:off x="2849562" y="2160589"/>
            <a:ext cx="6424440" cy="3880773"/>
          </a:xfrm>
        </p:spPr>
        <p:txBody>
          <a:bodyPr>
            <a:normAutofit/>
          </a:bodyPr>
          <a:lstStyle/>
          <a:p>
            <a:r>
              <a:rPr lang="es-MX" b="1" dirty="0"/>
              <a:t>Selección:</a:t>
            </a:r>
            <a:r>
              <a:rPr lang="es-MX" dirty="0"/>
              <a:t> Definir los conjuntos de datos relevantes.</a:t>
            </a:r>
          </a:p>
          <a:p>
            <a:r>
              <a:rPr lang="es-MX" b="1" dirty="0"/>
              <a:t>Limpieza:</a:t>
            </a:r>
            <a:r>
              <a:rPr lang="es-MX" dirty="0"/>
              <a:t> Eliminar ruido, errores y datos duplicados.</a:t>
            </a:r>
          </a:p>
          <a:p>
            <a:r>
              <a:rPr lang="es-MX" b="1" dirty="0"/>
              <a:t>Reducción:</a:t>
            </a:r>
            <a:r>
              <a:rPr lang="es-MX" dirty="0"/>
              <a:t> Seleccionar las características más relevantes para el análisis.</a:t>
            </a:r>
          </a:p>
          <a:p>
            <a:r>
              <a:rPr lang="es-MX" b="1" dirty="0"/>
              <a:t>Transformación:</a:t>
            </a:r>
            <a:r>
              <a:rPr lang="es-MX" dirty="0"/>
              <a:t> Adaptar los datos al formato necesario para el modelado.</a:t>
            </a:r>
          </a:p>
          <a:p>
            <a:r>
              <a:rPr lang="es-MX" b="1" dirty="0"/>
              <a:t>Extracción (Minado):</a:t>
            </a:r>
            <a:r>
              <a:rPr lang="es-MX" dirty="0"/>
              <a:t> Aplicar los algoritmos para encontrar los patrones.</a:t>
            </a:r>
          </a:p>
          <a:p>
            <a:r>
              <a:rPr lang="es-MX" b="1" dirty="0"/>
              <a:t>Interpretación/Evaluación:</a:t>
            </a:r>
            <a:r>
              <a:rPr lang="es-MX" dirty="0"/>
              <a:t> Analizar los patrones encontrados para obtener conclusiones</a:t>
            </a:r>
          </a:p>
        </p:txBody>
      </p:sp>
    </p:spTree>
    <p:extLst>
      <p:ext uri="{BB962C8B-B14F-4D97-AF65-F5344CB8AC3E}">
        <p14:creationId xmlns:p14="http://schemas.microsoft.com/office/powerpoint/2010/main" val="26786609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12F5AD-9CE2-5BCE-B95C-7EC267749DD1}"/>
              </a:ext>
            </a:extLst>
          </p:cNvPr>
          <p:cNvSpPr>
            <a:spLocks noGrp="1"/>
          </p:cNvSpPr>
          <p:nvPr>
            <p:ph type="title"/>
          </p:nvPr>
        </p:nvSpPr>
        <p:spPr>
          <a:xfrm>
            <a:off x="5536734" y="609600"/>
            <a:ext cx="3737268" cy="1320800"/>
          </a:xfrm>
        </p:spPr>
        <p:txBody>
          <a:bodyPr>
            <a:normAutofit/>
          </a:bodyPr>
          <a:lstStyle/>
          <a:p>
            <a:r>
              <a:rPr lang="es-AR" dirty="0"/>
              <a:t>Técnicas</a:t>
            </a:r>
          </a:p>
        </p:txBody>
      </p:sp>
      <p:sp>
        <p:nvSpPr>
          <p:cNvPr id="3" name="Marcador de contenido 2">
            <a:extLst>
              <a:ext uri="{FF2B5EF4-FFF2-40B4-BE49-F238E27FC236}">
                <a16:creationId xmlns:a16="http://schemas.microsoft.com/office/drawing/2014/main" id="{8D124564-1587-9E6A-2507-8266B9E19E27}"/>
              </a:ext>
            </a:extLst>
          </p:cNvPr>
          <p:cNvSpPr>
            <a:spLocks noGrp="1"/>
          </p:cNvSpPr>
          <p:nvPr>
            <p:ph idx="1"/>
          </p:nvPr>
        </p:nvSpPr>
        <p:spPr>
          <a:xfrm>
            <a:off x="5209563" y="2160589"/>
            <a:ext cx="4064439" cy="3880773"/>
          </a:xfrm>
        </p:spPr>
        <p:txBody>
          <a:bodyPr>
            <a:normAutofit/>
          </a:bodyPr>
          <a:lstStyle/>
          <a:p>
            <a:pPr>
              <a:lnSpc>
                <a:spcPct val="90000"/>
              </a:lnSpc>
            </a:pPr>
            <a:r>
              <a:rPr lang="es-MX" sz="1400" b="1"/>
              <a:t>Clasificación:</a:t>
            </a:r>
            <a:r>
              <a:rPr lang="es-MX" sz="1400"/>
              <a:t> Técnica predictiva que asigna elementos a categorías predefinidas, como determinar si un cliente "comprará" o "no comprará".</a:t>
            </a:r>
          </a:p>
          <a:p>
            <a:pPr>
              <a:lnSpc>
                <a:spcPct val="90000"/>
              </a:lnSpc>
            </a:pPr>
            <a:r>
              <a:rPr lang="es-MX" sz="1400" b="1"/>
              <a:t>Agrupamiento (</a:t>
            </a:r>
            <a:r>
              <a:rPr lang="es-MX" sz="1400" b="1" err="1"/>
              <a:t>Clustering</a:t>
            </a:r>
            <a:r>
              <a:rPr lang="es-MX" sz="1400" b="1"/>
              <a:t>):</a:t>
            </a:r>
            <a:r>
              <a:rPr lang="es-MX" sz="1400"/>
              <a:t> Técnica descriptiva que agrupa datos sin etiquetas previas en conjuntos (</a:t>
            </a:r>
            <a:r>
              <a:rPr lang="es-MX" sz="1400" err="1"/>
              <a:t>clusters</a:t>
            </a:r>
            <a:r>
              <a:rPr lang="es-MX" sz="1400"/>
              <a:t>) basados en similitudes, común en la segmentación de clientes.</a:t>
            </a:r>
          </a:p>
          <a:p>
            <a:pPr>
              <a:lnSpc>
                <a:spcPct val="90000"/>
              </a:lnSpc>
            </a:pPr>
            <a:r>
              <a:rPr lang="es-MX" sz="1400" b="1"/>
              <a:t>Reglas de Asociación:</a:t>
            </a:r>
            <a:r>
              <a:rPr lang="es-MX" sz="1400"/>
              <a:t> Encuentra relaciones entre variables, identificando qué elementos suelen aparecer juntos, muy usado en análisis de cestas de compra.</a:t>
            </a:r>
          </a:p>
          <a:p>
            <a:pPr>
              <a:lnSpc>
                <a:spcPct val="90000"/>
              </a:lnSpc>
            </a:pPr>
            <a:r>
              <a:rPr lang="es-MX" sz="1400" b="1"/>
              <a:t>Árboles de Decisión:</a:t>
            </a:r>
            <a:r>
              <a:rPr lang="es-MX" sz="1400"/>
              <a:t> Modelo visual que representa reglas de decisión para clasificar casos o predecir resultados basados en datos históricos.</a:t>
            </a:r>
          </a:p>
        </p:txBody>
      </p:sp>
      <p:pic>
        <p:nvPicPr>
          <p:cNvPr id="5" name="Picture 4" descr="Fórmulas químicas escritas en papel">
            <a:extLst>
              <a:ext uri="{FF2B5EF4-FFF2-40B4-BE49-F238E27FC236}">
                <a16:creationId xmlns:a16="http://schemas.microsoft.com/office/drawing/2014/main" id="{3C212C2C-3389-2AB4-BAA3-9292D1CB8E9D}"/>
              </a:ext>
            </a:extLst>
          </p:cNvPr>
          <p:cNvPicPr>
            <a:picLocks noChangeAspect="1"/>
          </p:cNvPicPr>
          <p:nvPr/>
        </p:nvPicPr>
        <p:blipFill>
          <a:blip r:embed="rId2"/>
          <a:srcRect l="25443" r="30307"/>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4" name="Isosceles Triangle 13">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Tree>
    <p:extLst>
      <p:ext uri="{BB962C8B-B14F-4D97-AF65-F5344CB8AC3E}">
        <p14:creationId xmlns:p14="http://schemas.microsoft.com/office/powerpoint/2010/main" val="10144389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0B1804-0DAD-B249-4086-BDBEFF2E586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3BDBE27-D706-797D-E68A-DF1C93D3ACDC}"/>
              </a:ext>
            </a:extLst>
          </p:cNvPr>
          <p:cNvSpPr>
            <a:spLocks noGrp="1"/>
          </p:cNvSpPr>
          <p:nvPr>
            <p:ph type="title"/>
          </p:nvPr>
        </p:nvSpPr>
        <p:spPr>
          <a:xfrm>
            <a:off x="1286933" y="609600"/>
            <a:ext cx="10197494" cy="1099457"/>
          </a:xfrm>
        </p:spPr>
        <p:txBody>
          <a:bodyPr>
            <a:normAutofit/>
          </a:bodyPr>
          <a:lstStyle/>
          <a:p>
            <a:r>
              <a:rPr lang="es-AR" dirty="0"/>
              <a:t>Técnicas</a:t>
            </a: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graphicFrame>
        <p:nvGraphicFramePr>
          <p:cNvPr id="5" name="Marcador de contenido 2">
            <a:extLst>
              <a:ext uri="{FF2B5EF4-FFF2-40B4-BE49-F238E27FC236}">
                <a16:creationId xmlns:a16="http://schemas.microsoft.com/office/drawing/2014/main" id="{BBC951D2-8645-341F-6B08-579427B53B7C}"/>
              </a:ext>
            </a:extLst>
          </p:cNvPr>
          <p:cNvGraphicFramePr>
            <a:graphicFrameLocks noGrp="1"/>
          </p:cNvGraphicFramePr>
          <p:nvPr>
            <p:ph idx="1"/>
            <p:extLst>
              <p:ext uri="{D42A27DB-BD31-4B8C-83A1-F6EECF244321}">
                <p14:modId xmlns:p14="http://schemas.microsoft.com/office/powerpoint/2010/main" val="93131538"/>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object 12">
            <a:extLst>
              <a:ext uri="{FF2B5EF4-FFF2-40B4-BE49-F238E27FC236}">
                <a16:creationId xmlns:a16="http://schemas.microsoft.com/office/drawing/2014/main" id="{9B03337F-1ED4-5C35-EEF9-4BFD735DCB32}"/>
              </a:ext>
            </a:extLst>
          </p:cNvPr>
          <p:cNvPicPr/>
          <p:nvPr/>
        </p:nvPicPr>
        <p:blipFill>
          <a:blip r:embed="rId7"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34665258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52ED567-06B3-4107-9773-BBB6BD786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62499F8-2ABD-71FA-27E8-76F95D7688CC}"/>
              </a:ext>
            </a:extLst>
          </p:cNvPr>
          <p:cNvSpPr>
            <a:spLocks noGrp="1"/>
          </p:cNvSpPr>
          <p:nvPr>
            <p:ph idx="1"/>
          </p:nvPr>
        </p:nvSpPr>
        <p:spPr>
          <a:xfrm>
            <a:off x="677334" y="1253067"/>
            <a:ext cx="6155266" cy="4351866"/>
          </a:xfrm>
        </p:spPr>
        <p:txBody>
          <a:bodyPr anchor="ctr">
            <a:normAutofit/>
          </a:bodyPr>
          <a:lstStyle/>
          <a:p>
            <a:pPr>
              <a:lnSpc>
                <a:spcPct val="90000"/>
              </a:lnSpc>
            </a:pPr>
            <a:r>
              <a:rPr lang="es-MX" sz="1400" b="1"/>
              <a:t>Ciberseguridad y detección de intrusos:</a:t>
            </a:r>
            <a:r>
              <a:rPr lang="es-MX" sz="1400"/>
              <a:t> Análisis del comportamiento del tráfico de red para identificar patrones anómalos que indican ataques o intrusiones en tiempo real.</a:t>
            </a:r>
          </a:p>
          <a:p>
            <a:pPr>
              <a:lnSpc>
                <a:spcPct val="90000"/>
              </a:lnSpc>
            </a:pPr>
            <a:r>
              <a:rPr lang="es-MX" sz="1400" b="1"/>
              <a:t>Mantenimiento predictivo de sistemas:</a:t>
            </a:r>
            <a:r>
              <a:rPr lang="es-MX" sz="1400"/>
              <a:t> Uso de datos de sensores para predecir fallos en servidores o componentes hardware antes de que ocurran.</a:t>
            </a:r>
          </a:p>
          <a:p>
            <a:pPr>
              <a:lnSpc>
                <a:spcPct val="90000"/>
              </a:lnSpc>
            </a:pPr>
            <a:r>
              <a:rPr lang="es-MX" sz="1400" b="1"/>
              <a:t>Análisis de Logs y Rendimiento:</a:t>
            </a:r>
            <a:r>
              <a:rPr lang="es-MX" sz="1400"/>
              <a:t> Minería de archivos de registro (logs) para encontrar causas raíz de errores en aplicaciones o cuellos de botella en la infraestructura.</a:t>
            </a:r>
          </a:p>
          <a:p>
            <a:pPr>
              <a:lnSpc>
                <a:spcPct val="90000"/>
              </a:lnSpc>
            </a:pPr>
            <a:r>
              <a:rPr lang="es-MX" sz="1400" b="1"/>
              <a:t>Minería de Datos Web (Web </a:t>
            </a:r>
            <a:r>
              <a:rPr lang="es-MX" sz="1400" b="1" err="1"/>
              <a:t>Mining</a:t>
            </a:r>
            <a:r>
              <a:rPr lang="es-MX" sz="1400" b="1"/>
              <a:t>):</a:t>
            </a:r>
            <a:r>
              <a:rPr lang="es-MX" sz="1400"/>
              <a:t> Análisis del comportamiento del usuario en sitios web para personalizar la interfaz, mejorar la navegación y predecir clics.</a:t>
            </a:r>
          </a:p>
          <a:p>
            <a:pPr>
              <a:lnSpc>
                <a:spcPct val="90000"/>
              </a:lnSpc>
            </a:pPr>
            <a:r>
              <a:rPr lang="es-MX" sz="1400" b="1"/>
              <a:t>Sistemas de Recomendación:</a:t>
            </a:r>
            <a:r>
              <a:rPr lang="es-MX" sz="1400"/>
              <a:t> Algoritmos (como en Netflix o Spotify) que analizan el historial de búsquedas y visualizaciones para sugerir contenido.</a:t>
            </a:r>
          </a:p>
          <a:p>
            <a:pPr>
              <a:lnSpc>
                <a:spcPct val="90000"/>
              </a:lnSpc>
            </a:pPr>
            <a:r>
              <a:rPr lang="es-MX" sz="1400" b="1"/>
              <a:t>Optimización de Búsquedas:</a:t>
            </a:r>
            <a:r>
              <a:rPr lang="es-MX" sz="1400"/>
              <a:t> Mejora de los motores de búsqueda mediante el análisis de las consultas más frecuentes y la relevancia de los resultados</a:t>
            </a:r>
          </a:p>
        </p:txBody>
      </p:sp>
      <p:sp>
        <p:nvSpPr>
          <p:cNvPr id="15" name="Rectangle 14">
            <a:extLst>
              <a:ext uri="{FF2B5EF4-FFF2-40B4-BE49-F238E27FC236}">
                <a16:creationId xmlns:a16="http://schemas.microsoft.com/office/drawing/2014/main" id="{AF551D8B-3775-4477-88B7-7B7C350D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0"/>
            <a:ext cx="4657344"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7" name="Straight Connector 16">
            <a:extLst>
              <a:ext uri="{FF2B5EF4-FFF2-40B4-BE49-F238E27FC236}">
                <a16:creationId xmlns:a16="http://schemas.microsoft.com/office/drawing/2014/main" id="{1A901C3D-CFAE-460D-BD0E-7D22164D7D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590212" y="0"/>
            <a:ext cx="1059921" cy="6858000"/>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837C0EA9-1437-4437-9D20-2BBDA1AA9F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721600" y="3721395"/>
            <a:ext cx="4345560" cy="3136604"/>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21" name="Rectangle 23">
            <a:extLst>
              <a:ext uri="{FF2B5EF4-FFF2-40B4-BE49-F238E27FC236}">
                <a16:creationId xmlns:a16="http://schemas.microsoft.com/office/drawing/2014/main" id="{BB934D2B-85E2-4375-94EE-B66C16BF7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3" name="Rectangle 25">
            <a:extLst>
              <a:ext uri="{FF2B5EF4-FFF2-40B4-BE49-F238E27FC236}">
                <a16:creationId xmlns:a16="http://schemas.microsoft.com/office/drawing/2014/main" id="{9B445E02-D785-4565-B842-9567BBC0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5" name="Isosceles Triangle 24">
            <a:extLst>
              <a:ext uri="{FF2B5EF4-FFF2-40B4-BE49-F238E27FC236}">
                <a16:creationId xmlns:a16="http://schemas.microsoft.com/office/drawing/2014/main" id="{2C153736-D102-4F57-9DE7-615AFC02B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7" name="Rectangle 27">
            <a:extLst>
              <a:ext uri="{FF2B5EF4-FFF2-40B4-BE49-F238E27FC236}">
                <a16:creationId xmlns:a16="http://schemas.microsoft.com/office/drawing/2014/main" id="{BA407A52-66F4-4CDE-A726-FF79F3EC3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9" name="Rectangle 28">
            <a:extLst>
              <a:ext uri="{FF2B5EF4-FFF2-40B4-BE49-F238E27FC236}">
                <a16:creationId xmlns:a16="http://schemas.microsoft.com/office/drawing/2014/main" id="{D28FFB34-4FC3-46F5-B900-D3B774FD0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1" name="Rectangle 29">
            <a:extLst>
              <a:ext uri="{FF2B5EF4-FFF2-40B4-BE49-F238E27FC236}">
                <a16:creationId xmlns:a16="http://schemas.microsoft.com/office/drawing/2014/main" id="{205F7B13-ACB5-46BE-8070-0431266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3" name="Isosceles Triangle 32">
            <a:extLst>
              <a:ext uri="{FF2B5EF4-FFF2-40B4-BE49-F238E27FC236}">
                <a16:creationId xmlns:a16="http://schemas.microsoft.com/office/drawing/2014/main" id="{D52A0D23-45DD-4DF4-ADE6-A81F409BB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 name="Título 1">
            <a:extLst>
              <a:ext uri="{FF2B5EF4-FFF2-40B4-BE49-F238E27FC236}">
                <a16:creationId xmlns:a16="http://schemas.microsoft.com/office/drawing/2014/main" id="{247076E9-685A-ED65-922B-BCBDB6640455}"/>
              </a:ext>
            </a:extLst>
          </p:cNvPr>
          <p:cNvSpPr>
            <a:spLocks noGrp="1"/>
          </p:cNvSpPr>
          <p:nvPr>
            <p:ph type="title"/>
          </p:nvPr>
        </p:nvSpPr>
        <p:spPr>
          <a:xfrm>
            <a:off x="7829658" y="1253067"/>
            <a:ext cx="3371742" cy="4351866"/>
          </a:xfrm>
        </p:spPr>
        <p:txBody>
          <a:bodyPr anchor="ctr">
            <a:normAutofit/>
          </a:bodyPr>
          <a:lstStyle/>
          <a:p>
            <a:r>
              <a:rPr lang="es-AR">
                <a:solidFill>
                  <a:schemeClr val="bg1"/>
                </a:solidFill>
              </a:rPr>
              <a:t>Ejemplos de data mining desde el área informática</a:t>
            </a:r>
          </a:p>
        </p:txBody>
      </p:sp>
      <p:pic>
        <p:nvPicPr>
          <p:cNvPr id="4" name="object 12">
            <a:extLst>
              <a:ext uri="{FF2B5EF4-FFF2-40B4-BE49-F238E27FC236}">
                <a16:creationId xmlns:a16="http://schemas.microsoft.com/office/drawing/2014/main" id="{B9656210-8FE0-90B2-D373-0652500103E1}"/>
              </a:ext>
            </a:extLst>
          </p:cNvPr>
          <p:cNvPicPr/>
          <p:nvPr/>
        </p:nvPicPr>
        <p:blipFill>
          <a:blip r:embed="rId2" cstate="print"/>
          <a:stretch>
            <a:fillRect/>
          </a:stretch>
        </p:blipFill>
        <p:spPr>
          <a:xfrm>
            <a:off x="10658764" y="-66"/>
            <a:ext cx="1533236" cy="748211"/>
          </a:xfrm>
          <a:prstGeom prst="rect">
            <a:avLst/>
          </a:prstGeom>
        </p:spPr>
      </p:pic>
    </p:spTree>
    <p:extLst>
      <p:ext uri="{BB962C8B-B14F-4D97-AF65-F5344CB8AC3E}">
        <p14:creationId xmlns:p14="http://schemas.microsoft.com/office/powerpoint/2010/main" val="8053333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DF0E294-2649-6630-A26E-52D1DE4727D5}"/>
              </a:ext>
            </a:extLst>
          </p:cNvPr>
          <p:cNvSpPr>
            <a:spLocks noGrp="1"/>
          </p:cNvSpPr>
          <p:nvPr>
            <p:ph type="title"/>
          </p:nvPr>
        </p:nvSpPr>
        <p:spPr>
          <a:xfrm>
            <a:off x="1286933" y="609600"/>
            <a:ext cx="10197494" cy="1099457"/>
          </a:xfrm>
        </p:spPr>
        <p:txBody>
          <a:bodyPr>
            <a:normAutofit/>
          </a:bodyPr>
          <a:lstStyle/>
          <a:p>
            <a:r>
              <a:rPr lang="es-AR" dirty="0"/>
              <a:t>Principales software de Minería de datos</a:t>
            </a: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graphicFrame>
        <p:nvGraphicFramePr>
          <p:cNvPr id="5" name="Marcador de contenido 2">
            <a:extLst>
              <a:ext uri="{FF2B5EF4-FFF2-40B4-BE49-F238E27FC236}">
                <a16:creationId xmlns:a16="http://schemas.microsoft.com/office/drawing/2014/main" id="{0C56E4EC-2A15-5DE8-70C4-8B9DF77CA859}"/>
              </a:ext>
            </a:extLst>
          </p:cNvPr>
          <p:cNvGraphicFramePr>
            <a:graphicFrameLocks noGrp="1"/>
          </p:cNvGraphicFramePr>
          <p:nvPr>
            <p:ph idx="1"/>
            <p:extLst>
              <p:ext uri="{D42A27DB-BD31-4B8C-83A1-F6EECF244321}">
                <p14:modId xmlns:p14="http://schemas.microsoft.com/office/powerpoint/2010/main" val="2423805075"/>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B5D5D289-4E01-A4DC-FC08-C0EDFC1B20B3}"/>
              </a:ext>
            </a:extLst>
          </p:cNvPr>
          <p:cNvPicPr>
            <a:picLocks noChangeAspect="1"/>
          </p:cNvPicPr>
          <p:nvPr/>
        </p:nvPicPr>
        <p:blipFill>
          <a:blip r:embed="rId7"/>
          <a:stretch>
            <a:fillRect/>
          </a:stretch>
        </p:blipFill>
        <p:spPr>
          <a:xfrm>
            <a:off x="10608126" y="-6124"/>
            <a:ext cx="1533525" cy="752475"/>
          </a:xfrm>
          <a:prstGeom prst="rect">
            <a:avLst/>
          </a:prstGeom>
        </p:spPr>
      </p:pic>
    </p:spTree>
    <p:extLst>
      <p:ext uri="{BB962C8B-B14F-4D97-AF65-F5344CB8AC3E}">
        <p14:creationId xmlns:p14="http://schemas.microsoft.com/office/powerpoint/2010/main" val="40042995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4" descr="Gráfico">
            <a:extLst>
              <a:ext uri="{FF2B5EF4-FFF2-40B4-BE49-F238E27FC236}">
                <a16:creationId xmlns:a16="http://schemas.microsoft.com/office/drawing/2014/main" id="{A6E9A8EF-5547-86CA-2491-48DC7AA7B6A0}"/>
              </a:ext>
            </a:extLst>
          </p:cNvPr>
          <p:cNvPicPr>
            <a:picLocks noChangeAspect="1"/>
          </p:cNvPicPr>
          <p:nvPr/>
        </p:nvPicPr>
        <p:blipFill>
          <a:blip r:embed="rId2"/>
          <a:srcRect l="8268" r="19534"/>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ítulo 1">
            <a:extLst>
              <a:ext uri="{FF2B5EF4-FFF2-40B4-BE49-F238E27FC236}">
                <a16:creationId xmlns:a16="http://schemas.microsoft.com/office/drawing/2014/main" id="{53F3CAF9-DDEF-954E-0625-801A4534B4B3}"/>
              </a:ext>
            </a:extLst>
          </p:cNvPr>
          <p:cNvSpPr>
            <a:spLocks noGrp="1"/>
          </p:cNvSpPr>
          <p:nvPr>
            <p:ph type="title"/>
          </p:nvPr>
        </p:nvSpPr>
        <p:spPr>
          <a:xfrm>
            <a:off x="677333" y="609600"/>
            <a:ext cx="3851123" cy="1320800"/>
          </a:xfrm>
        </p:spPr>
        <p:txBody>
          <a:bodyPr>
            <a:normAutofit/>
          </a:bodyPr>
          <a:lstStyle/>
          <a:p>
            <a:pPr>
              <a:lnSpc>
                <a:spcPct val="90000"/>
              </a:lnSpc>
            </a:pPr>
            <a:r>
              <a:rPr lang="es-AR" sz="2800"/>
              <a:t>Ejemplos de empresas que usan Data </a:t>
            </a:r>
            <a:r>
              <a:rPr lang="es-AR" sz="2800" err="1"/>
              <a:t>Mining</a:t>
            </a:r>
            <a:endParaRPr lang="es-AR" sz="2800"/>
          </a:p>
        </p:txBody>
      </p:sp>
      <p:sp>
        <p:nvSpPr>
          <p:cNvPr id="3" name="Marcador de contenido 2">
            <a:extLst>
              <a:ext uri="{FF2B5EF4-FFF2-40B4-BE49-F238E27FC236}">
                <a16:creationId xmlns:a16="http://schemas.microsoft.com/office/drawing/2014/main" id="{F076BEA9-5693-1AD9-8F47-70C98215084D}"/>
              </a:ext>
            </a:extLst>
          </p:cNvPr>
          <p:cNvSpPr>
            <a:spLocks noGrp="1"/>
          </p:cNvSpPr>
          <p:nvPr>
            <p:ph idx="1"/>
          </p:nvPr>
        </p:nvSpPr>
        <p:spPr>
          <a:xfrm>
            <a:off x="548032" y="1938867"/>
            <a:ext cx="4481167" cy="3810000"/>
          </a:xfrm>
        </p:spPr>
        <p:txBody>
          <a:bodyPr>
            <a:normAutofit/>
          </a:bodyPr>
          <a:lstStyle/>
          <a:p>
            <a:pPr>
              <a:lnSpc>
                <a:spcPct val="90000"/>
              </a:lnSpc>
            </a:pPr>
            <a:r>
              <a:rPr lang="es-MX" sz="1100" b="1" dirty="0"/>
              <a:t>Amazon:</a:t>
            </a:r>
            <a:r>
              <a:rPr lang="es-MX" sz="1100" dirty="0"/>
              <a:t> Personalización de recomendaciones de productos en tiempo real y optimización de su cadena de suministro.</a:t>
            </a:r>
          </a:p>
          <a:p>
            <a:pPr>
              <a:lnSpc>
                <a:spcPct val="90000"/>
              </a:lnSpc>
            </a:pPr>
            <a:r>
              <a:rPr lang="es-MX" sz="1100" b="1" dirty="0"/>
              <a:t>Netflix y Spotify:</a:t>
            </a:r>
            <a:r>
              <a:rPr lang="es-MX" sz="1100" dirty="0"/>
              <a:t> Analizan hábitos de visualización y escucha para crear contenido original y recomendaciones personalizadas.</a:t>
            </a:r>
          </a:p>
          <a:p>
            <a:pPr>
              <a:lnSpc>
                <a:spcPct val="90000"/>
              </a:lnSpc>
            </a:pPr>
            <a:r>
              <a:rPr lang="es-MX" sz="1100" b="1" dirty="0"/>
              <a:t>Starbucks:</a:t>
            </a:r>
            <a:r>
              <a:rPr lang="es-MX" sz="1100" dirty="0"/>
              <a:t> Utiliza datos de geolocalización para decidir dónde abrir nuevas tiendas y analizar tendencias de consumo.</a:t>
            </a:r>
          </a:p>
          <a:p>
            <a:pPr>
              <a:lnSpc>
                <a:spcPct val="90000"/>
              </a:lnSpc>
            </a:pPr>
            <a:r>
              <a:rPr lang="es-MX" sz="1100" b="1" dirty="0"/>
              <a:t>BBVA:</a:t>
            </a:r>
            <a:r>
              <a:rPr lang="es-MX" sz="1100" dirty="0"/>
              <a:t> Segmentación de clientes, prevención de fraude y evaluación de riesgos financieros.</a:t>
            </a:r>
          </a:p>
          <a:p>
            <a:pPr>
              <a:lnSpc>
                <a:spcPct val="90000"/>
              </a:lnSpc>
            </a:pPr>
            <a:r>
              <a:rPr lang="es-MX" sz="1100" b="1" dirty="0"/>
              <a:t>Zara (Inditex):</a:t>
            </a:r>
            <a:r>
              <a:rPr lang="es-MX" sz="1100" dirty="0"/>
              <a:t> Analiza ventas en tiempo real para optimizar inventarios y ajustar la producción a la demanda.</a:t>
            </a:r>
          </a:p>
          <a:p>
            <a:pPr>
              <a:lnSpc>
                <a:spcPct val="90000"/>
              </a:lnSpc>
            </a:pPr>
            <a:r>
              <a:rPr lang="es-MX" sz="1100" b="1" dirty="0"/>
              <a:t>Walmart/Minoristas:</a:t>
            </a:r>
            <a:r>
              <a:rPr lang="es-MX" sz="1100" dirty="0"/>
              <a:t> Analiza hábitos de compra para mejorar la colocación de productos en tienda.</a:t>
            </a:r>
          </a:p>
          <a:p>
            <a:pPr>
              <a:lnSpc>
                <a:spcPct val="90000"/>
              </a:lnSpc>
            </a:pPr>
            <a:r>
              <a:rPr lang="es-MX" sz="1100" b="1" dirty="0"/>
              <a:t>Tesla, Google, Meta:</a:t>
            </a:r>
            <a:r>
              <a:rPr lang="es-MX" sz="1100" dirty="0"/>
              <a:t> Utilizan IA y minería de datos para automatizar procesos y mejorar productos</a:t>
            </a:r>
          </a:p>
          <a:p>
            <a:pPr marL="0" indent="0">
              <a:lnSpc>
                <a:spcPct val="90000"/>
              </a:lnSpc>
              <a:buNone/>
            </a:pPr>
            <a:endParaRPr lang="es-AR" sz="1100" dirty="0"/>
          </a:p>
        </p:txBody>
      </p:sp>
      <p:cxnSp>
        <p:nvCxnSpPr>
          <p:cNvPr id="14"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pic>
        <p:nvPicPr>
          <p:cNvPr id="6" name="Imagen 5">
            <a:extLst>
              <a:ext uri="{FF2B5EF4-FFF2-40B4-BE49-F238E27FC236}">
                <a16:creationId xmlns:a16="http://schemas.microsoft.com/office/drawing/2014/main" id="{6DF0B534-419B-8CC6-B15E-77DA6A48C499}"/>
              </a:ext>
            </a:extLst>
          </p:cNvPr>
          <p:cNvPicPr>
            <a:picLocks noChangeAspect="1"/>
          </p:cNvPicPr>
          <p:nvPr/>
        </p:nvPicPr>
        <p:blipFill>
          <a:blip r:embed="rId3"/>
          <a:stretch>
            <a:fillRect/>
          </a:stretch>
        </p:blipFill>
        <p:spPr>
          <a:xfrm>
            <a:off x="10685150" y="-8468"/>
            <a:ext cx="1533525" cy="752475"/>
          </a:xfrm>
          <a:prstGeom prst="rect">
            <a:avLst/>
          </a:prstGeom>
        </p:spPr>
      </p:pic>
    </p:spTree>
    <p:extLst>
      <p:ext uri="{BB962C8B-B14F-4D97-AF65-F5344CB8AC3E}">
        <p14:creationId xmlns:p14="http://schemas.microsoft.com/office/powerpoint/2010/main" val="3398706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D68710-8767-2135-077F-61155AB0CC75}"/>
              </a:ext>
            </a:extLst>
          </p:cNvPr>
          <p:cNvSpPr>
            <a:spLocks noGrp="1"/>
          </p:cNvSpPr>
          <p:nvPr>
            <p:ph type="title"/>
          </p:nvPr>
        </p:nvSpPr>
        <p:spPr>
          <a:xfrm>
            <a:off x="2786047" y="609600"/>
            <a:ext cx="6487955" cy="1320800"/>
          </a:xfrm>
        </p:spPr>
        <p:txBody>
          <a:bodyPr>
            <a:normAutofit/>
          </a:bodyPr>
          <a:lstStyle/>
          <a:p>
            <a:r>
              <a:rPr lang="es-AR" dirty="0"/>
              <a:t>Sectores dónde se utiliza</a:t>
            </a:r>
          </a:p>
        </p:txBody>
      </p:sp>
      <p:pic>
        <p:nvPicPr>
          <p:cNvPr id="11" name="Picture 4" descr="Lupa resalta un rendimiento económico decreciente">
            <a:extLst>
              <a:ext uri="{FF2B5EF4-FFF2-40B4-BE49-F238E27FC236}">
                <a16:creationId xmlns:a16="http://schemas.microsoft.com/office/drawing/2014/main" id="{FB308525-0F3E-15D3-B5A6-3E57BA4A5909}"/>
              </a:ext>
            </a:extLst>
          </p:cNvPr>
          <p:cNvPicPr>
            <a:picLocks noChangeAspect="1"/>
          </p:cNvPicPr>
          <p:nvPr/>
        </p:nvPicPr>
        <p:blipFill>
          <a:blip r:embed="rId2">
            <a:duotone>
              <a:prstClr val="black"/>
              <a:schemeClr val="tx2">
                <a:tint val="45000"/>
                <a:satMod val="400000"/>
              </a:schemeClr>
            </a:duotone>
          </a:blip>
          <a:srcRect l="30169" r="43291" b="1"/>
          <a:stretch>
            <a:fillRect/>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2" name="Isosceles Triangle 8">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3" name="Marcador de contenido 2">
            <a:extLst>
              <a:ext uri="{FF2B5EF4-FFF2-40B4-BE49-F238E27FC236}">
                <a16:creationId xmlns:a16="http://schemas.microsoft.com/office/drawing/2014/main" id="{DE26AD7B-D18D-DB44-D6A7-E8DA1276C42E}"/>
              </a:ext>
            </a:extLst>
          </p:cNvPr>
          <p:cNvSpPr>
            <a:spLocks noGrp="1"/>
          </p:cNvSpPr>
          <p:nvPr>
            <p:ph idx="1"/>
          </p:nvPr>
        </p:nvSpPr>
        <p:spPr>
          <a:xfrm>
            <a:off x="2786047" y="2160589"/>
            <a:ext cx="6487955" cy="3880773"/>
          </a:xfrm>
        </p:spPr>
        <p:txBody>
          <a:bodyPr>
            <a:normAutofit/>
          </a:bodyPr>
          <a:lstStyle/>
          <a:p>
            <a:r>
              <a:rPr lang="es-MX" b="1" dirty="0"/>
              <a:t>Banca y Seguros:</a:t>
            </a:r>
            <a:r>
              <a:rPr lang="es-MX" dirty="0"/>
              <a:t> Detección de fraudes, evaluación de riesgos crediticios y reducción de la deserción de clientes (</a:t>
            </a:r>
            <a:r>
              <a:rPr lang="es-MX" dirty="0" err="1"/>
              <a:t>churn</a:t>
            </a:r>
            <a:r>
              <a:rPr lang="es-MX" dirty="0"/>
              <a:t>).</a:t>
            </a:r>
          </a:p>
          <a:p>
            <a:r>
              <a:rPr lang="es-MX" b="1" dirty="0"/>
              <a:t>Atención Médica:</a:t>
            </a:r>
            <a:r>
              <a:rPr lang="es-MX" dirty="0"/>
              <a:t> Análisis de historiales para predecir necesidades de pacientes y gestionar recursos.</a:t>
            </a:r>
          </a:p>
          <a:p>
            <a:r>
              <a:rPr lang="es-MX" b="1" dirty="0"/>
              <a:t>Telecomunicaciones:</a:t>
            </a:r>
            <a:r>
              <a:rPr lang="es-MX" dirty="0"/>
              <a:t> Identificación de patrones de comportamiento para evitar que los clientes abandonen el servicio.</a:t>
            </a:r>
          </a:p>
          <a:p>
            <a:r>
              <a:rPr lang="es-MX" b="1" dirty="0" err="1"/>
              <a:t>Retail</a:t>
            </a:r>
            <a:r>
              <a:rPr lang="es-MX" b="1" dirty="0"/>
              <a:t>/Comercio Electrónico:</a:t>
            </a:r>
            <a:r>
              <a:rPr lang="es-MX" dirty="0"/>
              <a:t> Personalización de ofertas y optimización de precios.</a:t>
            </a:r>
          </a:p>
        </p:txBody>
      </p:sp>
    </p:spTree>
    <p:extLst>
      <p:ext uri="{BB962C8B-B14F-4D97-AF65-F5344CB8AC3E}">
        <p14:creationId xmlns:p14="http://schemas.microsoft.com/office/powerpoint/2010/main" val="42068328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0D03F6-D18E-0C34-5391-4F50A05B85B2}"/>
              </a:ext>
            </a:extLst>
          </p:cNvPr>
          <p:cNvSpPr>
            <a:spLocks noGrp="1"/>
          </p:cNvSpPr>
          <p:nvPr>
            <p:ph type="title"/>
          </p:nvPr>
        </p:nvSpPr>
        <p:spPr/>
        <p:txBody>
          <a:bodyPr/>
          <a:lstStyle/>
          <a:p>
            <a:r>
              <a:rPr lang="es-AR" dirty="0"/>
              <a:t>Para reflexionar…</a:t>
            </a:r>
          </a:p>
        </p:txBody>
      </p:sp>
      <p:sp>
        <p:nvSpPr>
          <p:cNvPr id="3" name="Marcador de contenido 2">
            <a:extLst>
              <a:ext uri="{FF2B5EF4-FFF2-40B4-BE49-F238E27FC236}">
                <a16:creationId xmlns:a16="http://schemas.microsoft.com/office/drawing/2014/main" id="{E2A1D5E5-4099-987C-B5D5-2D62E9E98D33}"/>
              </a:ext>
            </a:extLst>
          </p:cNvPr>
          <p:cNvSpPr>
            <a:spLocks noGrp="1"/>
          </p:cNvSpPr>
          <p:nvPr>
            <p:ph idx="1"/>
          </p:nvPr>
        </p:nvSpPr>
        <p:spPr/>
        <p:txBody>
          <a:bodyPr/>
          <a:lstStyle/>
          <a:p>
            <a:r>
              <a:rPr lang="es-MX" dirty="0"/>
              <a:t>¿Hasta qué punto es ético que las empresas utilicen Data </a:t>
            </a:r>
            <a:r>
              <a:rPr lang="es-MX" dirty="0" err="1"/>
              <a:t>Mining</a:t>
            </a:r>
            <a:r>
              <a:rPr lang="es-MX" dirty="0"/>
              <a:t> para predecir el comportamiento de los clientes, incluso antes de que ellos mismos sean conscientes de sus decisiones?</a:t>
            </a:r>
          </a:p>
          <a:p>
            <a:r>
              <a:rPr lang="es-MX" dirty="0"/>
              <a:t>Si una empresa toma decisiones importantes basadas en patrones encontrados mediante Data </a:t>
            </a:r>
            <a:r>
              <a:rPr lang="es-MX" dirty="0" err="1"/>
              <a:t>Mining</a:t>
            </a:r>
            <a:r>
              <a:rPr lang="es-MX" dirty="0"/>
              <a:t>, ¿quién es responsable si esas decisiones resultan incorrectas: la empresa, el analista o el algoritmo?</a:t>
            </a:r>
            <a:endParaRPr lang="es-AR" dirty="0"/>
          </a:p>
        </p:txBody>
      </p:sp>
    </p:spTree>
    <p:extLst>
      <p:ext uri="{BB962C8B-B14F-4D97-AF65-F5344CB8AC3E}">
        <p14:creationId xmlns:p14="http://schemas.microsoft.com/office/powerpoint/2010/main" val="26375072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A4E3A2-D4F4-0E06-0A14-936DFBDE6F5E}"/>
              </a:ext>
            </a:extLst>
          </p:cNvPr>
          <p:cNvSpPr>
            <a:spLocks noGrp="1"/>
          </p:cNvSpPr>
          <p:nvPr>
            <p:ph type="title"/>
          </p:nvPr>
        </p:nvSpPr>
        <p:spPr>
          <a:xfrm>
            <a:off x="627440" y="2118220"/>
            <a:ext cx="2930518" cy="1320800"/>
          </a:xfrm>
        </p:spPr>
        <p:txBody>
          <a:bodyPr anchor="ctr">
            <a:normAutofit/>
          </a:bodyPr>
          <a:lstStyle/>
          <a:p>
            <a:r>
              <a:rPr lang="es-AR" dirty="0"/>
              <a:t>Sitio de Interés…</a:t>
            </a:r>
          </a:p>
        </p:txBody>
      </p:sp>
      <p:pic>
        <p:nvPicPr>
          <p:cNvPr id="5" name="Elementos multimedia en línea 4" title="¿Qué es Data Mining?">
            <a:hlinkClick r:id="" action="ppaction://media"/>
            <a:extLst>
              <a:ext uri="{FF2B5EF4-FFF2-40B4-BE49-F238E27FC236}">
                <a16:creationId xmlns:a16="http://schemas.microsoft.com/office/drawing/2014/main" id="{2AD89732-2B28-1A8D-1799-22A10A374653}"/>
              </a:ext>
            </a:extLst>
          </p:cNvPr>
          <p:cNvPicPr>
            <a:picLocks noRot="1" noChangeAspect="1"/>
          </p:cNvPicPr>
          <p:nvPr>
            <a:videoFile r:link="rId1"/>
          </p:nvPr>
        </p:nvPicPr>
        <p:blipFill>
          <a:blip r:embed="rId4"/>
          <a:stretch>
            <a:fillRect/>
          </a:stretch>
        </p:blipFill>
        <p:spPr>
          <a:xfrm>
            <a:off x="4262487" y="609600"/>
            <a:ext cx="4604861" cy="2601747"/>
          </a:xfrm>
          <a:prstGeom prst="rect">
            <a:avLst/>
          </a:prstGeom>
        </p:spPr>
      </p:pic>
      <p:pic>
        <p:nvPicPr>
          <p:cNvPr id="4" name="Elementos multimedia en línea 3" title="¿Qué es el Data Mining? Minería de Datos">
            <a:hlinkClick r:id="" action="ppaction://media"/>
            <a:extLst>
              <a:ext uri="{FF2B5EF4-FFF2-40B4-BE49-F238E27FC236}">
                <a16:creationId xmlns:a16="http://schemas.microsoft.com/office/drawing/2014/main" id="{9D066304-8D0B-AAF8-5CDB-8B36A5C93B39}"/>
              </a:ext>
            </a:extLst>
          </p:cNvPr>
          <p:cNvPicPr>
            <a:picLocks noRot="1" noChangeAspect="1"/>
          </p:cNvPicPr>
          <p:nvPr>
            <a:videoFile r:link="rId2"/>
          </p:nvPr>
        </p:nvPicPr>
        <p:blipFill>
          <a:blip r:embed="rId5"/>
          <a:stretch>
            <a:fillRect/>
          </a:stretch>
        </p:blipFill>
        <p:spPr>
          <a:xfrm>
            <a:off x="4261962" y="3439020"/>
            <a:ext cx="4605913" cy="2602341"/>
          </a:xfrm>
          <a:prstGeom prst="rect">
            <a:avLst/>
          </a:prstGeom>
        </p:spPr>
      </p:pic>
    </p:spTree>
    <p:extLst>
      <p:ext uri="{BB962C8B-B14F-4D97-AF65-F5344CB8AC3E}">
        <p14:creationId xmlns:p14="http://schemas.microsoft.com/office/powerpoint/2010/main" val="958605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p:cTn id="17" fill="hold" display="0">
                  <p:stCondLst>
                    <p:cond delay="indefinite"/>
                  </p:stCondLst>
                </p:cTn>
                <p:tgtEl>
                  <p:spTgt spid="5"/>
                </p:tgtEl>
              </p:cMediaNode>
            </p:video>
            <p:seq concurrent="1" nextAc="seek">
              <p:cTn id="18" restart="whenNotActive" fill="hold" evtFilter="cancelBubble" nodeType="interactiveSeq">
                <p:stCondLst>
                  <p:cond evt="onClick" delay="0">
                    <p:tgtEl>
                      <p:spTgt spid="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1" name="Rectangle 10">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cxnSp>
        <p:nvCxnSpPr>
          <p:cNvPr id="13" name="Straight Connector 12">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Representación del código informático.">
            <a:extLst>
              <a:ext uri="{FF2B5EF4-FFF2-40B4-BE49-F238E27FC236}">
                <a16:creationId xmlns:a16="http://schemas.microsoft.com/office/drawing/2014/main" id="{AA7CA8DD-873C-7AA8-E489-510CCFE0AD26}"/>
              </a:ext>
            </a:extLst>
          </p:cNvPr>
          <p:cNvPicPr>
            <a:picLocks noChangeAspect="1"/>
          </p:cNvPicPr>
          <p:nvPr/>
        </p:nvPicPr>
        <p:blipFill>
          <a:blip r:embed="rId2">
            <a:alphaModFix amt="35000"/>
          </a:blip>
          <a:srcRect l="444"/>
          <a:stretch>
            <a:fillRect/>
          </a:stretch>
        </p:blipFill>
        <p:spPr>
          <a:xfrm>
            <a:off x="20" y="10"/>
            <a:ext cx="12191980" cy="6857990"/>
          </a:xfrm>
          <a:prstGeom prst="rect">
            <a:avLst/>
          </a:prstGeom>
        </p:spPr>
      </p:pic>
      <p:sp>
        <p:nvSpPr>
          <p:cNvPr id="2" name="Título 1">
            <a:extLst>
              <a:ext uri="{FF2B5EF4-FFF2-40B4-BE49-F238E27FC236}">
                <a16:creationId xmlns:a16="http://schemas.microsoft.com/office/drawing/2014/main" id="{ED82167B-2C3A-AF37-7522-8B47131385D0}"/>
              </a:ext>
            </a:extLst>
          </p:cNvPr>
          <p:cNvSpPr>
            <a:spLocks noGrp="1"/>
          </p:cNvSpPr>
          <p:nvPr>
            <p:ph type="title"/>
          </p:nvPr>
        </p:nvSpPr>
        <p:spPr>
          <a:xfrm>
            <a:off x="1097280" y="758952"/>
            <a:ext cx="10058400" cy="3566160"/>
          </a:xfrm>
        </p:spPr>
        <p:txBody>
          <a:bodyPr vert="horz" lIns="91440" tIns="45720" rIns="91440" bIns="45720" rtlCol="0" anchor="b">
            <a:normAutofit/>
          </a:bodyPr>
          <a:lstStyle/>
          <a:p>
            <a:r>
              <a:rPr lang="en-US" sz="8000" dirty="0">
                <a:solidFill>
                  <a:srgbClr val="FFFFFF"/>
                </a:solidFill>
              </a:rPr>
              <a:t>Big Data</a:t>
            </a:r>
          </a:p>
        </p:txBody>
      </p:sp>
      <p:cxnSp>
        <p:nvCxnSpPr>
          <p:cNvPr id="15" name="Straight Connector 14">
            <a:extLst>
              <a:ext uri="{FF2B5EF4-FFF2-40B4-BE49-F238E27FC236}">
                <a16:creationId xmlns:a16="http://schemas.microsoft.com/office/drawing/2014/main" id="{4071767D-5FF7-4508-B8B7-BB60FF3AB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C4E89C94-E462-4566-A15A-32835FD68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9" name="Rectangle 18">
            <a:extLst>
              <a:ext uri="{FF2B5EF4-FFF2-40B4-BE49-F238E27FC236}">
                <a16:creationId xmlns:a16="http://schemas.microsoft.com/office/drawing/2014/main" id="{E25F4A20-71FB-4A26-92E2-89DED49264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Tree>
    <p:extLst>
      <p:ext uri="{BB962C8B-B14F-4D97-AF65-F5344CB8AC3E}">
        <p14:creationId xmlns:p14="http://schemas.microsoft.com/office/powerpoint/2010/main" val="3202504834"/>
      </p:ext>
    </p:extLst>
  </p:cSld>
  <p:clrMapOvr>
    <a:overrideClrMapping bg1="dk1" tx1="lt1" bg2="dk2" tx2="lt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5E394A9-BE4B-C2B7-842B-F68EBDF17554}"/>
              </a:ext>
            </a:extLst>
          </p:cNvPr>
          <p:cNvSpPr>
            <a:spLocks noGrp="1"/>
          </p:cNvSpPr>
          <p:nvPr>
            <p:ph type="title"/>
          </p:nvPr>
        </p:nvSpPr>
        <p:spPr>
          <a:xfrm>
            <a:off x="5181601" y="634946"/>
            <a:ext cx="6368142" cy="1450757"/>
          </a:xfrm>
        </p:spPr>
        <p:txBody>
          <a:bodyPr>
            <a:normAutofit/>
          </a:bodyPr>
          <a:lstStyle/>
          <a:p>
            <a:r>
              <a:rPr lang="es-AR" dirty="0"/>
              <a:t>Definición</a:t>
            </a:r>
          </a:p>
        </p:txBody>
      </p:sp>
      <p:pic>
        <p:nvPicPr>
          <p:cNvPr id="6" name="Picture 5" descr="Gráfico económico digital">
            <a:extLst>
              <a:ext uri="{FF2B5EF4-FFF2-40B4-BE49-F238E27FC236}">
                <a16:creationId xmlns:a16="http://schemas.microsoft.com/office/drawing/2014/main" id="{3AA85704-4D66-DA30-B4BA-E083DBCCDB7F}"/>
              </a:ext>
            </a:extLst>
          </p:cNvPr>
          <p:cNvPicPr>
            <a:picLocks noChangeAspect="1"/>
          </p:cNvPicPr>
          <p:nvPr/>
        </p:nvPicPr>
        <p:blipFill>
          <a:blip r:embed="rId2"/>
          <a:srcRect l="38589" r="23303"/>
          <a:stretch>
            <a:fillRect/>
          </a:stretch>
        </p:blipFill>
        <p:spPr>
          <a:xfrm>
            <a:off x="20" y="-12128"/>
            <a:ext cx="4654276" cy="6870127"/>
          </a:xfrm>
          <a:prstGeom prst="rect">
            <a:avLst/>
          </a:prstGeom>
        </p:spPr>
      </p:pic>
      <p:cxnSp>
        <p:nvCxnSpPr>
          <p:cNvPr id="14" name="Straight Connector 13">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D8E75CAB-DE26-0D8B-1ABD-0201ABF33AB4}"/>
              </a:ext>
            </a:extLst>
          </p:cNvPr>
          <p:cNvSpPr>
            <a:spLocks noGrp="1"/>
          </p:cNvSpPr>
          <p:nvPr>
            <p:ph idx="1"/>
          </p:nvPr>
        </p:nvSpPr>
        <p:spPr>
          <a:xfrm>
            <a:off x="5181601" y="2198914"/>
            <a:ext cx="6368142" cy="3670180"/>
          </a:xfrm>
        </p:spPr>
        <p:txBody>
          <a:bodyPr>
            <a:normAutofit/>
          </a:bodyPr>
          <a:lstStyle/>
          <a:p>
            <a:r>
              <a:rPr lang="es-MX" dirty="0"/>
              <a:t>El </a:t>
            </a:r>
            <a:r>
              <a:rPr lang="es-MX" b="1" dirty="0"/>
              <a:t>Big Data</a:t>
            </a:r>
            <a:r>
              <a:rPr lang="es-MX" dirty="0"/>
              <a:t> (o macrodatos) se refiere a conjuntos de datos tan masivos, rápidos y complejos que las herramientas tradicionales no pueden procesarlos. Estas tecnologías permiten recopilar, gestionar y analizar grandes volúmenes de información (estructurada y no estructurada) para identificar patrones, comportamientos y tendencias útiles</a:t>
            </a:r>
            <a:endParaRPr lang="es-AR" dirty="0"/>
          </a:p>
        </p:txBody>
      </p:sp>
      <p:pic>
        <p:nvPicPr>
          <p:cNvPr id="7" name="Imagen 6">
            <a:extLst>
              <a:ext uri="{FF2B5EF4-FFF2-40B4-BE49-F238E27FC236}">
                <a16:creationId xmlns:a16="http://schemas.microsoft.com/office/drawing/2014/main" id="{32E3A6B7-6785-3D7C-6F3E-2CB9198C8FFA}"/>
              </a:ext>
            </a:extLst>
          </p:cNvPr>
          <p:cNvPicPr>
            <a:picLocks noChangeAspect="1"/>
          </p:cNvPicPr>
          <p:nvPr/>
        </p:nvPicPr>
        <p:blipFill>
          <a:blip r:embed="rId3"/>
          <a:stretch>
            <a:fillRect/>
          </a:stretch>
        </p:blipFill>
        <p:spPr>
          <a:xfrm>
            <a:off x="10658455" y="54112"/>
            <a:ext cx="1533525" cy="752475"/>
          </a:xfrm>
          <a:prstGeom prst="rect">
            <a:avLst/>
          </a:prstGeom>
        </p:spPr>
      </p:pic>
    </p:spTree>
    <p:extLst>
      <p:ext uri="{BB962C8B-B14F-4D97-AF65-F5344CB8AC3E}">
        <p14:creationId xmlns:p14="http://schemas.microsoft.com/office/powerpoint/2010/main" val="9451988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DD62251-AB2B-5F24-9D87-F7184DE3FA7D}"/>
              </a:ext>
            </a:extLst>
          </p:cNvPr>
          <p:cNvSpPr>
            <a:spLocks noGrp="1"/>
          </p:cNvSpPr>
          <p:nvPr>
            <p:ph type="title"/>
          </p:nvPr>
        </p:nvSpPr>
        <p:spPr>
          <a:xfrm>
            <a:off x="5181601" y="634946"/>
            <a:ext cx="6368142" cy="1450757"/>
          </a:xfrm>
        </p:spPr>
        <p:txBody>
          <a:bodyPr>
            <a:normAutofit/>
          </a:bodyPr>
          <a:lstStyle/>
          <a:p>
            <a:r>
              <a:rPr lang="es-AR" dirty="0"/>
              <a:t>Para qué sirve</a:t>
            </a:r>
          </a:p>
        </p:txBody>
      </p:sp>
      <p:pic>
        <p:nvPicPr>
          <p:cNvPr id="6" name="Picture 5" descr="Señales luminosas del tráfico por la noche">
            <a:extLst>
              <a:ext uri="{FF2B5EF4-FFF2-40B4-BE49-F238E27FC236}">
                <a16:creationId xmlns:a16="http://schemas.microsoft.com/office/drawing/2014/main" id="{D087D76F-2F9E-31B7-A175-C13BFCCFC2D8}"/>
              </a:ext>
            </a:extLst>
          </p:cNvPr>
          <p:cNvPicPr>
            <a:picLocks noChangeAspect="1"/>
          </p:cNvPicPr>
          <p:nvPr/>
        </p:nvPicPr>
        <p:blipFill>
          <a:blip r:embed="rId2"/>
          <a:srcRect l="23909" r="30871" b="1"/>
          <a:stretch>
            <a:fillRect/>
          </a:stretch>
        </p:blipFill>
        <p:spPr>
          <a:xfrm>
            <a:off x="20" y="-12128"/>
            <a:ext cx="4654276" cy="6870127"/>
          </a:xfrm>
          <a:prstGeom prst="rect">
            <a:avLst/>
          </a:prstGeom>
        </p:spPr>
      </p:pic>
      <p:cxnSp>
        <p:nvCxnSpPr>
          <p:cNvPr id="14" name="Straight Connector 13">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6" name="Marcador de contenido 2">
            <a:extLst>
              <a:ext uri="{FF2B5EF4-FFF2-40B4-BE49-F238E27FC236}">
                <a16:creationId xmlns:a16="http://schemas.microsoft.com/office/drawing/2014/main" id="{C338B083-4A6D-3854-AC52-2A1EF838B21F}"/>
              </a:ext>
            </a:extLst>
          </p:cNvPr>
          <p:cNvGraphicFramePr>
            <a:graphicFrameLocks noGrp="1"/>
          </p:cNvGraphicFramePr>
          <p:nvPr>
            <p:ph idx="1"/>
            <p:extLst>
              <p:ext uri="{D42A27DB-BD31-4B8C-83A1-F6EECF244321}">
                <p14:modId xmlns:p14="http://schemas.microsoft.com/office/powerpoint/2010/main" val="3521048419"/>
              </p:ext>
            </p:extLst>
          </p:nvPr>
        </p:nvGraphicFramePr>
        <p:xfrm>
          <a:off x="5181601" y="2198914"/>
          <a:ext cx="6368142" cy="36701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Imagen 8">
            <a:extLst>
              <a:ext uri="{FF2B5EF4-FFF2-40B4-BE49-F238E27FC236}">
                <a16:creationId xmlns:a16="http://schemas.microsoft.com/office/drawing/2014/main" id="{6C1CB94F-44A0-76FE-2346-5D902F41F545}"/>
              </a:ext>
            </a:extLst>
          </p:cNvPr>
          <p:cNvPicPr>
            <a:picLocks noChangeAspect="1"/>
          </p:cNvPicPr>
          <p:nvPr/>
        </p:nvPicPr>
        <p:blipFill>
          <a:blip r:embed="rId8"/>
          <a:stretch>
            <a:fillRect/>
          </a:stretch>
        </p:blipFill>
        <p:spPr>
          <a:xfrm>
            <a:off x="10597223" y="-12128"/>
            <a:ext cx="1533525" cy="752475"/>
          </a:xfrm>
          <a:prstGeom prst="rect">
            <a:avLst/>
          </a:prstGeom>
        </p:spPr>
      </p:pic>
    </p:spTree>
    <p:extLst>
      <p:ext uri="{BB962C8B-B14F-4D97-AF65-F5344CB8AC3E}">
        <p14:creationId xmlns:p14="http://schemas.microsoft.com/office/powerpoint/2010/main" val="32498466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ítulo 1">
            <a:extLst>
              <a:ext uri="{FF2B5EF4-FFF2-40B4-BE49-F238E27FC236}">
                <a16:creationId xmlns:a16="http://schemas.microsoft.com/office/drawing/2014/main" id="{25D3870F-12C9-191D-A975-F79652D912F4}"/>
              </a:ext>
            </a:extLst>
          </p:cNvPr>
          <p:cNvSpPr>
            <a:spLocks noGrp="1"/>
          </p:cNvSpPr>
          <p:nvPr>
            <p:ph type="title"/>
          </p:nvPr>
        </p:nvSpPr>
        <p:spPr>
          <a:xfrm>
            <a:off x="492370" y="516835"/>
            <a:ext cx="3084844" cy="5772840"/>
          </a:xfrm>
        </p:spPr>
        <p:txBody>
          <a:bodyPr anchor="ctr">
            <a:normAutofit/>
          </a:bodyPr>
          <a:lstStyle/>
          <a:p>
            <a:r>
              <a:rPr lang="es-AR" sz="3600">
                <a:solidFill>
                  <a:srgbClr val="FFFFFF"/>
                </a:solidFill>
              </a:rPr>
              <a:t>Objetivos</a:t>
            </a:r>
          </a:p>
        </p:txBody>
      </p:sp>
      <p:sp>
        <p:nvSpPr>
          <p:cNvPr id="14" name="Rectangle 13">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graphicFrame>
        <p:nvGraphicFramePr>
          <p:cNvPr id="6" name="Marcador de contenido 2">
            <a:extLst>
              <a:ext uri="{FF2B5EF4-FFF2-40B4-BE49-F238E27FC236}">
                <a16:creationId xmlns:a16="http://schemas.microsoft.com/office/drawing/2014/main" id="{F87161E2-7286-27E4-FF27-9852924F660E}"/>
              </a:ext>
            </a:extLst>
          </p:cNvPr>
          <p:cNvGraphicFramePr>
            <a:graphicFrameLocks noGrp="1"/>
          </p:cNvGraphicFramePr>
          <p:nvPr>
            <p:ph idx="1"/>
            <p:extLst>
              <p:ext uri="{D42A27DB-BD31-4B8C-83A1-F6EECF244321}">
                <p14:modId xmlns:p14="http://schemas.microsoft.com/office/powerpoint/2010/main" val="1162719828"/>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1B5A889A-2539-C4CB-BE7B-4DB28C214302}"/>
              </a:ext>
            </a:extLst>
          </p:cNvPr>
          <p:cNvPicPr>
            <a:picLocks noChangeAspect="1"/>
          </p:cNvPicPr>
          <p:nvPr/>
        </p:nvPicPr>
        <p:blipFill>
          <a:blip r:embed="rId7"/>
          <a:stretch>
            <a:fillRect/>
          </a:stretch>
        </p:blipFill>
        <p:spPr>
          <a:xfrm>
            <a:off x="10679426" y="0"/>
            <a:ext cx="1533525" cy="752475"/>
          </a:xfrm>
          <a:prstGeom prst="rect">
            <a:avLst/>
          </a:prstGeom>
        </p:spPr>
      </p:pic>
    </p:spTree>
    <p:extLst>
      <p:ext uri="{BB962C8B-B14F-4D97-AF65-F5344CB8AC3E}">
        <p14:creationId xmlns:p14="http://schemas.microsoft.com/office/powerpoint/2010/main" val="20649903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2BDC71-E067-2DAF-6767-41EA1B749069}"/>
              </a:ext>
            </a:extLst>
          </p:cNvPr>
          <p:cNvSpPr>
            <a:spLocks noGrp="1"/>
          </p:cNvSpPr>
          <p:nvPr>
            <p:ph type="title"/>
          </p:nvPr>
        </p:nvSpPr>
        <p:spPr>
          <a:xfrm>
            <a:off x="1097280" y="286603"/>
            <a:ext cx="10058400" cy="1450757"/>
          </a:xfrm>
        </p:spPr>
        <p:txBody>
          <a:bodyPr>
            <a:normAutofit/>
          </a:bodyPr>
          <a:lstStyle/>
          <a:p>
            <a:r>
              <a:rPr lang="es-AR" dirty="0"/>
              <a:t>Importancia</a:t>
            </a:r>
          </a:p>
        </p:txBody>
      </p:sp>
      <p:graphicFrame>
        <p:nvGraphicFramePr>
          <p:cNvPr id="6" name="Marcador de contenido 2">
            <a:extLst>
              <a:ext uri="{FF2B5EF4-FFF2-40B4-BE49-F238E27FC236}">
                <a16:creationId xmlns:a16="http://schemas.microsoft.com/office/drawing/2014/main" id="{48568331-9A58-12E7-E0F1-396BB1DF9A00}"/>
              </a:ext>
            </a:extLst>
          </p:cNvPr>
          <p:cNvGraphicFramePr>
            <a:graphicFrameLocks noGrp="1"/>
          </p:cNvGraphicFramePr>
          <p:nvPr>
            <p:ph idx="1"/>
            <p:extLst>
              <p:ext uri="{D42A27DB-BD31-4B8C-83A1-F6EECF244321}">
                <p14:modId xmlns:p14="http://schemas.microsoft.com/office/powerpoint/2010/main" val="2942415118"/>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83169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1FAF3A-DCAE-B412-1059-8B2203A9F0D7}"/>
              </a:ext>
            </a:extLst>
          </p:cNvPr>
          <p:cNvSpPr>
            <a:spLocks noGrp="1"/>
          </p:cNvSpPr>
          <p:nvPr>
            <p:ph type="title"/>
          </p:nvPr>
        </p:nvSpPr>
        <p:spPr>
          <a:xfrm>
            <a:off x="1097280" y="286603"/>
            <a:ext cx="10058400" cy="1450757"/>
          </a:xfrm>
        </p:spPr>
        <p:txBody>
          <a:bodyPr>
            <a:normAutofit/>
          </a:bodyPr>
          <a:lstStyle/>
          <a:p>
            <a:r>
              <a:rPr lang="es-AR" dirty="0"/>
              <a:t>Áreas de aplicación</a:t>
            </a:r>
          </a:p>
        </p:txBody>
      </p:sp>
      <p:graphicFrame>
        <p:nvGraphicFramePr>
          <p:cNvPr id="6" name="Marcador de contenido 2">
            <a:extLst>
              <a:ext uri="{FF2B5EF4-FFF2-40B4-BE49-F238E27FC236}">
                <a16:creationId xmlns:a16="http://schemas.microsoft.com/office/drawing/2014/main" id="{82A87758-AC7B-2E89-761A-8BBA099B6FA7}"/>
              </a:ext>
            </a:extLst>
          </p:cNvPr>
          <p:cNvGraphicFramePr>
            <a:graphicFrameLocks noGrp="1"/>
          </p:cNvGraphicFramePr>
          <p:nvPr>
            <p:ph idx="1"/>
            <p:extLst>
              <p:ext uri="{D42A27DB-BD31-4B8C-83A1-F6EECF244321}">
                <p14:modId xmlns:p14="http://schemas.microsoft.com/office/powerpoint/2010/main" val="2218736073"/>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31570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B16355-27FB-445B-B646-02AB73637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D9816506-DD6B-13AD-7B85-7BABB0A26AA4}"/>
              </a:ext>
            </a:extLst>
          </p:cNvPr>
          <p:cNvSpPr>
            <a:spLocks noGrp="1"/>
          </p:cNvSpPr>
          <p:nvPr>
            <p:ph type="title"/>
          </p:nvPr>
        </p:nvSpPr>
        <p:spPr>
          <a:xfrm>
            <a:off x="8177212" y="634946"/>
            <a:ext cx="3372529" cy="5055904"/>
          </a:xfrm>
        </p:spPr>
        <p:txBody>
          <a:bodyPr anchor="ctr">
            <a:normAutofit/>
          </a:bodyPr>
          <a:lstStyle/>
          <a:p>
            <a:r>
              <a:rPr lang="es-AR" dirty="0"/>
              <a:t>Las 5 V de Big Data</a:t>
            </a:r>
          </a:p>
        </p:txBody>
      </p:sp>
      <p:cxnSp>
        <p:nvCxnSpPr>
          <p:cNvPr id="12" name="Straight Connector 11">
            <a:extLst>
              <a:ext uri="{FF2B5EF4-FFF2-40B4-BE49-F238E27FC236}">
                <a16:creationId xmlns:a16="http://schemas.microsoft.com/office/drawing/2014/main" id="{06DA680F-F6AC-453E-A8BF-C5BDED2851D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56978" y="1791298"/>
            <a:ext cx="0" cy="274320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B3BF2E5-C3AB-441F-A430-491119C56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6" name="Rectangle 15">
            <a:extLst>
              <a:ext uri="{FF2B5EF4-FFF2-40B4-BE49-F238E27FC236}">
                <a16:creationId xmlns:a16="http://schemas.microsoft.com/office/drawing/2014/main" id="{DD07C90B-B81A-473B-8919-CA924E61F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graphicFrame>
        <p:nvGraphicFramePr>
          <p:cNvPr id="8" name="Marcador de contenido 2">
            <a:extLst>
              <a:ext uri="{FF2B5EF4-FFF2-40B4-BE49-F238E27FC236}">
                <a16:creationId xmlns:a16="http://schemas.microsoft.com/office/drawing/2014/main" id="{151D3C88-7785-1967-FFC9-75D0268335B4}"/>
              </a:ext>
            </a:extLst>
          </p:cNvPr>
          <p:cNvGraphicFramePr>
            <a:graphicFrameLocks noGrp="1"/>
          </p:cNvGraphicFramePr>
          <p:nvPr>
            <p:ph idx="1"/>
            <p:extLst>
              <p:ext uri="{D42A27DB-BD31-4B8C-83A1-F6EECF244321}">
                <p14:modId xmlns:p14="http://schemas.microsoft.com/office/powerpoint/2010/main" val="3064218785"/>
              </p:ext>
            </p:extLst>
          </p:nvPr>
        </p:nvGraphicFramePr>
        <p:xfrm>
          <a:off x="633413" y="639763"/>
          <a:ext cx="6910387" cy="5051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C39CF8E4-3036-B3AE-6574-95541708E2D8}"/>
              </a:ext>
            </a:extLst>
          </p:cNvPr>
          <p:cNvPicPr>
            <a:picLocks noChangeAspect="1"/>
          </p:cNvPicPr>
          <p:nvPr/>
        </p:nvPicPr>
        <p:blipFill>
          <a:blip r:embed="rId7"/>
          <a:stretch>
            <a:fillRect/>
          </a:stretch>
        </p:blipFill>
        <p:spPr>
          <a:xfrm>
            <a:off x="10649628" y="0"/>
            <a:ext cx="1533525" cy="752475"/>
          </a:xfrm>
          <a:prstGeom prst="rect">
            <a:avLst/>
          </a:prstGeom>
        </p:spPr>
      </p:pic>
    </p:spTree>
    <p:extLst>
      <p:ext uri="{BB962C8B-B14F-4D97-AF65-F5344CB8AC3E}">
        <p14:creationId xmlns:p14="http://schemas.microsoft.com/office/powerpoint/2010/main" val="27887445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ECF0FC6-D57B-48B6-9036-F4FFD91A4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91B9446-A181-460C-C3BA-EA1783EC6836}"/>
              </a:ext>
            </a:extLst>
          </p:cNvPr>
          <p:cNvSpPr>
            <a:spLocks noGrp="1"/>
          </p:cNvSpPr>
          <p:nvPr>
            <p:ph type="title"/>
          </p:nvPr>
        </p:nvSpPr>
        <p:spPr>
          <a:xfrm>
            <a:off x="990932" y="286603"/>
            <a:ext cx="6750987" cy="1450757"/>
          </a:xfrm>
        </p:spPr>
        <p:txBody>
          <a:bodyPr>
            <a:normAutofit/>
          </a:bodyPr>
          <a:lstStyle/>
          <a:p>
            <a:r>
              <a:rPr lang="es-AR">
                <a:solidFill>
                  <a:schemeClr val="accent2"/>
                </a:solidFill>
              </a:rPr>
              <a:t>Volumen</a:t>
            </a:r>
          </a:p>
        </p:txBody>
      </p:sp>
      <p:sp>
        <p:nvSpPr>
          <p:cNvPr id="3" name="Marcador de contenido 2">
            <a:extLst>
              <a:ext uri="{FF2B5EF4-FFF2-40B4-BE49-F238E27FC236}">
                <a16:creationId xmlns:a16="http://schemas.microsoft.com/office/drawing/2014/main" id="{238B088A-D927-B4A2-7A73-81A0597A882A}"/>
              </a:ext>
            </a:extLst>
          </p:cNvPr>
          <p:cNvSpPr>
            <a:spLocks noGrp="1"/>
          </p:cNvSpPr>
          <p:nvPr>
            <p:ph idx="1"/>
          </p:nvPr>
        </p:nvSpPr>
        <p:spPr>
          <a:xfrm>
            <a:off x="1044204" y="2023962"/>
            <a:ext cx="6697715" cy="3845131"/>
          </a:xfrm>
        </p:spPr>
        <p:txBody>
          <a:bodyPr>
            <a:normAutofit/>
          </a:bodyPr>
          <a:lstStyle/>
          <a:p>
            <a:r>
              <a:rPr lang="es-MX" dirty="0"/>
              <a:t>Se refiere a la enorme cantidad de datos generados cada segundo, provenientes de redes sociales, sensores, transacciones y más, alcanzando escalas de exabytes.</a:t>
            </a:r>
            <a:endParaRPr lang="es-AR" dirty="0"/>
          </a:p>
        </p:txBody>
      </p:sp>
      <p:sp>
        <p:nvSpPr>
          <p:cNvPr id="11" name="Rectangle 10">
            <a:extLst>
              <a:ext uri="{FF2B5EF4-FFF2-40B4-BE49-F238E27FC236}">
                <a16:creationId xmlns:a16="http://schemas.microsoft.com/office/drawing/2014/main" id="{717A211C-5863-4303-AC3D-AEBFDF6D6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4150"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3" name="Rectangle 12">
            <a:extLst>
              <a:ext uri="{FF2B5EF4-FFF2-40B4-BE49-F238E27FC236}">
                <a16:creationId xmlns:a16="http://schemas.microsoft.com/office/drawing/2014/main" id="{087519CD-2FFF-42E3-BB0C-FEAA828BA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823"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pic>
        <p:nvPicPr>
          <p:cNvPr id="6" name="Imagen 5">
            <a:extLst>
              <a:ext uri="{FF2B5EF4-FFF2-40B4-BE49-F238E27FC236}">
                <a16:creationId xmlns:a16="http://schemas.microsoft.com/office/drawing/2014/main" id="{268357A5-D88B-D17F-3162-E98996425B64}"/>
              </a:ext>
            </a:extLst>
          </p:cNvPr>
          <p:cNvPicPr>
            <a:picLocks noChangeAspect="1"/>
          </p:cNvPicPr>
          <p:nvPr/>
        </p:nvPicPr>
        <p:blipFill>
          <a:blip r:embed="rId2"/>
          <a:stretch>
            <a:fillRect/>
          </a:stretch>
        </p:blipFill>
        <p:spPr>
          <a:xfrm>
            <a:off x="10672743" y="0"/>
            <a:ext cx="1533525" cy="752475"/>
          </a:xfrm>
          <a:prstGeom prst="rect">
            <a:avLst/>
          </a:prstGeom>
        </p:spPr>
      </p:pic>
    </p:spTree>
    <p:extLst>
      <p:ext uri="{BB962C8B-B14F-4D97-AF65-F5344CB8AC3E}">
        <p14:creationId xmlns:p14="http://schemas.microsoft.com/office/powerpoint/2010/main" val="11137810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1BC2F8-9C2F-15B1-00CC-104EDAB1C14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CEEBE2A-A0B5-59AD-5AC4-A2D2A1446CE7}"/>
              </a:ext>
            </a:extLst>
          </p:cNvPr>
          <p:cNvSpPr>
            <a:spLocks noGrp="1"/>
          </p:cNvSpPr>
          <p:nvPr>
            <p:ph type="title"/>
          </p:nvPr>
        </p:nvSpPr>
        <p:spPr>
          <a:xfrm>
            <a:off x="5181601" y="634946"/>
            <a:ext cx="6368142" cy="1450757"/>
          </a:xfrm>
        </p:spPr>
        <p:txBody>
          <a:bodyPr>
            <a:normAutofit/>
          </a:bodyPr>
          <a:lstStyle/>
          <a:p>
            <a:r>
              <a:rPr lang="es-AR" dirty="0"/>
              <a:t>Velocidad</a:t>
            </a:r>
          </a:p>
        </p:txBody>
      </p:sp>
      <p:pic>
        <p:nvPicPr>
          <p:cNvPr id="6" name="Picture 5" descr="Velocímetro">
            <a:extLst>
              <a:ext uri="{FF2B5EF4-FFF2-40B4-BE49-F238E27FC236}">
                <a16:creationId xmlns:a16="http://schemas.microsoft.com/office/drawing/2014/main" id="{0FBFDDB5-BF57-2DB0-0D33-B267904FC859}"/>
              </a:ext>
            </a:extLst>
          </p:cNvPr>
          <p:cNvPicPr>
            <a:picLocks noChangeAspect="1"/>
          </p:cNvPicPr>
          <p:nvPr/>
        </p:nvPicPr>
        <p:blipFill>
          <a:blip r:embed="rId2"/>
          <a:srcRect l="29040" r="28788"/>
          <a:stretch>
            <a:fillRect/>
          </a:stretch>
        </p:blipFill>
        <p:spPr>
          <a:xfrm>
            <a:off x="20" y="-12128"/>
            <a:ext cx="4654276" cy="6870127"/>
          </a:xfrm>
          <a:prstGeom prst="rect">
            <a:avLst/>
          </a:prstGeom>
        </p:spPr>
      </p:pic>
      <p:cxnSp>
        <p:nvCxnSpPr>
          <p:cNvPr id="14" name="Straight Connector 13">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0DB3D8ED-1376-AC54-C1F4-C67B271C9AC6}"/>
              </a:ext>
            </a:extLst>
          </p:cNvPr>
          <p:cNvSpPr>
            <a:spLocks noGrp="1"/>
          </p:cNvSpPr>
          <p:nvPr>
            <p:ph idx="1"/>
          </p:nvPr>
        </p:nvSpPr>
        <p:spPr>
          <a:xfrm>
            <a:off x="5181601" y="2198914"/>
            <a:ext cx="6368142" cy="3670180"/>
          </a:xfrm>
        </p:spPr>
        <p:txBody>
          <a:bodyPr>
            <a:normAutofit/>
          </a:bodyPr>
          <a:lstStyle/>
          <a:p>
            <a:r>
              <a:rPr lang="es-MX" dirty="0"/>
              <a:t>Es el ritmo acelerado al que se reciben y deben procesar los datos, a menudo en tiempo real, para tomar decisiones inmediatas, por ejemplo, mediante sistemas en memoria.</a:t>
            </a:r>
            <a:endParaRPr lang="es-AR" dirty="0"/>
          </a:p>
        </p:txBody>
      </p:sp>
      <p:pic>
        <p:nvPicPr>
          <p:cNvPr id="7" name="Imagen 6">
            <a:extLst>
              <a:ext uri="{FF2B5EF4-FFF2-40B4-BE49-F238E27FC236}">
                <a16:creationId xmlns:a16="http://schemas.microsoft.com/office/drawing/2014/main" id="{7DB23741-44AA-E610-FB94-53E7949DF7B8}"/>
              </a:ext>
            </a:extLst>
          </p:cNvPr>
          <p:cNvPicPr>
            <a:picLocks noChangeAspect="1"/>
          </p:cNvPicPr>
          <p:nvPr/>
        </p:nvPicPr>
        <p:blipFill>
          <a:blip r:embed="rId3"/>
          <a:stretch>
            <a:fillRect/>
          </a:stretch>
        </p:blipFill>
        <p:spPr>
          <a:xfrm>
            <a:off x="10543523" y="0"/>
            <a:ext cx="1533525" cy="752475"/>
          </a:xfrm>
          <a:prstGeom prst="rect">
            <a:avLst/>
          </a:prstGeom>
        </p:spPr>
      </p:pic>
    </p:spTree>
    <p:extLst>
      <p:ext uri="{BB962C8B-B14F-4D97-AF65-F5344CB8AC3E}">
        <p14:creationId xmlns:p14="http://schemas.microsoft.com/office/powerpoint/2010/main" val="6535298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EB3008-2229-B7F4-4BFA-CCA18274C6C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EE3B2D7-FB08-E331-0C86-12AE80AFDE4E}"/>
              </a:ext>
            </a:extLst>
          </p:cNvPr>
          <p:cNvSpPr>
            <a:spLocks noGrp="1"/>
          </p:cNvSpPr>
          <p:nvPr>
            <p:ph type="title"/>
          </p:nvPr>
        </p:nvSpPr>
        <p:spPr>
          <a:xfrm>
            <a:off x="5181601" y="634946"/>
            <a:ext cx="6368142" cy="1450757"/>
          </a:xfrm>
        </p:spPr>
        <p:txBody>
          <a:bodyPr>
            <a:normAutofit/>
          </a:bodyPr>
          <a:lstStyle/>
          <a:p>
            <a:r>
              <a:rPr lang="es-AR" dirty="0"/>
              <a:t>Variedad</a:t>
            </a:r>
          </a:p>
        </p:txBody>
      </p:sp>
      <p:pic>
        <p:nvPicPr>
          <p:cNvPr id="6" name="Picture 5" descr="Script de ordenador en una pantalla">
            <a:extLst>
              <a:ext uri="{FF2B5EF4-FFF2-40B4-BE49-F238E27FC236}">
                <a16:creationId xmlns:a16="http://schemas.microsoft.com/office/drawing/2014/main" id="{71321C47-A46C-E2CE-AA00-2FF73E44C835}"/>
              </a:ext>
            </a:extLst>
          </p:cNvPr>
          <p:cNvPicPr>
            <a:picLocks noChangeAspect="1"/>
          </p:cNvPicPr>
          <p:nvPr/>
        </p:nvPicPr>
        <p:blipFill>
          <a:blip r:embed="rId2"/>
          <a:srcRect l="7503" r="47277" b="1"/>
          <a:stretch>
            <a:fillRect/>
          </a:stretch>
        </p:blipFill>
        <p:spPr>
          <a:xfrm>
            <a:off x="20" y="-12128"/>
            <a:ext cx="4654276" cy="6870127"/>
          </a:xfrm>
          <a:prstGeom prst="rect">
            <a:avLst/>
          </a:prstGeom>
        </p:spPr>
      </p:pic>
      <p:cxnSp>
        <p:nvCxnSpPr>
          <p:cNvPr id="14" name="Straight Connector 13">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6227E9B8-B8F0-8F3C-912A-F6D56781C4B7}"/>
              </a:ext>
            </a:extLst>
          </p:cNvPr>
          <p:cNvSpPr>
            <a:spLocks noGrp="1"/>
          </p:cNvSpPr>
          <p:nvPr>
            <p:ph idx="1"/>
          </p:nvPr>
        </p:nvSpPr>
        <p:spPr>
          <a:xfrm>
            <a:off x="5181601" y="2198914"/>
            <a:ext cx="6368142" cy="3670180"/>
          </a:xfrm>
        </p:spPr>
        <p:txBody>
          <a:bodyPr>
            <a:normAutofit/>
          </a:bodyPr>
          <a:lstStyle/>
          <a:p>
            <a:r>
              <a:rPr lang="es-MX" dirty="0"/>
              <a:t>Los datos provienen en múltiples formatos: estructurados (bases de datos tradicionales), semiestructurados y no estructurados (videos, audios, correos electrónicos, textos).</a:t>
            </a:r>
            <a:endParaRPr lang="es-AR" dirty="0"/>
          </a:p>
        </p:txBody>
      </p:sp>
      <p:pic>
        <p:nvPicPr>
          <p:cNvPr id="7" name="Imagen 6">
            <a:extLst>
              <a:ext uri="{FF2B5EF4-FFF2-40B4-BE49-F238E27FC236}">
                <a16:creationId xmlns:a16="http://schemas.microsoft.com/office/drawing/2014/main" id="{4BCA39D1-CEAB-66AC-4AD0-84FCB41DCF3A}"/>
              </a:ext>
            </a:extLst>
          </p:cNvPr>
          <p:cNvPicPr>
            <a:picLocks noChangeAspect="1"/>
          </p:cNvPicPr>
          <p:nvPr/>
        </p:nvPicPr>
        <p:blipFill>
          <a:blip r:embed="rId3"/>
          <a:stretch>
            <a:fillRect/>
          </a:stretch>
        </p:blipFill>
        <p:spPr>
          <a:xfrm>
            <a:off x="10543523" y="0"/>
            <a:ext cx="1533525" cy="752475"/>
          </a:xfrm>
          <a:prstGeom prst="rect">
            <a:avLst/>
          </a:prstGeom>
        </p:spPr>
      </p:pic>
    </p:spTree>
    <p:extLst>
      <p:ext uri="{BB962C8B-B14F-4D97-AF65-F5344CB8AC3E}">
        <p14:creationId xmlns:p14="http://schemas.microsoft.com/office/powerpoint/2010/main" val="9175072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3474AF-DB56-8FD0-F187-8B2525B3625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858985B-53A7-BEB7-9A3E-E56045562880}"/>
              </a:ext>
            </a:extLst>
          </p:cNvPr>
          <p:cNvSpPr>
            <a:spLocks noGrp="1"/>
          </p:cNvSpPr>
          <p:nvPr>
            <p:ph type="title"/>
          </p:nvPr>
        </p:nvSpPr>
        <p:spPr>
          <a:xfrm>
            <a:off x="5181601" y="634946"/>
            <a:ext cx="6368142" cy="1450757"/>
          </a:xfrm>
        </p:spPr>
        <p:txBody>
          <a:bodyPr>
            <a:normAutofit/>
          </a:bodyPr>
          <a:lstStyle/>
          <a:p>
            <a:r>
              <a:rPr lang="es-AR" dirty="0"/>
              <a:t>Veracidad</a:t>
            </a:r>
          </a:p>
        </p:txBody>
      </p:sp>
      <p:pic>
        <p:nvPicPr>
          <p:cNvPr id="6" name="Picture 5">
            <a:extLst>
              <a:ext uri="{FF2B5EF4-FFF2-40B4-BE49-F238E27FC236}">
                <a16:creationId xmlns:a16="http://schemas.microsoft.com/office/drawing/2014/main" id="{513C62A9-4F89-3C2F-DF18-A5086FB22CEA}"/>
              </a:ext>
            </a:extLst>
          </p:cNvPr>
          <p:cNvPicPr>
            <a:picLocks noChangeAspect="1"/>
          </p:cNvPicPr>
          <p:nvPr/>
        </p:nvPicPr>
        <p:blipFill>
          <a:blip r:embed="rId2"/>
          <a:srcRect l="3101" r="51678" b="1"/>
          <a:stretch>
            <a:fillRect/>
          </a:stretch>
        </p:blipFill>
        <p:spPr>
          <a:xfrm>
            <a:off x="20" y="-12128"/>
            <a:ext cx="4654276" cy="6870127"/>
          </a:xfrm>
          <a:prstGeom prst="rect">
            <a:avLst/>
          </a:prstGeom>
        </p:spPr>
      </p:pic>
      <p:cxnSp>
        <p:nvCxnSpPr>
          <p:cNvPr id="14" name="Straight Connector 13">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80624F1F-9AD8-56E5-DEA9-30590E6CAFA5}"/>
              </a:ext>
            </a:extLst>
          </p:cNvPr>
          <p:cNvSpPr>
            <a:spLocks noGrp="1"/>
          </p:cNvSpPr>
          <p:nvPr>
            <p:ph idx="1"/>
          </p:nvPr>
        </p:nvSpPr>
        <p:spPr>
          <a:xfrm>
            <a:off x="5181601" y="2198914"/>
            <a:ext cx="6368142" cy="3670180"/>
          </a:xfrm>
        </p:spPr>
        <p:txBody>
          <a:bodyPr>
            <a:normAutofit/>
          </a:bodyPr>
          <a:lstStyle/>
          <a:p>
            <a:r>
              <a:rPr lang="es-MX" dirty="0"/>
              <a:t>Se refiere a la calidad, fiabilidad y precisión de los datos. Gestionar la veracidad implica limpiar y validar datos provenientes de fuentes diversas para asegurar su integridad.</a:t>
            </a:r>
            <a:endParaRPr lang="es-AR" dirty="0"/>
          </a:p>
        </p:txBody>
      </p:sp>
      <p:pic>
        <p:nvPicPr>
          <p:cNvPr id="7" name="Imagen 6">
            <a:extLst>
              <a:ext uri="{FF2B5EF4-FFF2-40B4-BE49-F238E27FC236}">
                <a16:creationId xmlns:a16="http://schemas.microsoft.com/office/drawing/2014/main" id="{58C76423-5CCD-1C06-48E5-51C10D686756}"/>
              </a:ext>
            </a:extLst>
          </p:cNvPr>
          <p:cNvPicPr>
            <a:picLocks noChangeAspect="1"/>
          </p:cNvPicPr>
          <p:nvPr/>
        </p:nvPicPr>
        <p:blipFill>
          <a:blip r:embed="rId3"/>
          <a:stretch>
            <a:fillRect/>
          </a:stretch>
        </p:blipFill>
        <p:spPr>
          <a:xfrm>
            <a:off x="10658455" y="0"/>
            <a:ext cx="1533525" cy="752475"/>
          </a:xfrm>
          <a:prstGeom prst="rect">
            <a:avLst/>
          </a:prstGeom>
        </p:spPr>
      </p:pic>
    </p:spTree>
    <p:extLst>
      <p:ext uri="{BB962C8B-B14F-4D97-AF65-F5344CB8AC3E}">
        <p14:creationId xmlns:p14="http://schemas.microsoft.com/office/powerpoint/2010/main" val="35121361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6C66F7-6E3C-FFD9-2202-922C1BC5B18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43AFC8-D8D0-4784-B08C-6324FA88E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54B1A56-8AFB-4D4F-8D98-1E832D6FFE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762D0A9-F755-CB93-0D27-4576E186F7CC}"/>
              </a:ext>
            </a:extLst>
          </p:cNvPr>
          <p:cNvSpPr>
            <a:spLocks noGrp="1"/>
          </p:cNvSpPr>
          <p:nvPr>
            <p:ph type="title"/>
          </p:nvPr>
        </p:nvSpPr>
        <p:spPr>
          <a:xfrm>
            <a:off x="1901163" y="1111753"/>
            <a:ext cx="3720353" cy="4634494"/>
          </a:xfrm>
          <a:ln w="25400" cap="sq">
            <a:noFill/>
            <a:miter lim="800000"/>
          </a:ln>
        </p:spPr>
        <p:txBody>
          <a:bodyPr anchor="ctr">
            <a:normAutofit/>
          </a:bodyPr>
          <a:lstStyle/>
          <a:p>
            <a:pPr algn="ctr"/>
            <a:r>
              <a:rPr lang="es-AR" sz="3200">
                <a:solidFill>
                  <a:srgbClr val="FFFFFF"/>
                </a:solidFill>
              </a:rPr>
              <a:t>Valor</a:t>
            </a:r>
          </a:p>
        </p:txBody>
      </p:sp>
      <p:sp>
        <p:nvSpPr>
          <p:cNvPr id="13" name="Rectangle 12">
            <a:extLst>
              <a:ext uri="{FF2B5EF4-FFF2-40B4-BE49-F238E27FC236}">
                <a16:creationId xmlns:a16="http://schemas.microsoft.com/office/drawing/2014/main" id="{F8E828FC-05B4-4BA4-92D3-3DF79D42D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chemeClr val="tx1">
              <a:lumMod val="75000"/>
              <a:lumOff val="2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1F618B4-ABD9-7E6C-25AF-93B28D2995DE}"/>
              </a:ext>
            </a:extLst>
          </p:cNvPr>
          <p:cNvSpPr>
            <a:spLocks noGrp="1"/>
          </p:cNvSpPr>
          <p:nvPr>
            <p:ph idx="1"/>
          </p:nvPr>
        </p:nvSpPr>
        <p:spPr>
          <a:xfrm>
            <a:off x="6570206" y="1111753"/>
            <a:ext cx="5057396" cy="4628275"/>
          </a:xfrm>
        </p:spPr>
        <p:txBody>
          <a:bodyPr anchor="ctr">
            <a:normAutofit/>
          </a:bodyPr>
          <a:lstStyle/>
          <a:p>
            <a:r>
              <a:rPr lang="es-MX">
                <a:solidFill>
                  <a:schemeClr val="tx1">
                    <a:lumMod val="85000"/>
                    <a:lumOff val="15000"/>
                  </a:schemeClr>
                </a:solidFill>
              </a:rPr>
              <a:t>Es la capacidad de transformar datos brutos en conocimientos útiles y rentables para el negocio, siendo esta la característica final más importante</a:t>
            </a:r>
            <a:endParaRPr lang="es-AR">
              <a:solidFill>
                <a:schemeClr val="tx1">
                  <a:lumMod val="85000"/>
                  <a:lumOff val="15000"/>
                </a:schemeClr>
              </a:solidFill>
            </a:endParaRPr>
          </a:p>
        </p:txBody>
      </p:sp>
      <p:pic>
        <p:nvPicPr>
          <p:cNvPr id="5" name="Imagen 4">
            <a:extLst>
              <a:ext uri="{FF2B5EF4-FFF2-40B4-BE49-F238E27FC236}">
                <a16:creationId xmlns:a16="http://schemas.microsoft.com/office/drawing/2014/main" id="{36BE4223-A7ED-F64B-36F2-8CFA2F418EDB}"/>
              </a:ext>
            </a:extLst>
          </p:cNvPr>
          <p:cNvPicPr>
            <a:picLocks noChangeAspect="1"/>
          </p:cNvPicPr>
          <p:nvPr/>
        </p:nvPicPr>
        <p:blipFill>
          <a:blip r:embed="rId2"/>
          <a:stretch>
            <a:fillRect/>
          </a:stretch>
        </p:blipFill>
        <p:spPr>
          <a:xfrm>
            <a:off x="10658455" y="0"/>
            <a:ext cx="1533525" cy="752475"/>
          </a:xfrm>
          <a:prstGeom prst="rect">
            <a:avLst/>
          </a:prstGeom>
        </p:spPr>
      </p:pic>
    </p:spTree>
    <p:extLst>
      <p:ext uri="{BB962C8B-B14F-4D97-AF65-F5344CB8AC3E}">
        <p14:creationId xmlns:p14="http://schemas.microsoft.com/office/powerpoint/2010/main" val="31304174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266621-8AA4-2DF0-4423-7E8B72122819}"/>
              </a:ext>
            </a:extLst>
          </p:cNvPr>
          <p:cNvSpPr>
            <a:spLocks noGrp="1"/>
          </p:cNvSpPr>
          <p:nvPr>
            <p:ph type="title"/>
          </p:nvPr>
        </p:nvSpPr>
        <p:spPr/>
        <p:txBody>
          <a:bodyPr/>
          <a:lstStyle/>
          <a:p>
            <a:r>
              <a:rPr lang="es-AR" dirty="0"/>
              <a:t>Ámbitos donde se utiliza </a:t>
            </a:r>
            <a:r>
              <a:rPr lang="es-AR" dirty="0" err="1"/>
              <a:t>big</a:t>
            </a:r>
            <a:r>
              <a:rPr lang="es-AR" dirty="0"/>
              <a:t> data</a:t>
            </a:r>
          </a:p>
        </p:txBody>
      </p:sp>
      <p:graphicFrame>
        <p:nvGraphicFramePr>
          <p:cNvPr id="6" name="Marcador de contenido 2">
            <a:extLst>
              <a:ext uri="{FF2B5EF4-FFF2-40B4-BE49-F238E27FC236}">
                <a16:creationId xmlns:a16="http://schemas.microsoft.com/office/drawing/2014/main" id="{06CA909F-2D9E-C605-6837-14E8D0B77F11}"/>
              </a:ext>
            </a:extLst>
          </p:cNvPr>
          <p:cNvGraphicFramePr>
            <a:graphicFrameLocks noGrp="1"/>
          </p:cNvGraphicFramePr>
          <p:nvPr>
            <p:ph idx="1"/>
          </p:nvPr>
        </p:nvGraphicFramePr>
        <p:xfrm>
          <a:off x="1097280" y="1845734"/>
          <a:ext cx="10058400"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34653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2" name="Rectangle 11">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cxnSp>
        <p:nvCxnSpPr>
          <p:cNvPr id="14" name="Straight Connector 13">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5A1B47C8-47A0-4A88-8830-6DEA3B5DE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84BBFDD-E720-4805-A9C8-129FBBF6D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61348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ítulo 1">
            <a:extLst>
              <a:ext uri="{FF2B5EF4-FFF2-40B4-BE49-F238E27FC236}">
                <a16:creationId xmlns:a16="http://schemas.microsoft.com/office/drawing/2014/main" id="{72FB8C43-26C8-C859-BCA3-8A9A9BD48C1F}"/>
              </a:ext>
            </a:extLst>
          </p:cNvPr>
          <p:cNvSpPr>
            <a:spLocks noGrp="1"/>
          </p:cNvSpPr>
          <p:nvPr>
            <p:ph type="title"/>
          </p:nvPr>
        </p:nvSpPr>
        <p:spPr>
          <a:xfrm>
            <a:off x="8096885" y="640080"/>
            <a:ext cx="3659246" cy="2926080"/>
          </a:xfrm>
        </p:spPr>
        <p:txBody>
          <a:bodyPr vert="horz" lIns="91440" tIns="45720" rIns="91440" bIns="45720" rtlCol="0" anchor="b">
            <a:normAutofit/>
          </a:bodyPr>
          <a:lstStyle/>
          <a:p>
            <a:r>
              <a:rPr lang="en-US" sz="4400">
                <a:solidFill>
                  <a:srgbClr val="FFFFFF"/>
                </a:solidFill>
              </a:rPr>
              <a:t>Comparación entre big data y data mining</a:t>
            </a:r>
          </a:p>
        </p:txBody>
      </p:sp>
      <p:sp>
        <p:nvSpPr>
          <p:cNvPr id="20" name="Rectangle 19">
            <a:extLst>
              <a:ext uri="{FF2B5EF4-FFF2-40B4-BE49-F238E27FC236}">
                <a16:creationId xmlns:a16="http://schemas.microsoft.com/office/drawing/2014/main" id="{5AC4BE46-4A77-42FE-9D15-065CDB2F8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06"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graphicFrame>
        <p:nvGraphicFramePr>
          <p:cNvPr id="5" name="Tabla 4">
            <a:extLst>
              <a:ext uri="{FF2B5EF4-FFF2-40B4-BE49-F238E27FC236}">
                <a16:creationId xmlns:a16="http://schemas.microsoft.com/office/drawing/2014/main" id="{B83822D7-C3E8-DAAF-31A1-FB9159D64423}"/>
              </a:ext>
            </a:extLst>
          </p:cNvPr>
          <p:cNvGraphicFramePr>
            <a:graphicFrameLocks noGrp="1"/>
          </p:cNvGraphicFramePr>
          <p:nvPr>
            <p:extLst>
              <p:ext uri="{D42A27DB-BD31-4B8C-83A1-F6EECF244321}">
                <p14:modId xmlns:p14="http://schemas.microsoft.com/office/powerpoint/2010/main" val="3162174880"/>
              </p:ext>
            </p:extLst>
          </p:nvPr>
        </p:nvGraphicFramePr>
        <p:xfrm>
          <a:off x="633999" y="1228740"/>
          <a:ext cx="6275668" cy="4400520"/>
        </p:xfrm>
        <a:graphic>
          <a:graphicData uri="http://schemas.openxmlformats.org/drawingml/2006/table">
            <a:tbl>
              <a:tblPr firstRow="1" bandRow="1">
                <a:tableStyleId>{616DA210-FB5B-4158-B5E0-FEB733F419BA}</a:tableStyleId>
              </a:tblPr>
              <a:tblGrid>
                <a:gridCol w="1548415">
                  <a:extLst>
                    <a:ext uri="{9D8B030D-6E8A-4147-A177-3AD203B41FA5}">
                      <a16:colId xmlns:a16="http://schemas.microsoft.com/office/drawing/2014/main" val="714613203"/>
                    </a:ext>
                  </a:extLst>
                </a:gridCol>
                <a:gridCol w="2638618">
                  <a:extLst>
                    <a:ext uri="{9D8B030D-6E8A-4147-A177-3AD203B41FA5}">
                      <a16:colId xmlns:a16="http://schemas.microsoft.com/office/drawing/2014/main" val="1098915335"/>
                    </a:ext>
                  </a:extLst>
                </a:gridCol>
                <a:gridCol w="2088635">
                  <a:extLst>
                    <a:ext uri="{9D8B030D-6E8A-4147-A177-3AD203B41FA5}">
                      <a16:colId xmlns:a16="http://schemas.microsoft.com/office/drawing/2014/main" val="2009644263"/>
                    </a:ext>
                  </a:extLst>
                </a:gridCol>
              </a:tblGrid>
              <a:tr h="268223">
                <a:tc>
                  <a:txBody>
                    <a:bodyPr/>
                    <a:lstStyle/>
                    <a:p>
                      <a:pPr>
                        <a:buNone/>
                      </a:pPr>
                      <a:r>
                        <a:rPr lang="es-AR" sz="1100">
                          <a:solidFill>
                            <a:srgbClr val="FFFFFF"/>
                          </a:solidFill>
                        </a:rPr>
                        <a:t>Aspecto</a:t>
                      </a:r>
                    </a:p>
                  </a:txBody>
                  <a:tcPr marL="58904" marR="58904" marT="29452" marB="29452" anchor="ctr">
                    <a:solidFill>
                      <a:schemeClr val="bg2">
                        <a:lumMod val="50000"/>
                      </a:schemeClr>
                    </a:solidFill>
                  </a:tcPr>
                </a:tc>
                <a:tc>
                  <a:txBody>
                    <a:bodyPr/>
                    <a:lstStyle/>
                    <a:p>
                      <a:pPr>
                        <a:buNone/>
                      </a:pPr>
                      <a:r>
                        <a:rPr lang="es-AR" sz="1100">
                          <a:solidFill>
                            <a:srgbClr val="FFFFFF"/>
                          </a:solidFill>
                        </a:rPr>
                        <a:t>Big Data</a:t>
                      </a:r>
                    </a:p>
                  </a:txBody>
                  <a:tcPr marL="58904" marR="58904" marT="29452" marB="29452" anchor="ctr">
                    <a:solidFill>
                      <a:schemeClr val="bg2">
                        <a:lumMod val="50000"/>
                      </a:schemeClr>
                    </a:solidFill>
                  </a:tcPr>
                </a:tc>
                <a:tc>
                  <a:txBody>
                    <a:bodyPr/>
                    <a:lstStyle/>
                    <a:p>
                      <a:pPr>
                        <a:buNone/>
                      </a:pPr>
                      <a:r>
                        <a:rPr lang="es-AR" sz="1100" dirty="0">
                          <a:solidFill>
                            <a:srgbClr val="FFFFFF"/>
                          </a:solidFill>
                        </a:rPr>
                        <a:t>Data </a:t>
                      </a:r>
                      <a:r>
                        <a:rPr lang="es-AR" sz="1100" dirty="0" err="1">
                          <a:solidFill>
                            <a:srgbClr val="FFFFFF"/>
                          </a:solidFill>
                        </a:rPr>
                        <a:t>Mining</a:t>
                      </a:r>
                      <a:endParaRPr lang="es-AR" sz="1100" dirty="0">
                        <a:solidFill>
                          <a:srgbClr val="FFFFFF"/>
                        </a:solidFill>
                      </a:endParaRPr>
                    </a:p>
                  </a:txBody>
                  <a:tcPr marL="58904" marR="58904" marT="29452" marB="29452" anchor="ctr">
                    <a:solidFill>
                      <a:schemeClr val="bg2">
                        <a:lumMod val="50000"/>
                      </a:schemeClr>
                    </a:solidFill>
                  </a:tcPr>
                </a:tc>
                <a:extLst>
                  <a:ext uri="{0D108BD9-81ED-4DB2-BD59-A6C34878D82A}">
                    <a16:rowId xmlns:a16="http://schemas.microsoft.com/office/drawing/2014/main" val="78641653"/>
                  </a:ext>
                </a:extLst>
              </a:tr>
              <a:tr h="611881">
                <a:tc>
                  <a:txBody>
                    <a:bodyPr/>
                    <a:lstStyle/>
                    <a:p>
                      <a:pPr>
                        <a:buNone/>
                      </a:pPr>
                      <a:r>
                        <a:rPr lang="es-AR" sz="1100" dirty="0"/>
                        <a:t>Definición</a:t>
                      </a:r>
                    </a:p>
                  </a:txBody>
                  <a:tcPr marL="58904" marR="58904" marT="29452" marB="29452" anchor="ctr"/>
                </a:tc>
                <a:tc>
                  <a:txBody>
                    <a:bodyPr/>
                    <a:lstStyle/>
                    <a:p>
                      <a:pPr>
                        <a:buNone/>
                      </a:pPr>
                      <a:r>
                        <a:rPr lang="es-MX" sz="1100"/>
                        <a:t>Conjunto de tecnologías y procesos para manejar grandes volúmenes de datos</a:t>
                      </a:r>
                    </a:p>
                  </a:txBody>
                  <a:tcPr marL="58904" marR="58904" marT="29452" marB="29452" anchor="ctr"/>
                </a:tc>
                <a:tc>
                  <a:txBody>
                    <a:bodyPr/>
                    <a:lstStyle/>
                    <a:p>
                      <a:pPr>
                        <a:buNone/>
                      </a:pPr>
                      <a:r>
                        <a:rPr lang="es-MX" sz="1100"/>
                        <a:t>Proceso de analizar datos para descubrir patrones ocultos</a:t>
                      </a:r>
                    </a:p>
                  </a:txBody>
                  <a:tcPr marL="58904" marR="58904" marT="29452" marB="29452" anchor="ctr"/>
                </a:tc>
                <a:extLst>
                  <a:ext uri="{0D108BD9-81ED-4DB2-BD59-A6C34878D82A}">
                    <a16:rowId xmlns:a16="http://schemas.microsoft.com/office/drawing/2014/main" val="364785367"/>
                  </a:ext>
                </a:extLst>
              </a:tr>
              <a:tr h="440052">
                <a:tc>
                  <a:txBody>
                    <a:bodyPr/>
                    <a:lstStyle/>
                    <a:p>
                      <a:pPr>
                        <a:buNone/>
                      </a:pPr>
                      <a:r>
                        <a:rPr lang="es-AR" sz="1100" dirty="0"/>
                        <a:t>Objetivo</a:t>
                      </a:r>
                    </a:p>
                  </a:txBody>
                  <a:tcPr marL="58904" marR="58904" marT="29452" marB="29452" anchor="ctr"/>
                </a:tc>
                <a:tc>
                  <a:txBody>
                    <a:bodyPr/>
                    <a:lstStyle/>
                    <a:p>
                      <a:pPr>
                        <a:buNone/>
                      </a:pPr>
                      <a:r>
                        <a:rPr lang="es-MX" sz="1100"/>
                        <a:t>Almacenar, procesar y gestionar grandes cantidades de datos</a:t>
                      </a:r>
                    </a:p>
                  </a:txBody>
                  <a:tcPr marL="58904" marR="58904" marT="29452" marB="29452" anchor="ctr"/>
                </a:tc>
                <a:tc>
                  <a:txBody>
                    <a:bodyPr/>
                    <a:lstStyle/>
                    <a:p>
                      <a:pPr>
                        <a:buNone/>
                      </a:pPr>
                      <a:r>
                        <a:rPr lang="es-MX" sz="1100"/>
                        <a:t>Extraer conocimiento útil a partir de los datos</a:t>
                      </a:r>
                    </a:p>
                  </a:txBody>
                  <a:tcPr marL="58904" marR="58904" marT="29452" marB="29452" anchor="ctr"/>
                </a:tc>
                <a:extLst>
                  <a:ext uri="{0D108BD9-81ED-4DB2-BD59-A6C34878D82A}">
                    <a16:rowId xmlns:a16="http://schemas.microsoft.com/office/drawing/2014/main" val="1534626283"/>
                  </a:ext>
                </a:extLst>
              </a:tr>
              <a:tr h="268223">
                <a:tc>
                  <a:txBody>
                    <a:bodyPr/>
                    <a:lstStyle/>
                    <a:p>
                      <a:pPr>
                        <a:buNone/>
                      </a:pPr>
                      <a:r>
                        <a:rPr lang="es-AR" sz="1100" dirty="0"/>
                        <a:t>Enfoque</a:t>
                      </a:r>
                    </a:p>
                  </a:txBody>
                  <a:tcPr marL="58904" marR="58904" marT="29452" marB="29452" anchor="ctr"/>
                </a:tc>
                <a:tc>
                  <a:txBody>
                    <a:bodyPr/>
                    <a:lstStyle/>
                    <a:p>
                      <a:pPr>
                        <a:buNone/>
                      </a:pPr>
                      <a:r>
                        <a:rPr lang="es-MX" sz="1100"/>
                        <a:t>Infraestructura y volumen de datos</a:t>
                      </a:r>
                    </a:p>
                  </a:txBody>
                  <a:tcPr marL="58904" marR="58904" marT="29452" marB="29452" anchor="ctr"/>
                </a:tc>
                <a:tc>
                  <a:txBody>
                    <a:bodyPr/>
                    <a:lstStyle/>
                    <a:p>
                      <a:pPr>
                        <a:buNone/>
                      </a:pPr>
                      <a:r>
                        <a:rPr lang="es-AR" sz="1100"/>
                        <a:t>Análisis e interpretación</a:t>
                      </a:r>
                    </a:p>
                  </a:txBody>
                  <a:tcPr marL="58904" marR="58904" marT="29452" marB="29452" anchor="ctr"/>
                </a:tc>
                <a:extLst>
                  <a:ext uri="{0D108BD9-81ED-4DB2-BD59-A6C34878D82A}">
                    <a16:rowId xmlns:a16="http://schemas.microsoft.com/office/drawing/2014/main" val="619319625"/>
                  </a:ext>
                </a:extLst>
              </a:tr>
              <a:tr h="611881">
                <a:tc>
                  <a:txBody>
                    <a:bodyPr/>
                    <a:lstStyle/>
                    <a:p>
                      <a:pPr>
                        <a:buNone/>
                      </a:pPr>
                      <a:r>
                        <a:rPr lang="es-AR" sz="1100" dirty="0"/>
                        <a:t>Tipo de datos</a:t>
                      </a:r>
                    </a:p>
                  </a:txBody>
                  <a:tcPr marL="58904" marR="58904" marT="29452" marB="29452" anchor="ctr"/>
                </a:tc>
                <a:tc>
                  <a:txBody>
                    <a:bodyPr/>
                    <a:lstStyle/>
                    <a:p>
                      <a:pPr>
                        <a:buNone/>
                      </a:pPr>
                      <a:r>
                        <a:rPr lang="es-MX" sz="1100"/>
                        <a:t>Datos masivos, estructurados y no estructurados</a:t>
                      </a:r>
                    </a:p>
                  </a:txBody>
                  <a:tcPr marL="58904" marR="58904" marT="29452" marB="29452" anchor="ctr"/>
                </a:tc>
                <a:tc>
                  <a:txBody>
                    <a:bodyPr/>
                    <a:lstStyle/>
                    <a:p>
                      <a:pPr>
                        <a:buNone/>
                      </a:pPr>
                      <a:r>
                        <a:rPr lang="es-MX" sz="1100"/>
                        <a:t>Datos previamente almacenados (muchas veces provenientes de Big Data)</a:t>
                      </a:r>
                    </a:p>
                  </a:txBody>
                  <a:tcPr marL="58904" marR="58904" marT="29452" marB="29452" anchor="ctr"/>
                </a:tc>
                <a:extLst>
                  <a:ext uri="{0D108BD9-81ED-4DB2-BD59-A6C34878D82A}">
                    <a16:rowId xmlns:a16="http://schemas.microsoft.com/office/drawing/2014/main" val="3392228285"/>
                  </a:ext>
                </a:extLst>
              </a:tr>
              <a:tr h="440052">
                <a:tc>
                  <a:txBody>
                    <a:bodyPr/>
                    <a:lstStyle/>
                    <a:p>
                      <a:pPr>
                        <a:buNone/>
                      </a:pPr>
                      <a:r>
                        <a:rPr lang="es-AR" sz="1100" dirty="0"/>
                        <a:t>Función principal</a:t>
                      </a:r>
                    </a:p>
                  </a:txBody>
                  <a:tcPr marL="58904" marR="58904" marT="29452" marB="29452" anchor="ctr"/>
                </a:tc>
                <a:tc>
                  <a:txBody>
                    <a:bodyPr/>
                    <a:lstStyle/>
                    <a:p>
                      <a:pPr>
                        <a:buNone/>
                      </a:pPr>
                      <a:r>
                        <a:rPr lang="es-AR" sz="1100"/>
                        <a:t>Recolección, almacenamiento y procesamiento</a:t>
                      </a:r>
                    </a:p>
                  </a:txBody>
                  <a:tcPr marL="58904" marR="58904" marT="29452" marB="29452" anchor="ctr"/>
                </a:tc>
                <a:tc>
                  <a:txBody>
                    <a:bodyPr/>
                    <a:lstStyle/>
                    <a:p>
                      <a:pPr>
                        <a:buNone/>
                      </a:pPr>
                      <a:r>
                        <a:rPr lang="es-MX" sz="1100"/>
                        <a:t>Análisis, predicción y descubrimiento de patrones</a:t>
                      </a:r>
                    </a:p>
                  </a:txBody>
                  <a:tcPr marL="58904" marR="58904" marT="29452" marB="29452" anchor="ctr"/>
                </a:tc>
                <a:extLst>
                  <a:ext uri="{0D108BD9-81ED-4DB2-BD59-A6C34878D82A}">
                    <a16:rowId xmlns:a16="http://schemas.microsoft.com/office/drawing/2014/main" val="988830033"/>
                  </a:ext>
                </a:extLst>
              </a:tr>
              <a:tr h="440052">
                <a:tc>
                  <a:txBody>
                    <a:bodyPr/>
                    <a:lstStyle/>
                    <a:p>
                      <a:pPr>
                        <a:buNone/>
                      </a:pPr>
                      <a:r>
                        <a:rPr lang="es-AR" sz="1100" dirty="0"/>
                        <a:t>Nivel de análisis</a:t>
                      </a:r>
                    </a:p>
                  </a:txBody>
                  <a:tcPr marL="58904" marR="58904" marT="29452" marB="29452" anchor="ctr"/>
                </a:tc>
                <a:tc>
                  <a:txBody>
                    <a:bodyPr/>
                    <a:lstStyle/>
                    <a:p>
                      <a:pPr>
                        <a:buNone/>
                      </a:pPr>
                      <a:r>
                        <a:rPr lang="es-AR" sz="1100"/>
                        <a:t>Bajo (gestión de datos)</a:t>
                      </a:r>
                    </a:p>
                  </a:txBody>
                  <a:tcPr marL="58904" marR="58904" marT="29452" marB="29452" anchor="ctr"/>
                </a:tc>
                <a:tc>
                  <a:txBody>
                    <a:bodyPr/>
                    <a:lstStyle/>
                    <a:p>
                      <a:pPr>
                        <a:buNone/>
                      </a:pPr>
                      <a:r>
                        <a:rPr lang="es-AR" sz="1100"/>
                        <a:t>Alto (inteligencia y conocimiento)</a:t>
                      </a:r>
                    </a:p>
                  </a:txBody>
                  <a:tcPr marL="58904" marR="58904" marT="29452" marB="29452" anchor="ctr"/>
                </a:tc>
                <a:extLst>
                  <a:ext uri="{0D108BD9-81ED-4DB2-BD59-A6C34878D82A}">
                    <a16:rowId xmlns:a16="http://schemas.microsoft.com/office/drawing/2014/main" val="2841178923"/>
                  </a:ext>
                </a:extLst>
              </a:tr>
              <a:tr h="440052">
                <a:tc>
                  <a:txBody>
                    <a:bodyPr/>
                    <a:lstStyle/>
                    <a:p>
                      <a:pPr>
                        <a:buNone/>
                      </a:pPr>
                      <a:r>
                        <a:rPr lang="es-AR" sz="1100" dirty="0"/>
                        <a:t>Tecnologías</a:t>
                      </a:r>
                    </a:p>
                  </a:txBody>
                  <a:tcPr marL="58904" marR="58904" marT="29452" marB="29452" anchor="ctr"/>
                </a:tc>
                <a:tc>
                  <a:txBody>
                    <a:bodyPr/>
                    <a:lstStyle/>
                    <a:p>
                      <a:pPr>
                        <a:buNone/>
                      </a:pPr>
                      <a:r>
                        <a:rPr lang="es-AR" sz="1100"/>
                        <a:t>Hadoop, Spark, bases NoSQL, cloud computing</a:t>
                      </a:r>
                    </a:p>
                  </a:txBody>
                  <a:tcPr marL="58904" marR="58904" marT="29452" marB="29452" anchor="ctr"/>
                </a:tc>
                <a:tc>
                  <a:txBody>
                    <a:bodyPr/>
                    <a:lstStyle/>
                    <a:p>
                      <a:pPr>
                        <a:buNone/>
                      </a:pPr>
                      <a:r>
                        <a:rPr lang="pt-BR" sz="1100"/>
                        <a:t>Algoritmos de IA, machine learning, estadística</a:t>
                      </a:r>
                    </a:p>
                  </a:txBody>
                  <a:tcPr marL="58904" marR="58904" marT="29452" marB="29452" anchor="ctr"/>
                </a:tc>
                <a:extLst>
                  <a:ext uri="{0D108BD9-81ED-4DB2-BD59-A6C34878D82A}">
                    <a16:rowId xmlns:a16="http://schemas.microsoft.com/office/drawing/2014/main" val="3065690584"/>
                  </a:ext>
                </a:extLst>
              </a:tr>
              <a:tr h="440052">
                <a:tc>
                  <a:txBody>
                    <a:bodyPr/>
                    <a:lstStyle/>
                    <a:p>
                      <a:pPr>
                        <a:buNone/>
                      </a:pPr>
                      <a:r>
                        <a:rPr lang="es-AR" sz="1100" dirty="0"/>
                        <a:t>Ejemplo</a:t>
                      </a:r>
                    </a:p>
                  </a:txBody>
                  <a:tcPr marL="58904" marR="58904" marT="29452" marB="29452" anchor="ctr"/>
                </a:tc>
                <a:tc>
                  <a:txBody>
                    <a:bodyPr/>
                    <a:lstStyle/>
                    <a:p>
                      <a:pPr>
                        <a:buNone/>
                      </a:pPr>
                      <a:r>
                        <a:rPr lang="es-MX" sz="1100"/>
                        <a:t>Netflix almacena millones de datos de usuarios</a:t>
                      </a:r>
                    </a:p>
                  </a:txBody>
                  <a:tcPr marL="58904" marR="58904" marT="29452" marB="29452" anchor="ctr"/>
                </a:tc>
                <a:tc>
                  <a:txBody>
                    <a:bodyPr/>
                    <a:lstStyle/>
                    <a:p>
                      <a:pPr>
                        <a:buNone/>
                      </a:pPr>
                      <a:r>
                        <a:rPr lang="es-MX" sz="1100"/>
                        <a:t>Netflix analiza esos datos para recomendar películas</a:t>
                      </a:r>
                    </a:p>
                  </a:txBody>
                  <a:tcPr marL="58904" marR="58904" marT="29452" marB="29452" anchor="ctr"/>
                </a:tc>
                <a:extLst>
                  <a:ext uri="{0D108BD9-81ED-4DB2-BD59-A6C34878D82A}">
                    <a16:rowId xmlns:a16="http://schemas.microsoft.com/office/drawing/2014/main" val="2278464583"/>
                  </a:ext>
                </a:extLst>
              </a:tr>
              <a:tr h="440052">
                <a:tc>
                  <a:txBody>
                    <a:bodyPr/>
                    <a:lstStyle/>
                    <a:p>
                      <a:pPr>
                        <a:buNone/>
                      </a:pPr>
                      <a:r>
                        <a:rPr lang="es-AR" sz="1100" dirty="0"/>
                        <a:t>Relación</a:t>
                      </a:r>
                    </a:p>
                  </a:txBody>
                  <a:tcPr marL="58904" marR="58904" marT="29452" marB="29452" anchor="ctr"/>
                </a:tc>
                <a:tc>
                  <a:txBody>
                    <a:bodyPr/>
                    <a:lstStyle/>
                    <a:p>
                      <a:pPr>
                        <a:buNone/>
                      </a:pPr>
                      <a:r>
                        <a:rPr lang="es-MX" sz="1100"/>
                        <a:t>Es la base que provee los datos</a:t>
                      </a:r>
                    </a:p>
                  </a:txBody>
                  <a:tcPr marL="58904" marR="58904" marT="29452" marB="29452" anchor="ctr"/>
                </a:tc>
                <a:tc>
                  <a:txBody>
                    <a:bodyPr/>
                    <a:lstStyle/>
                    <a:p>
                      <a:pPr>
                        <a:buNone/>
                      </a:pPr>
                      <a:r>
                        <a:rPr lang="es-MX" sz="1100" dirty="0"/>
                        <a:t>Utiliza los datos para generar valor</a:t>
                      </a:r>
                    </a:p>
                  </a:txBody>
                  <a:tcPr marL="58904" marR="58904" marT="29452" marB="29452" anchor="ctr"/>
                </a:tc>
                <a:extLst>
                  <a:ext uri="{0D108BD9-81ED-4DB2-BD59-A6C34878D82A}">
                    <a16:rowId xmlns:a16="http://schemas.microsoft.com/office/drawing/2014/main" val="1523519844"/>
                  </a:ext>
                </a:extLst>
              </a:tr>
            </a:tbl>
          </a:graphicData>
        </a:graphic>
      </p:graphicFrame>
      <p:pic>
        <p:nvPicPr>
          <p:cNvPr id="6" name="Imagen 5">
            <a:extLst>
              <a:ext uri="{FF2B5EF4-FFF2-40B4-BE49-F238E27FC236}">
                <a16:creationId xmlns:a16="http://schemas.microsoft.com/office/drawing/2014/main" id="{6F5D050D-BE08-1E27-78C6-7EBA7B28A7D7}"/>
              </a:ext>
            </a:extLst>
          </p:cNvPr>
          <p:cNvPicPr>
            <a:picLocks noChangeAspect="1"/>
          </p:cNvPicPr>
          <p:nvPr/>
        </p:nvPicPr>
        <p:blipFill>
          <a:blip r:embed="rId2"/>
          <a:stretch>
            <a:fillRect/>
          </a:stretch>
        </p:blipFill>
        <p:spPr>
          <a:xfrm>
            <a:off x="10658455" y="0"/>
            <a:ext cx="1533525" cy="752475"/>
          </a:xfrm>
          <a:prstGeom prst="rect">
            <a:avLst/>
          </a:prstGeom>
        </p:spPr>
      </p:pic>
    </p:spTree>
    <p:extLst>
      <p:ext uri="{BB962C8B-B14F-4D97-AF65-F5344CB8AC3E}">
        <p14:creationId xmlns:p14="http://schemas.microsoft.com/office/powerpoint/2010/main" val="9457268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0342EBF-3919-AE84-0DF8-BAE921342B4F}"/>
              </a:ext>
            </a:extLst>
          </p:cNvPr>
          <p:cNvSpPr>
            <a:spLocks noGrp="1"/>
          </p:cNvSpPr>
          <p:nvPr>
            <p:ph type="title"/>
          </p:nvPr>
        </p:nvSpPr>
        <p:spPr>
          <a:xfrm>
            <a:off x="6411685" y="634946"/>
            <a:ext cx="5127171" cy="1450757"/>
          </a:xfrm>
        </p:spPr>
        <p:txBody>
          <a:bodyPr>
            <a:normAutofit/>
          </a:bodyPr>
          <a:lstStyle/>
          <a:p>
            <a:r>
              <a:rPr lang="es-AR" dirty="0"/>
              <a:t>Para reflexionar…</a:t>
            </a:r>
          </a:p>
        </p:txBody>
      </p:sp>
      <p:pic>
        <p:nvPicPr>
          <p:cNvPr id="8" name="Graphic 7" descr="Target Audience">
            <a:extLst>
              <a:ext uri="{FF2B5EF4-FFF2-40B4-BE49-F238E27FC236}">
                <a16:creationId xmlns:a16="http://schemas.microsoft.com/office/drawing/2014/main" id="{3DF9C47D-0E31-FB12-E970-D8636497E0A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5132" y="645106"/>
            <a:ext cx="5247747" cy="5247747"/>
          </a:xfrm>
          <a:prstGeom prst="rect">
            <a:avLst/>
          </a:prstGeom>
        </p:spPr>
      </p:pic>
      <p:cxnSp>
        <p:nvCxnSpPr>
          <p:cNvPr id="13" name="Straight Connector 12">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9412CD65-32AF-BE0E-EA54-AD952CDED4B8}"/>
              </a:ext>
            </a:extLst>
          </p:cNvPr>
          <p:cNvSpPr>
            <a:spLocks noGrp="1"/>
          </p:cNvSpPr>
          <p:nvPr>
            <p:ph idx="1"/>
          </p:nvPr>
        </p:nvSpPr>
        <p:spPr>
          <a:xfrm>
            <a:off x="6411684" y="2198914"/>
            <a:ext cx="5127172" cy="3670180"/>
          </a:xfrm>
        </p:spPr>
        <p:txBody>
          <a:bodyPr>
            <a:normAutofit/>
          </a:bodyPr>
          <a:lstStyle/>
          <a:p>
            <a:r>
              <a:rPr lang="es-MX" dirty="0"/>
              <a:t>¿Las empresas deberían tener límites en la cantidad de datos que recolectan de los usuarios, aunque esos datos les permitan mejorar sus servicios?</a:t>
            </a:r>
            <a:endParaRPr lang="es-AR" dirty="0"/>
          </a:p>
        </p:txBody>
      </p:sp>
      <p:sp>
        <p:nvSpPr>
          <p:cNvPr id="15" name="Rectangle 14">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7" name="Rectangle 16">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pic>
        <p:nvPicPr>
          <p:cNvPr id="5" name="Imagen 4">
            <a:extLst>
              <a:ext uri="{FF2B5EF4-FFF2-40B4-BE49-F238E27FC236}">
                <a16:creationId xmlns:a16="http://schemas.microsoft.com/office/drawing/2014/main" id="{0AC206E7-EB58-9B3D-6831-83425920D381}"/>
              </a:ext>
            </a:extLst>
          </p:cNvPr>
          <p:cNvPicPr>
            <a:picLocks noChangeAspect="1"/>
          </p:cNvPicPr>
          <p:nvPr/>
        </p:nvPicPr>
        <p:blipFill>
          <a:blip r:embed="rId4"/>
          <a:stretch>
            <a:fillRect/>
          </a:stretch>
        </p:blipFill>
        <p:spPr>
          <a:xfrm>
            <a:off x="10658455" y="0"/>
            <a:ext cx="1533525" cy="752475"/>
          </a:xfrm>
          <a:prstGeom prst="rect">
            <a:avLst/>
          </a:prstGeom>
        </p:spPr>
      </p:pic>
    </p:spTree>
    <p:extLst>
      <p:ext uri="{BB962C8B-B14F-4D97-AF65-F5344CB8AC3E}">
        <p14:creationId xmlns:p14="http://schemas.microsoft.com/office/powerpoint/2010/main" val="12909450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B2B8762-61F0-4F1B-9364-D633EE9D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3" name="Rectangle 12">
            <a:extLst>
              <a:ext uri="{FF2B5EF4-FFF2-40B4-BE49-F238E27FC236}">
                <a16:creationId xmlns:a16="http://schemas.microsoft.com/office/drawing/2014/main" id="{E97675C8-1328-460C-9EBF-6B446B67E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cxnSp>
        <p:nvCxnSpPr>
          <p:cNvPr id="15" name="Straight Connector 14">
            <a:extLst>
              <a:ext uri="{FF2B5EF4-FFF2-40B4-BE49-F238E27FC236}">
                <a16:creationId xmlns:a16="http://schemas.microsoft.com/office/drawing/2014/main" id="{514EE78B-AF71-4195-A01B-F1165D9233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C6417104-D4C1-4710-9982-2154A7F484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31E9452-B2FF-94C0-AD73-573749DF3AB6}"/>
              </a:ext>
            </a:extLst>
          </p:cNvPr>
          <p:cNvSpPr>
            <a:spLocks noGrp="1"/>
          </p:cNvSpPr>
          <p:nvPr>
            <p:ph type="title"/>
          </p:nvPr>
        </p:nvSpPr>
        <p:spPr>
          <a:xfrm>
            <a:off x="633999" y="4550229"/>
            <a:ext cx="10909073" cy="1057655"/>
          </a:xfrm>
        </p:spPr>
        <p:txBody>
          <a:bodyPr vert="horz" lIns="91440" tIns="45720" rIns="91440" bIns="45720" rtlCol="0" anchor="b">
            <a:normAutofit/>
          </a:bodyPr>
          <a:lstStyle/>
          <a:p>
            <a:r>
              <a:rPr lang="en-US" sz="6000">
                <a:solidFill>
                  <a:schemeClr val="tx1">
                    <a:lumMod val="85000"/>
                    <a:lumOff val="15000"/>
                  </a:schemeClr>
                </a:solidFill>
              </a:rPr>
              <a:t>Sitio de Interés</a:t>
            </a:r>
          </a:p>
        </p:txBody>
      </p:sp>
      <p:pic>
        <p:nvPicPr>
          <p:cNvPr id="5" name="Elementos multimedia en línea 4" title="Qué es Big Data, cómo funciona y para qué sirve">
            <a:hlinkClick r:id="" action="ppaction://media"/>
            <a:extLst>
              <a:ext uri="{FF2B5EF4-FFF2-40B4-BE49-F238E27FC236}">
                <a16:creationId xmlns:a16="http://schemas.microsoft.com/office/drawing/2014/main" id="{4BE71A09-F766-1391-87D4-D67CCC08E7D5}"/>
              </a:ext>
            </a:extLst>
          </p:cNvPr>
          <p:cNvPicPr>
            <a:picLocks noGrp="1" noRot="1" noChangeAspect="1"/>
          </p:cNvPicPr>
          <p:nvPr>
            <p:ph idx="1"/>
            <a:videoFile r:link="rId1"/>
          </p:nvPr>
        </p:nvPicPr>
        <p:blipFill>
          <a:blip r:embed="rId4"/>
          <a:stretch>
            <a:fillRect/>
          </a:stretch>
        </p:blipFill>
        <p:spPr>
          <a:xfrm>
            <a:off x="635457" y="991756"/>
            <a:ext cx="5131653" cy="2899383"/>
          </a:xfrm>
          <a:prstGeom prst="rect">
            <a:avLst/>
          </a:prstGeom>
        </p:spPr>
      </p:pic>
      <p:sp>
        <p:nvSpPr>
          <p:cNvPr id="19" name="Rectangle 18">
            <a:extLst>
              <a:ext uri="{FF2B5EF4-FFF2-40B4-BE49-F238E27FC236}">
                <a16:creationId xmlns:a16="http://schemas.microsoft.com/office/drawing/2014/main" id="{626F1402-2DEC-4071-84AF-350C7BF00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3996" y="886968"/>
            <a:ext cx="64008" cy="31089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Elementos multimedia en línea 5" title="Qué es Big Data, cómo funciona y para qué sirve">
            <a:hlinkClick r:id="" action="ppaction://media"/>
            <a:extLst>
              <a:ext uri="{FF2B5EF4-FFF2-40B4-BE49-F238E27FC236}">
                <a16:creationId xmlns:a16="http://schemas.microsoft.com/office/drawing/2014/main" id="{86AA63E3-50F4-2212-0F59-2570E3E4F9C2}"/>
              </a:ext>
            </a:extLst>
          </p:cNvPr>
          <p:cNvPicPr>
            <a:picLocks noRot="1" noChangeAspect="1"/>
          </p:cNvPicPr>
          <p:nvPr>
            <a:videoFile r:link="rId2"/>
          </p:nvPr>
        </p:nvPicPr>
        <p:blipFill>
          <a:blip r:embed="rId5"/>
          <a:stretch>
            <a:fillRect/>
          </a:stretch>
        </p:blipFill>
        <p:spPr>
          <a:xfrm>
            <a:off x="6424891" y="995562"/>
            <a:ext cx="5118182" cy="2891772"/>
          </a:xfrm>
          <a:prstGeom prst="rect">
            <a:avLst/>
          </a:prstGeom>
        </p:spPr>
      </p:pic>
      <p:cxnSp>
        <p:nvCxnSpPr>
          <p:cNvPr id="21" name="Straight Connector 20">
            <a:extLst>
              <a:ext uri="{FF2B5EF4-FFF2-40B4-BE49-F238E27FC236}">
                <a16:creationId xmlns:a16="http://schemas.microsoft.com/office/drawing/2014/main" id="{04733B62-1719-4677-A612-CA0AC0AD74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DA52A394-10F4-4AA5-90E4-634D1E919D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5" name="Rectangle 24">
            <a:extLst>
              <a:ext uri="{FF2B5EF4-FFF2-40B4-BE49-F238E27FC236}">
                <a16:creationId xmlns:a16="http://schemas.microsoft.com/office/drawing/2014/main" id="{07BDDC51-8BB2-42BE-8EA8-39B3E9AC1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pic>
        <p:nvPicPr>
          <p:cNvPr id="7" name="Imagen 6">
            <a:extLst>
              <a:ext uri="{FF2B5EF4-FFF2-40B4-BE49-F238E27FC236}">
                <a16:creationId xmlns:a16="http://schemas.microsoft.com/office/drawing/2014/main" id="{BA3AC743-1AE0-269C-A578-6D549C4AE944}"/>
              </a:ext>
            </a:extLst>
          </p:cNvPr>
          <p:cNvPicPr>
            <a:picLocks noChangeAspect="1"/>
          </p:cNvPicPr>
          <p:nvPr/>
        </p:nvPicPr>
        <p:blipFill>
          <a:blip r:embed="rId6"/>
          <a:stretch>
            <a:fillRect/>
          </a:stretch>
        </p:blipFill>
        <p:spPr>
          <a:xfrm>
            <a:off x="10658455" y="0"/>
            <a:ext cx="1533525" cy="752475"/>
          </a:xfrm>
          <a:prstGeom prst="rect">
            <a:avLst/>
          </a:prstGeom>
        </p:spPr>
      </p:pic>
    </p:spTree>
    <p:extLst>
      <p:ext uri="{BB962C8B-B14F-4D97-AF65-F5344CB8AC3E}">
        <p14:creationId xmlns:p14="http://schemas.microsoft.com/office/powerpoint/2010/main" val="2055743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5"/>
                </p:tgtEl>
              </p:cMediaNode>
            </p:video>
            <p:seq concurrent="1" nextAc="seek">
              <p:cTn id="12" restart="whenNotActive" fill="hold" evtFilter="cancelBubble" nodeType="interactiveSeq">
                <p:stCondLst>
                  <p:cond evt="onClick" delay="0">
                    <p:tgtEl>
                      <p:spTgt spid="5"/>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5"/>
                                        </p:tgtEl>
                                      </p:cBhvr>
                                    </p:cmd>
                                  </p:childTnLst>
                                </p:cTn>
                              </p:par>
                            </p:childTnLst>
                          </p:cTn>
                        </p:par>
                      </p:childTnLst>
                    </p:cTn>
                  </p:par>
                </p:childTnLst>
              </p:cTn>
              <p:nextCondLst>
                <p:cond evt="onClick" delay="0">
                  <p:tgtEl>
                    <p:spTgt spid="5"/>
                  </p:tgtEl>
                </p:cond>
              </p:nextCondLst>
            </p:seq>
            <p:video>
              <p:cMediaNode vol="80000">
                <p:cTn id="17" fill="hold" display="0">
                  <p:stCondLst>
                    <p:cond delay="indefinite"/>
                  </p:stCondLst>
                </p:cTn>
                <p:tgtEl>
                  <p:spTgt spid="6"/>
                </p:tgtEl>
              </p:cMediaNode>
            </p:video>
            <p:seq concurrent="1" nextAc="seek">
              <p:cTn id="18" restart="whenNotActive" fill="hold" evtFilter="cancelBubble" nodeType="interactiveSeq">
                <p:stCondLst>
                  <p:cond evt="onClick" delay="0">
                    <p:tgtEl>
                      <p:spTgt spid="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ítulo 1">
            <a:extLst>
              <a:ext uri="{FF2B5EF4-FFF2-40B4-BE49-F238E27FC236}">
                <a16:creationId xmlns:a16="http://schemas.microsoft.com/office/drawing/2014/main" id="{6A5B634B-F822-4423-7476-8ADCFD0BD29A}"/>
              </a:ext>
            </a:extLst>
          </p:cNvPr>
          <p:cNvSpPr>
            <a:spLocks noGrp="1"/>
          </p:cNvSpPr>
          <p:nvPr>
            <p:ph type="title"/>
          </p:nvPr>
        </p:nvSpPr>
        <p:spPr>
          <a:xfrm>
            <a:off x="492370" y="605896"/>
            <a:ext cx="3084844" cy="5646208"/>
          </a:xfrm>
        </p:spPr>
        <p:txBody>
          <a:bodyPr anchor="ctr">
            <a:normAutofit/>
          </a:bodyPr>
          <a:lstStyle/>
          <a:p>
            <a:r>
              <a:rPr lang="es-AR" sz="3600">
                <a:solidFill>
                  <a:srgbClr val="FFFFFF"/>
                </a:solidFill>
              </a:rPr>
              <a:t>Actividad big data</a:t>
            </a:r>
          </a:p>
        </p:txBody>
      </p:sp>
      <p:sp>
        <p:nvSpPr>
          <p:cNvPr id="13" name="Rectangle 12">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3" name="Marcador de contenido 2">
            <a:extLst>
              <a:ext uri="{FF2B5EF4-FFF2-40B4-BE49-F238E27FC236}">
                <a16:creationId xmlns:a16="http://schemas.microsoft.com/office/drawing/2014/main" id="{88023C7F-AF4C-7B51-1ECE-1A70CDC6A071}"/>
              </a:ext>
            </a:extLst>
          </p:cNvPr>
          <p:cNvSpPr>
            <a:spLocks noGrp="1"/>
          </p:cNvSpPr>
          <p:nvPr>
            <p:ph idx="1"/>
          </p:nvPr>
        </p:nvSpPr>
        <p:spPr>
          <a:xfrm>
            <a:off x="4742016" y="605896"/>
            <a:ext cx="6413663" cy="5646208"/>
          </a:xfrm>
        </p:spPr>
        <p:txBody>
          <a:bodyPr anchor="ctr">
            <a:normAutofit/>
          </a:bodyPr>
          <a:lstStyle/>
          <a:p>
            <a:r>
              <a:rPr lang="es-AR" dirty="0" err="1"/>
              <a:t>Sos</a:t>
            </a:r>
            <a:r>
              <a:rPr lang="es-AR" dirty="0"/>
              <a:t> Gerente de una empresa de </a:t>
            </a:r>
            <a:r>
              <a:rPr lang="es-AR" dirty="0" err="1"/>
              <a:t>streaming</a:t>
            </a:r>
            <a:r>
              <a:rPr lang="es-AR" dirty="0"/>
              <a:t>.</a:t>
            </a:r>
          </a:p>
          <a:p>
            <a:endParaRPr lang="es-AR" dirty="0"/>
          </a:p>
          <a:p>
            <a:r>
              <a:rPr lang="es-AR" dirty="0"/>
              <a:t>Preguntas:</a:t>
            </a:r>
          </a:p>
          <a:p>
            <a:pPr marL="457200" indent="-457200">
              <a:buFont typeface="+mj-lt"/>
              <a:buAutoNum type="alphaLcPeriod"/>
            </a:pPr>
            <a:r>
              <a:rPr lang="es-MX" dirty="0"/>
              <a:t>¿Qué datos recolectarías?</a:t>
            </a:r>
          </a:p>
          <a:p>
            <a:pPr marL="457200" indent="-457200">
              <a:buFont typeface="+mj-lt"/>
              <a:buAutoNum type="alphaLcPeriod"/>
            </a:pPr>
            <a:r>
              <a:rPr lang="es-MX" dirty="0"/>
              <a:t>¿Dónde usarías Big Data?</a:t>
            </a:r>
          </a:p>
          <a:p>
            <a:pPr marL="457200" indent="-457200">
              <a:buFont typeface="+mj-lt"/>
              <a:buAutoNum type="alphaLcPeriod"/>
            </a:pPr>
            <a:r>
              <a:rPr lang="es-MX" dirty="0"/>
              <a:t>¿Dónde aplicarías Data </a:t>
            </a:r>
            <a:r>
              <a:rPr lang="es-MX" dirty="0" err="1"/>
              <a:t>Mining</a:t>
            </a:r>
            <a:r>
              <a:rPr lang="es-MX" dirty="0"/>
              <a:t>?</a:t>
            </a:r>
            <a:endParaRPr lang="es-AR" dirty="0"/>
          </a:p>
        </p:txBody>
      </p:sp>
      <p:pic>
        <p:nvPicPr>
          <p:cNvPr id="7" name="Imagen 6">
            <a:extLst>
              <a:ext uri="{FF2B5EF4-FFF2-40B4-BE49-F238E27FC236}">
                <a16:creationId xmlns:a16="http://schemas.microsoft.com/office/drawing/2014/main" id="{C68768E8-1D22-6618-C28A-1C80B7C70D00}"/>
              </a:ext>
            </a:extLst>
          </p:cNvPr>
          <p:cNvPicPr>
            <a:picLocks noChangeAspect="1"/>
          </p:cNvPicPr>
          <p:nvPr/>
        </p:nvPicPr>
        <p:blipFill>
          <a:blip r:embed="rId2"/>
          <a:stretch>
            <a:fillRect/>
          </a:stretch>
        </p:blipFill>
        <p:spPr>
          <a:xfrm>
            <a:off x="10658455" y="0"/>
            <a:ext cx="1533525" cy="752475"/>
          </a:xfrm>
          <a:prstGeom prst="rect">
            <a:avLst/>
          </a:prstGeom>
        </p:spPr>
      </p:pic>
    </p:spTree>
    <p:extLst>
      <p:ext uri="{BB962C8B-B14F-4D97-AF65-F5344CB8AC3E}">
        <p14:creationId xmlns:p14="http://schemas.microsoft.com/office/powerpoint/2010/main" val="994502582"/>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Sala de reuniones Ion">
  <a:themeElements>
    <a:clrScheme name="Sala de reuniones 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Sala de reuniones 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la de reuniones 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3.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4.xml><?xml version="1.0" encoding="utf-8"?>
<a:theme xmlns:a="http://schemas.openxmlformats.org/drawingml/2006/main" name="Retrospección">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8EDBA4C13E70F5418B418D8012459F21" ma:contentTypeVersion="3" ma:contentTypeDescription="Crear nuevo documento." ma:contentTypeScope="" ma:versionID="0a304ccaa1773ffe5d2b1e682fa7860d">
  <xsd:schema xmlns:xsd="http://www.w3.org/2001/XMLSchema" xmlns:xs="http://www.w3.org/2001/XMLSchema" xmlns:p="http://schemas.microsoft.com/office/2006/metadata/properties" xmlns:ns2="de7ef2da-48b3-49aa-9fec-64c55b664b94" targetNamespace="http://schemas.microsoft.com/office/2006/metadata/properties" ma:root="true" ma:fieldsID="cf8310444cf7183a730381c58d7a84d3" ns2:_="">
    <xsd:import namespace="de7ef2da-48b3-49aa-9fec-64c55b664b9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7ef2da-48b3-49aa-9fec-64c55b664b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9DCCF8-2774-4D72-98CE-9AC379F4E47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CB19A1EC-66AE-4853-A586-EF4F6AD612ED}"/>
</file>

<file path=customXml/itemProps3.xml><?xml version="1.0" encoding="utf-8"?>
<ds:datastoreItem xmlns:ds="http://schemas.openxmlformats.org/officeDocument/2006/customXml" ds:itemID="{E2F848AE-EE3C-4154-A252-CF08797C65B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2850</TotalTime>
  <Words>4070</Words>
  <Application>Microsoft Office PowerPoint</Application>
  <PresentationFormat>Panorámica</PresentationFormat>
  <Paragraphs>309</Paragraphs>
  <Slides>64</Slides>
  <Notes>0</Notes>
  <HiddenSlides>0</HiddenSlides>
  <MMClips>7</MMClips>
  <ScaleCrop>false</ScaleCrop>
  <HeadingPairs>
    <vt:vector size="6" baseType="variant">
      <vt:variant>
        <vt:lpstr>Fuentes usadas</vt:lpstr>
      </vt:variant>
      <vt:variant>
        <vt:i4>9</vt:i4>
      </vt:variant>
      <vt:variant>
        <vt:lpstr>Tema</vt:lpstr>
      </vt:variant>
      <vt:variant>
        <vt:i4>4</vt:i4>
      </vt:variant>
      <vt:variant>
        <vt:lpstr>Títulos de diapositiva</vt:lpstr>
      </vt:variant>
      <vt:variant>
        <vt:i4>64</vt:i4>
      </vt:variant>
    </vt:vector>
  </HeadingPairs>
  <TitlesOfParts>
    <vt:vector size="77" baseType="lpstr">
      <vt:lpstr>Aptos</vt:lpstr>
      <vt:lpstr>Arial</vt:lpstr>
      <vt:lpstr>Calibri</vt:lpstr>
      <vt:lpstr>Calibri Light</vt:lpstr>
      <vt:lpstr>Century Gothic</vt:lpstr>
      <vt:lpstr>Neue Haas Grotesk Text Pro</vt:lpstr>
      <vt:lpstr>Trebuchet MS</vt:lpstr>
      <vt:lpstr>Verdana</vt:lpstr>
      <vt:lpstr>Wingdings 3</vt:lpstr>
      <vt:lpstr>VanillaVTI</vt:lpstr>
      <vt:lpstr>Sala de reuniones Ion</vt:lpstr>
      <vt:lpstr>Faceta</vt:lpstr>
      <vt:lpstr>Retrospección</vt:lpstr>
      <vt:lpstr>Tecnología e Innovación 2026</vt:lpstr>
      <vt:lpstr>Vamos a repasar algunos temas de la clase anterior…</vt:lpstr>
      <vt:lpstr>Reflexión de lo aprendido</vt:lpstr>
      <vt:lpstr>Agenda</vt:lpstr>
      <vt:lpstr>Tecnologías Disruptivas</vt:lpstr>
      <vt:lpstr>Tecnologías Disruptivas – Definición </vt:lpstr>
      <vt:lpstr>Importancia</vt:lpstr>
      <vt:lpstr>Características</vt:lpstr>
      <vt:lpstr>Accesibilidad y Menor Costo</vt:lpstr>
      <vt:lpstr>Innovación Radical</vt:lpstr>
      <vt:lpstr>Evolución Rápida</vt:lpstr>
      <vt:lpstr>Creación de Nuevos Mercados</vt:lpstr>
      <vt:lpstr>Adopción Generalizada</vt:lpstr>
      <vt:lpstr>Cómo implementar tecnologías disruptivas en una empresa</vt:lpstr>
      <vt:lpstr>Cómo implementar tecnologías disruptivas en una empresa</vt:lpstr>
      <vt:lpstr>Beneficios</vt:lpstr>
      <vt:lpstr>Ejemplos actuales</vt:lpstr>
      <vt:lpstr>Ventajas de Tecnologías disruptivas</vt:lpstr>
      <vt:lpstr>Sitio de Interés de Tecnologías Disruptivas</vt:lpstr>
      <vt:lpstr>Business Intelligence (BI)</vt:lpstr>
      <vt:lpstr>Business Intelligence - Definición</vt:lpstr>
      <vt:lpstr>Aspectos Clave</vt:lpstr>
      <vt:lpstr>Para que sirve BI</vt:lpstr>
      <vt:lpstr>Principales Funciones</vt:lpstr>
      <vt:lpstr>Importancia</vt:lpstr>
      <vt:lpstr>Características</vt:lpstr>
      <vt:lpstr>Características</vt:lpstr>
      <vt:lpstr>Ventajas</vt:lpstr>
      <vt:lpstr>Principales programas</vt:lpstr>
      <vt:lpstr>Sitio de Interés…</vt:lpstr>
      <vt:lpstr>Empresas que usan BI</vt:lpstr>
      <vt:lpstr>Para debatir en clase…</vt:lpstr>
      <vt:lpstr>Data Minning</vt:lpstr>
      <vt:lpstr>“Un supermercado descubre que quienes compran pañales también compran gaseosas”</vt:lpstr>
      <vt:lpstr>Data Mining-Definición</vt:lpstr>
      <vt:lpstr>Objetivos de Data Mining</vt:lpstr>
      <vt:lpstr>Para que sirve?</vt:lpstr>
      <vt:lpstr>Características</vt:lpstr>
      <vt:lpstr>Procesos de Minería de Datos</vt:lpstr>
      <vt:lpstr>Técnicas</vt:lpstr>
      <vt:lpstr>Técnicas</vt:lpstr>
      <vt:lpstr>Ejemplos de data mining desde el área informática</vt:lpstr>
      <vt:lpstr>Principales software de Minería de datos</vt:lpstr>
      <vt:lpstr>Ejemplos de empresas que usan Data Mining</vt:lpstr>
      <vt:lpstr>Sectores dónde se utiliza</vt:lpstr>
      <vt:lpstr>Para reflexionar…</vt:lpstr>
      <vt:lpstr>Sitio de Interés…</vt:lpstr>
      <vt:lpstr>Big Data</vt:lpstr>
      <vt:lpstr>Definición</vt:lpstr>
      <vt:lpstr>Para qué sirve</vt:lpstr>
      <vt:lpstr>Objetivos</vt:lpstr>
      <vt:lpstr>Importancia</vt:lpstr>
      <vt:lpstr>Áreas de aplicación</vt:lpstr>
      <vt:lpstr>Las 5 V de Big Data</vt:lpstr>
      <vt:lpstr>Volumen</vt:lpstr>
      <vt:lpstr>Velocidad</vt:lpstr>
      <vt:lpstr>Variedad</vt:lpstr>
      <vt:lpstr>Veracidad</vt:lpstr>
      <vt:lpstr>Valor</vt:lpstr>
      <vt:lpstr>Ámbitos donde se utiliza big data</vt:lpstr>
      <vt:lpstr>Comparación entre big data y data mining</vt:lpstr>
      <vt:lpstr>Para reflexionar…</vt:lpstr>
      <vt:lpstr>Sitio de Interés</vt:lpstr>
      <vt:lpstr>Actividad big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nro 2 Tecnología e Innovación MRI Pinamar 2026</dc:title>
  <dc:creator>Escandell, Gustavo</dc:creator>
  <cp:lastModifiedBy>BARRIOS MARIO RUBEN</cp:lastModifiedBy>
  <cp:revision>15</cp:revision>
  <dcterms:created xsi:type="dcterms:W3CDTF">2026-03-16T14:22:24Z</dcterms:created>
  <dcterms:modified xsi:type="dcterms:W3CDTF">2026-09-01T20:48:26Z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0x0101008EDBA4C13E70F5418B418D8012459F21</vt:lpwstr>
  </property>
</Properties>
</file>