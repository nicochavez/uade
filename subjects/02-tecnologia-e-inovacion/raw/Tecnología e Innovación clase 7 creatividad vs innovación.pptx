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2"/>
  </p:notesMasterIdLst>
  <p:sldIdLst>
    <p:sldId id="256" r:id="rId5"/>
    <p:sldId id="257" r:id="rId6"/>
    <p:sldId id="281" r:id="rId7"/>
    <p:sldId id="282" r:id="rId8"/>
    <p:sldId id="287" r:id="rId9"/>
    <p:sldId id="283" r:id="rId10"/>
    <p:sldId id="285" r:id="rId11"/>
    <p:sldId id="284" r:id="rId12"/>
    <p:sldId id="286" r:id="rId13"/>
    <p:sldId id="259" r:id="rId14"/>
    <p:sldId id="258" r:id="rId15"/>
    <p:sldId id="260" r:id="rId16"/>
    <p:sldId id="268" r:id="rId17"/>
    <p:sldId id="269" r:id="rId18"/>
    <p:sldId id="27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71" r:id="rId27"/>
    <p:sldId id="289" r:id="rId28"/>
    <p:sldId id="288" r:id="rId29"/>
    <p:sldId id="290" r:id="rId30"/>
    <p:sldId id="291" r:id="rId31"/>
    <p:sldId id="292" r:id="rId32"/>
    <p:sldId id="293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IOS MARIO RUBEN" initials="BMR" lastIdx="1" clrIdx="0">
    <p:extLst>
      <p:ext uri="{19B8F6BF-5375-455C-9EA6-DF929625EA0E}">
        <p15:presenceInfo xmlns:p15="http://schemas.microsoft.com/office/powerpoint/2012/main" userId="BARRIOS MARIO RUB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80" d="100"/>
          <a:sy n="80" d="100"/>
        </p:scale>
        <p:origin x="8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sv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25.png"/><Relationship Id="rId7" Type="http://schemas.openxmlformats.org/officeDocument/2006/relationships/image" Target="../media/image58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26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Relationship Id="rId14" Type="http://schemas.openxmlformats.org/officeDocument/2006/relationships/image" Target="../media/image75.svg"/></Relationships>
</file>

<file path=ppt/diagrams/_rels/data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sv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svg"/><Relationship Id="rId4" Type="http://schemas.openxmlformats.org/officeDocument/2006/relationships/image" Target="../media/image80.svg"/><Relationship Id="rId9" Type="http://schemas.openxmlformats.org/officeDocument/2006/relationships/image" Target="../media/image85.png"/><Relationship Id="rId14" Type="http://schemas.openxmlformats.org/officeDocument/2006/relationships/image" Target="../media/image9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sv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25.png"/><Relationship Id="rId7" Type="http://schemas.openxmlformats.org/officeDocument/2006/relationships/image" Target="../media/image58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26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Relationship Id="rId14" Type="http://schemas.openxmlformats.org/officeDocument/2006/relationships/image" Target="../media/image75.svg"/></Relationships>
</file>

<file path=ppt/diagrams/_rels/drawing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sv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svg"/><Relationship Id="rId4" Type="http://schemas.openxmlformats.org/officeDocument/2006/relationships/image" Target="../media/image80.svg"/><Relationship Id="rId9" Type="http://schemas.openxmlformats.org/officeDocument/2006/relationships/image" Target="../media/image85.png"/><Relationship Id="rId14" Type="http://schemas.openxmlformats.org/officeDocument/2006/relationships/image" Target="../media/image9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96EC8B-9279-4AFF-ACB7-61E892863D7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56180FD-B68F-4E65-AEA9-0D7FB7D40F0F}">
      <dgm:prSet/>
      <dgm:spPr/>
      <dgm:t>
        <a:bodyPr/>
        <a:lstStyle/>
        <a:p>
          <a:r>
            <a:rPr lang="es-AR" b="1"/>
            <a:t>Motor de la Innovación:</a:t>
          </a:r>
          <a:r>
            <a:rPr lang="es-AR"/>
            <a:t> La creatividad es la chispa que inicia el proceso, mientras que la innovación es la implementación práctica de esa idea.</a:t>
          </a:r>
          <a:endParaRPr lang="en-US"/>
        </a:p>
      </dgm:t>
    </dgm:pt>
    <dgm:pt modelId="{628DF58B-96B7-4C0D-8FCD-1E03E7C9A4C1}" type="parTrans" cxnId="{66E34CDF-61A4-46CF-9FF9-EDC2F9349CBF}">
      <dgm:prSet/>
      <dgm:spPr/>
      <dgm:t>
        <a:bodyPr/>
        <a:lstStyle/>
        <a:p>
          <a:endParaRPr lang="en-US"/>
        </a:p>
      </dgm:t>
    </dgm:pt>
    <dgm:pt modelId="{A4BDF65F-DCD5-48DA-9FA2-CE1B3CD53726}" type="sibTrans" cxnId="{66E34CDF-61A4-46CF-9FF9-EDC2F9349CBF}">
      <dgm:prSet/>
      <dgm:spPr/>
      <dgm:t>
        <a:bodyPr/>
        <a:lstStyle/>
        <a:p>
          <a:endParaRPr lang="en-US"/>
        </a:p>
      </dgm:t>
    </dgm:pt>
    <dgm:pt modelId="{841522D2-EE49-4FBE-8E47-E5DAB201C5E4}">
      <dgm:prSet/>
      <dgm:spPr/>
      <dgm:t>
        <a:bodyPr/>
        <a:lstStyle/>
        <a:p>
          <a:r>
            <a:rPr lang="es-AR" b="1"/>
            <a:t>Solución de Problemas Complejos:</a:t>
          </a:r>
          <a:r>
            <a:rPr lang="es-AR"/>
            <a:t> Permite abordar desafíos técnicos desde perspectivas inusuales, encontrando soluciones efectivas donde métodos tradicionales fallan.</a:t>
          </a:r>
          <a:endParaRPr lang="en-US"/>
        </a:p>
      </dgm:t>
    </dgm:pt>
    <dgm:pt modelId="{A372CDD9-8650-4B0F-A11D-B550FF8E4995}" type="parTrans" cxnId="{D60ABAB9-4A1E-48EB-859F-33D1E108A6AE}">
      <dgm:prSet/>
      <dgm:spPr/>
      <dgm:t>
        <a:bodyPr/>
        <a:lstStyle/>
        <a:p>
          <a:endParaRPr lang="en-US"/>
        </a:p>
      </dgm:t>
    </dgm:pt>
    <dgm:pt modelId="{A2E935FA-4336-4B20-A739-10149EE3B4DB}" type="sibTrans" cxnId="{D60ABAB9-4A1E-48EB-859F-33D1E108A6AE}">
      <dgm:prSet/>
      <dgm:spPr/>
      <dgm:t>
        <a:bodyPr/>
        <a:lstStyle/>
        <a:p>
          <a:endParaRPr lang="en-US"/>
        </a:p>
      </dgm:t>
    </dgm:pt>
    <dgm:pt modelId="{97454399-D481-45FF-A335-2E7568256F36}">
      <dgm:prSet/>
      <dgm:spPr/>
      <dgm:t>
        <a:bodyPr/>
        <a:lstStyle/>
        <a:p>
          <a:r>
            <a:rPr lang="es-AR" b="1"/>
            <a:t>Adaptación y Competitividad:</a:t>
          </a:r>
          <a:r>
            <a:rPr lang="es-AR"/>
            <a:t> En un mercado tecnológico de rápido cambio, la creatividad es crucial para mantener la relevancia y anticiparse a las demandas del entorno.</a:t>
          </a:r>
          <a:endParaRPr lang="en-US"/>
        </a:p>
      </dgm:t>
    </dgm:pt>
    <dgm:pt modelId="{CD5C3DB9-8032-43BC-96F3-2E68DC597F99}" type="parTrans" cxnId="{B030CC45-4FA2-484D-BD61-E4161710FAF5}">
      <dgm:prSet/>
      <dgm:spPr/>
      <dgm:t>
        <a:bodyPr/>
        <a:lstStyle/>
        <a:p>
          <a:endParaRPr lang="en-US"/>
        </a:p>
      </dgm:t>
    </dgm:pt>
    <dgm:pt modelId="{35F7BD8C-6A98-498E-AEC0-F4DB2BB0B0D6}" type="sibTrans" cxnId="{B030CC45-4FA2-484D-BD61-E4161710FAF5}">
      <dgm:prSet/>
      <dgm:spPr/>
      <dgm:t>
        <a:bodyPr/>
        <a:lstStyle/>
        <a:p>
          <a:endParaRPr lang="en-US"/>
        </a:p>
      </dgm:t>
    </dgm:pt>
    <dgm:pt modelId="{C9631AFB-745A-424F-901C-F00AFF26F822}">
      <dgm:prSet/>
      <dgm:spPr/>
      <dgm:t>
        <a:bodyPr/>
        <a:lstStyle/>
        <a:p>
          <a:r>
            <a:rPr lang="es-AR" b="1"/>
            <a:t>Experimentación y Mejora:</a:t>
          </a:r>
          <a:r>
            <a:rPr lang="es-AR"/>
            <a:t> Fomenta un entorno de "prueba y error" (MVP), permitiendo que la innovación tecnológica ocurra a través de prototipos y la mejora continua.</a:t>
          </a:r>
          <a:endParaRPr lang="en-US"/>
        </a:p>
      </dgm:t>
    </dgm:pt>
    <dgm:pt modelId="{81809FE4-769B-4F7F-84CA-5E6B1267CF4B}" type="parTrans" cxnId="{E5102259-FD80-420B-9529-5532A59A20AC}">
      <dgm:prSet/>
      <dgm:spPr/>
      <dgm:t>
        <a:bodyPr/>
        <a:lstStyle/>
        <a:p>
          <a:endParaRPr lang="en-US"/>
        </a:p>
      </dgm:t>
    </dgm:pt>
    <dgm:pt modelId="{FE7B1A98-4B3E-4102-AC45-E7E62E721DAD}" type="sibTrans" cxnId="{E5102259-FD80-420B-9529-5532A59A20AC}">
      <dgm:prSet/>
      <dgm:spPr/>
      <dgm:t>
        <a:bodyPr/>
        <a:lstStyle/>
        <a:p>
          <a:endParaRPr lang="en-US"/>
        </a:p>
      </dgm:t>
    </dgm:pt>
    <dgm:pt modelId="{C4D01B68-F747-479D-9C15-A3600EED8CD5}">
      <dgm:prSet/>
      <dgm:spPr/>
      <dgm:t>
        <a:bodyPr/>
        <a:lstStyle/>
        <a:p>
          <a:r>
            <a:rPr lang="es-AR" b="1"/>
            <a:t>Fusión de Mente y Tecnología:</a:t>
          </a:r>
          <a:r>
            <a:rPr lang="es-AR"/>
            <a:t> Aunque la IA avanza, la mente humana sigue siendo necesaria para la creatividad original, utilizando la tecnología como herramienta para materializar visiones.</a:t>
          </a:r>
          <a:endParaRPr lang="en-US"/>
        </a:p>
      </dgm:t>
    </dgm:pt>
    <dgm:pt modelId="{F6F87F0D-F982-48FB-B050-124F5C767286}" type="parTrans" cxnId="{D4340C14-FAE2-4626-A410-CBA6BDD45A45}">
      <dgm:prSet/>
      <dgm:spPr/>
      <dgm:t>
        <a:bodyPr/>
        <a:lstStyle/>
        <a:p>
          <a:endParaRPr lang="en-US"/>
        </a:p>
      </dgm:t>
    </dgm:pt>
    <dgm:pt modelId="{0086D2BE-5591-4CD9-BCF8-D92871377E55}" type="sibTrans" cxnId="{D4340C14-FAE2-4626-A410-CBA6BDD45A45}">
      <dgm:prSet/>
      <dgm:spPr/>
      <dgm:t>
        <a:bodyPr/>
        <a:lstStyle/>
        <a:p>
          <a:endParaRPr lang="en-US"/>
        </a:p>
      </dgm:t>
    </dgm:pt>
    <dgm:pt modelId="{CF755140-2AA4-4D74-A18D-4017D48A30FF}">
      <dgm:prSet/>
      <dgm:spPr/>
      <dgm:t>
        <a:bodyPr/>
        <a:lstStyle/>
        <a:p>
          <a:r>
            <a:rPr lang="es-AR" b="1"/>
            <a:t>Optimización:</a:t>
          </a:r>
          <a:r>
            <a:rPr lang="es-AR"/>
            <a:t> El proceso creativo estructurado ayuda a ahorrar tiempo y recursos, dirigiendo la energía hacia el desarrollo de soluciones de alto impacto</a:t>
          </a:r>
          <a:endParaRPr lang="en-US"/>
        </a:p>
      </dgm:t>
    </dgm:pt>
    <dgm:pt modelId="{56F5A8E7-E38F-4A37-BC0A-C19394C4EF1F}" type="parTrans" cxnId="{853AA731-60E9-4465-A749-A337B137B1BD}">
      <dgm:prSet/>
      <dgm:spPr/>
      <dgm:t>
        <a:bodyPr/>
        <a:lstStyle/>
        <a:p>
          <a:endParaRPr lang="en-US"/>
        </a:p>
      </dgm:t>
    </dgm:pt>
    <dgm:pt modelId="{314C0133-BC58-4684-8CD1-6591966045D5}" type="sibTrans" cxnId="{853AA731-60E9-4465-A749-A337B137B1BD}">
      <dgm:prSet/>
      <dgm:spPr/>
      <dgm:t>
        <a:bodyPr/>
        <a:lstStyle/>
        <a:p>
          <a:endParaRPr lang="en-US"/>
        </a:p>
      </dgm:t>
    </dgm:pt>
    <dgm:pt modelId="{BBC8ED72-1B07-45BB-9E15-F5F37B1F9F10}" type="pres">
      <dgm:prSet presAssocID="{7896EC8B-9279-4AFF-ACB7-61E892863D79}" presName="root" presStyleCnt="0">
        <dgm:presLayoutVars>
          <dgm:dir/>
          <dgm:resizeHandles val="exact"/>
        </dgm:presLayoutVars>
      </dgm:prSet>
      <dgm:spPr/>
    </dgm:pt>
    <dgm:pt modelId="{5B98A8B0-E8F3-445B-8DB3-47E50D569168}" type="pres">
      <dgm:prSet presAssocID="{456180FD-B68F-4E65-AEA9-0D7FB7D40F0F}" presName="compNode" presStyleCnt="0"/>
      <dgm:spPr/>
    </dgm:pt>
    <dgm:pt modelId="{E0760407-D22B-4A68-981F-2901553FB448}" type="pres">
      <dgm:prSet presAssocID="{456180FD-B68F-4E65-AEA9-0D7FB7D40F0F}" presName="bgRect" presStyleLbl="bgShp" presStyleIdx="0" presStyleCnt="6"/>
      <dgm:spPr/>
    </dgm:pt>
    <dgm:pt modelId="{802DB24D-CBDF-4323-8396-B6711CACCFC6}" type="pres">
      <dgm:prSet presAssocID="{456180FD-B68F-4E65-AEA9-0D7FB7D40F0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gala"/>
        </a:ext>
      </dgm:extLst>
    </dgm:pt>
    <dgm:pt modelId="{BD8B2AFD-5752-4094-BDF6-D6139F49C96A}" type="pres">
      <dgm:prSet presAssocID="{456180FD-B68F-4E65-AEA9-0D7FB7D40F0F}" presName="spaceRect" presStyleCnt="0"/>
      <dgm:spPr/>
    </dgm:pt>
    <dgm:pt modelId="{1DF4B7EC-AF58-42D0-8970-4130E8E35814}" type="pres">
      <dgm:prSet presAssocID="{456180FD-B68F-4E65-AEA9-0D7FB7D40F0F}" presName="parTx" presStyleLbl="revTx" presStyleIdx="0" presStyleCnt="6">
        <dgm:presLayoutVars>
          <dgm:chMax val="0"/>
          <dgm:chPref val="0"/>
        </dgm:presLayoutVars>
      </dgm:prSet>
      <dgm:spPr/>
    </dgm:pt>
    <dgm:pt modelId="{C9F19068-989A-45D5-A918-9B9561E14A1D}" type="pres">
      <dgm:prSet presAssocID="{A4BDF65F-DCD5-48DA-9FA2-CE1B3CD53726}" presName="sibTrans" presStyleCnt="0"/>
      <dgm:spPr/>
    </dgm:pt>
    <dgm:pt modelId="{DB22E7EA-3559-44F0-B80B-C976EDDA1713}" type="pres">
      <dgm:prSet presAssocID="{841522D2-EE49-4FBE-8E47-E5DAB201C5E4}" presName="compNode" presStyleCnt="0"/>
      <dgm:spPr/>
    </dgm:pt>
    <dgm:pt modelId="{911DC06D-479B-4722-96E9-24E9B648413B}" type="pres">
      <dgm:prSet presAssocID="{841522D2-EE49-4FBE-8E47-E5DAB201C5E4}" presName="bgRect" presStyleLbl="bgShp" presStyleIdx="1" presStyleCnt="6"/>
      <dgm:spPr/>
    </dgm:pt>
    <dgm:pt modelId="{A44EB847-B13E-4421-BFCE-BFA95BC74945}" type="pres">
      <dgm:prSet presAssocID="{841522D2-EE49-4FBE-8E47-E5DAB201C5E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82A7F8D8-7316-45AB-AFC6-C5ED9FA2C146}" type="pres">
      <dgm:prSet presAssocID="{841522D2-EE49-4FBE-8E47-E5DAB201C5E4}" presName="spaceRect" presStyleCnt="0"/>
      <dgm:spPr/>
    </dgm:pt>
    <dgm:pt modelId="{F7029EA2-B100-4D7F-8D13-E9C4E1BE970C}" type="pres">
      <dgm:prSet presAssocID="{841522D2-EE49-4FBE-8E47-E5DAB201C5E4}" presName="parTx" presStyleLbl="revTx" presStyleIdx="1" presStyleCnt="6">
        <dgm:presLayoutVars>
          <dgm:chMax val="0"/>
          <dgm:chPref val="0"/>
        </dgm:presLayoutVars>
      </dgm:prSet>
      <dgm:spPr/>
    </dgm:pt>
    <dgm:pt modelId="{4E279F9C-E526-4B8E-8839-E44CF72A5462}" type="pres">
      <dgm:prSet presAssocID="{A2E935FA-4336-4B20-A739-10149EE3B4DB}" presName="sibTrans" presStyleCnt="0"/>
      <dgm:spPr/>
    </dgm:pt>
    <dgm:pt modelId="{B8AD2B3F-9C51-4576-9334-D1CEE1297E4B}" type="pres">
      <dgm:prSet presAssocID="{97454399-D481-45FF-A335-2E7568256F36}" presName="compNode" presStyleCnt="0"/>
      <dgm:spPr/>
    </dgm:pt>
    <dgm:pt modelId="{E15A574B-471A-4DDE-BECE-176FED8A0177}" type="pres">
      <dgm:prSet presAssocID="{97454399-D481-45FF-A335-2E7568256F36}" presName="bgRect" presStyleLbl="bgShp" presStyleIdx="2" presStyleCnt="6"/>
      <dgm:spPr/>
    </dgm:pt>
    <dgm:pt modelId="{C86FC2FE-12B9-409C-94CC-1F280D604129}" type="pres">
      <dgm:prSet presAssocID="{97454399-D481-45FF-A335-2E7568256F3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86D2C49-BAFF-400B-8BFB-E2A9950D63B1}" type="pres">
      <dgm:prSet presAssocID="{97454399-D481-45FF-A335-2E7568256F36}" presName="spaceRect" presStyleCnt="0"/>
      <dgm:spPr/>
    </dgm:pt>
    <dgm:pt modelId="{684C598A-2B87-4DE1-AC31-F98FEB433F91}" type="pres">
      <dgm:prSet presAssocID="{97454399-D481-45FF-A335-2E7568256F36}" presName="parTx" presStyleLbl="revTx" presStyleIdx="2" presStyleCnt="6">
        <dgm:presLayoutVars>
          <dgm:chMax val="0"/>
          <dgm:chPref val="0"/>
        </dgm:presLayoutVars>
      </dgm:prSet>
      <dgm:spPr/>
    </dgm:pt>
    <dgm:pt modelId="{A27713A0-52B4-4D0B-9E5D-E467C94776B1}" type="pres">
      <dgm:prSet presAssocID="{35F7BD8C-6A98-498E-AEC0-F4DB2BB0B0D6}" presName="sibTrans" presStyleCnt="0"/>
      <dgm:spPr/>
    </dgm:pt>
    <dgm:pt modelId="{C7623BF7-C05C-4285-B713-91470708238E}" type="pres">
      <dgm:prSet presAssocID="{C9631AFB-745A-424F-901C-F00AFF26F822}" presName="compNode" presStyleCnt="0"/>
      <dgm:spPr/>
    </dgm:pt>
    <dgm:pt modelId="{E521C308-A0DD-4C73-B2FD-B4A8872403BE}" type="pres">
      <dgm:prSet presAssocID="{C9631AFB-745A-424F-901C-F00AFF26F822}" presName="bgRect" presStyleLbl="bgShp" presStyleIdx="3" presStyleCnt="6"/>
      <dgm:spPr/>
    </dgm:pt>
    <dgm:pt modelId="{6CFEB96B-7D21-4792-AD31-C11BADA90E00}" type="pres">
      <dgm:prSet presAssocID="{C9631AFB-745A-424F-901C-F00AFF26F82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entífico"/>
        </a:ext>
      </dgm:extLst>
    </dgm:pt>
    <dgm:pt modelId="{20D6D31E-2894-4B46-87A3-E026607CAF7F}" type="pres">
      <dgm:prSet presAssocID="{C9631AFB-745A-424F-901C-F00AFF26F822}" presName="spaceRect" presStyleCnt="0"/>
      <dgm:spPr/>
    </dgm:pt>
    <dgm:pt modelId="{FDEABF9C-1C1B-4086-81B8-4C19B592BB1B}" type="pres">
      <dgm:prSet presAssocID="{C9631AFB-745A-424F-901C-F00AFF26F822}" presName="parTx" presStyleLbl="revTx" presStyleIdx="3" presStyleCnt="6">
        <dgm:presLayoutVars>
          <dgm:chMax val="0"/>
          <dgm:chPref val="0"/>
        </dgm:presLayoutVars>
      </dgm:prSet>
      <dgm:spPr/>
    </dgm:pt>
    <dgm:pt modelId="{8D83B58A-ED1B-4B2F-98BC-2C6C7EEF534C}" type="pres">
      <dgm:prSet presAssocID="{FE7B1A98-4B3E-4102-AC45-E7E62E721DAD}" presName="sibTrans" presStyleCnt="0"/>
      <dgm:spPr/>
    </dgm:pt>
    <dgm:pt modelId="{3023B332-7752-448B-A0F6-5555487A4D08}" type="pres">
      <dgm:prSet presAssocID="{C4D01B68-F747-479D-9C15-A3600EED8CD5}" presName="compNode" presStyleCnt="0"/>
      <dgm:spPr/>
    </dgm:pt>
    <dgm:pt modelId="{6521C08A-57AA-4097-BA52-14BA31DE31A3}" type="pres">
      <dgm:prSet presAssocID="{C4D01B68-F747-479D-9C15-A3600EED8CD5}" presName="bgRect" presStyleLbl="bgShp" presStyleIdx="4" presStyleCnt="6"/>
      <dgm:spPr/>
    </dgm:pt>
    <dgm:pt modelId="{89BB2BDD-421B-4BC5-9667-C9344568FD0A}" type="pres">
      <dgm:prSet presAssocID="{C4D01B68-F747-479D-9C15-A3600EED8CD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4CBFB80-FCF5-4ABE-BC23-91D35C3C5B9E}" type="pres">
      <dgm:prSet presAssocID="{C4D01B68-F747-479D-9C15-A3600EED8CD5}" presName="spaceRect" presStyleCnt="0"/>
      <dgm:spPr/>
    </dgm:pt>
    <dgm:pt modelId="{1E27A22A-DE78-4D06-9979-C987A0B413B9}" type="pres">
      <dgm:prSet presAssocID="{C4D01B68-F747-479D-9C15-A3600EED8CD5}" presName="parTx" presStyleLbl="revTx" presStyleIdx="4" presStyleCnt="6">
        <dgm:presLayoutVars>
          <dgm:chMax val="0"/>
          <dgm:chPref val="0"/>
        </dgm:presLayoutVars>
      </dgm:prSet>
      <dgm:spPr/>
    </dgm:pt>
    <dgm:pt modelId="{EFC8C8EF-904F-47F8-BF5D-95A099CA7987}" type="pres">
      <dgm:prSet presAssocID="{0086D2BE-5591-4CD9-BCF8-D92871377E55}" presName="sibTrans" presStyleCnt="0"/>
      <dgm:spPr/>
    </dgm:pt>
    <dgm:pt modelId="{552A668B-282D-4CEE-A731-47C62CD26300}" type="pres">
      <dgm:prSet presAssocID="{CF755140-2AA4-4D74-A18D-4017D48A30FF}" presName="compNode" presStyleCnt="0"/>
      <dgm:spPr/>
    </dgm:pt>
    <dgm:pt modelId="{F543C474-26C0-4F0E-A1B3-0B9DB22DDEF3}" type="pres">
      <dgm:prSet presAssocID="{CF755140-2AA4-4D74-A18D-4017D48A30FF}" presName="bgRect" presStyleLbl="bgShp" presStyleIdx="5" presStyleCnt="6"/>
      <dgm:spPr/>
    </dgm:pt>
    <dgm:pt modelId="{F7273E3E-35F4-4389-AA08-2F8DB6845B5C}" type="pres">
      <dgm:prSet presAssocID="{CF755140-2AA4-4D74-A18D-4017D48A30F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9AA65E2-45AD-48E9-9B68-E4C9D08BD0DC}" type="pres">
      <dgm:prSet presAssocID="{CF755140-2AA4-4D74-A18D-4017D48A30FF}" presName="spaceRect" presStyleCnt="0"/>
      <dgm:spPr/>
    </dgm:pt>
    <dgm:pt modelId="{B8C6CD52-B6B4-42F9-BD21-C9384D7D49B5}" type="pres">
      <dgm:prSet presAssocID="{CF755140-2AA4-4D74-A18D-4017D48A30F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4340C14-FAE2-4626-A410-CBA6BDD45A45}" srcId="{7896EC8B-9279-4AFF-ACB7-61E892863D79}" destId="{C4D01B68-F747-479D-9C15-A3600EED8CD5}" srcOrd="4" destOrd="0" parTransId="{F6F87F0D-F982-48FB-B050-124F5C767286}" sibTransId="{0086D2BE-5591-4CD9-BCF8-D92871377E55}"/>
    <dgm:cxn modelId="{22539C1E-9F06-499E-B62F-8D80B43C98F2}" type="presOf" srcId="{841522D2-EE49-4FBE-8E47-E5DAB201C5E4}" destId="{F7029EA2-B100-4D7F-8D13-E9C4E1BE970C}" srcOrd="0" destOrd="0" presId="urn:microsoft.com/office/officeart/2018/2/layout/IconVerticalSolidList"/>
    <dgm:cxn modelId="{853AA731-60E9-4465-A749-A337B137B1BD}" srcId="{7896EC8B-9279-4AFF-ACB7-61E892863D79}" destId="{CF755140-2AA4-4D74-A18D-4017D48A30FF}" srcOrd="5" destOrd="0" parTransId="{56F5A8E7-E38F-4A37-BC0A-C19394C4EF1F}" sibTransId="{314C0133-BC58-4684-8CD1-6591966045D5}"/>
    <dgm:cxn modelId="{B030CC45-4FA2-484D-BD61-E4161710FAF5}" srcId="{7896EC8B-9279-4AFF-ACB7-61E892863D79}" destId="{97454399-D481-45FF-A335-2E7568256F36}" srcOrd="2" destOrd="0" parTransId="{CD5C3DB9-8032-43BC-96F3-2E68DC597F99}" sibTransId="{35F7BD8C-6A98-498E-AEC0-F4DB2BB0B0D6}"/>
    <dgm:cxn modelId="{6776F84E-B6FF-4874-9CD9-1951BA01CEF2}" type="presOf" srcId="{7896EC8B-9279-4AFF-ACB7-61E892863D79}" destId="{BBC8ED72-1B07-45BB-9E15-F5F37B1F9F10}" srcOrd="0" destOrd="0" presId="urn:microsoft.com/office/officeart/2018/2/layout/IconVerticalSolidList"/>
    <dgm:cxn modelId="{98140E4F-D6DE-4F04-8C7D-A3AF80383103}" type="presOf" srcId="{456180FD-B68F-4E65-AEA9-0D7FB7D40F0F}" destId="{1DF4B7EC-AF58-42D0-8970-4130E8E35814}" srcOrd="0" destOrd="0" presId="urn:microsoft.com/office/officeart/2018/2/layout/IconVerticalSolidList"/>
    <dgm:cxn modelId="{E5102259-FD80-420B-9529-5532A59A20AC}" srcId="{7896EC8B-9279-4AFF-ACB7-61E892863D79}" destId="{C9631AFB-745A-424F-901C-F00AFF26F822}" srcOrd="3" destOrd="0" parTransId="{81809FE4-769B-4F7F-84CA-5E6B1267CF4B}" sibTransId="{FE7B1A98-4B3E-4102-AC45-E7E62E721DAD}"/>
    <dgm:cxn modelId="{62685FAD-A27F-42EB-AACA-EE8D18C89FE5}" type="presOf" srcId="{CF755140-2AA4-4D74-A18D-4017D48A30FF}" destId="{B8C6CD52-B6B4-42F9-BD21-C9384D7D49B5}" srcOrd="0" destOrd="0" presId="urn:microsoft.com/office/officeart/2018/2/layout/IconVerticalSolidList"/>
    <dgm:cxn modelId="{D60ABAB9-4A1E-48EB-859F-33D1E108A6AE}" srcId="{7896EC8B-9279-4AFF-ACB7-61E892863D79}" destId="{841522D2-EE49-4FBE-8E47-E5DAB201C5E4}" srcOrd="1" destOrd="0" parTransId="{A372CDD9-8650-4B0F-A11D-B550FF8E4995}" sibTransId="{A2E935FA-4336-4B20-A739-10149EE3B4DB}"/>
    <dgm:cxn modelId="{B00BB1CA-1D4B-47CE-8D92-9A4B96A08DF0}" type="presOf" srcId="{C9631AFB-745A-424F-901C-F00AFF26F822}" destId="{FDEABF9C-1C1B-4086-81B8-4C19B592BB1B}" srcOrd="0" destOrd="0" presId="urn:microsoft.com/office/officeart/2018/2/layout/IconVerticalSolidList"/>
    <dgm:cxn modelId="{66E34CDF-61A4-46CF-9FF9-EDC2F9349CBF}" srcId="{7896EC8B-9279-4AFF-ACB7-61E892863D79}" destId="{456180FD-B68F-4E65-AEA9-0D7FB7D40F0F}" srcOrd="0" destOrd="0" parTransId="{628DF58B-96B7-4C0D-8FCD-1E03E7C9A4C1}" sibTransId="{A4BDF65F-DCD5-48DA-9FA2-CE1B3CD53726}"/>
    <dgm:cxn modelId="{14B0DDEF-E737-4824-A92A-64CFE1B141D5}" type="presOf" srcId="{97454399-D481-45FF-A335-2E7568256F36}" destId="{684C598A-2B87-4DE1-AC31-F98FEB433F91}" srcOrd="0" destOrd="0" presId="urn:microsoft.com/office/officeart/2018/2/layout/IconVerticalSolidList"/>
    <dgm:cxn modelId="{70E280F5-A371-46F9-BF35-049B244E952E}" type="presOf" srcId="{C4D01B68-F747-479D-9C15-A3600EED8CD5}" destId="{1E27A22A-DE78-4D06-9979-C987A0B413B9}" srcOrd="0" destOrd="0" presId="urn:microsoft.com/office/officeart/2018/2/layout/IconVerticalSolidList"/>
    <dgm:cxn modelId="{20937BE7-2299-4EF1-9138-3210348BD544}" type="presParOf" srcId="{BBC8ED72-1B07-45BB-9E15-F5F37B1F9F10}" destId="{5B98A8B0-E8F3-445B-8DB3-47E50D569168}" srcOrd="0" destOrd="0" presId="urn:microsoft.com/office/officeart/2018/2/layout/IconVerticalSolidList"/>
    <dgm:cxn modelId="{CBDCDEAE-A754-46AB-B269-04ACB718858A}" type="presParOf" srcId="{5B98A8B0-E8F3-445B-8DB3-47E50D569168}" destId="{E0760407-D22B-4A68-981F-2901553FB448}" srcOrd="0" destOrd="0" presId="urn:microsoft.com/office/officeart/2018/2/layout/IconVerticalSolidList"/>
    <dgm:cxn modelId="{45AACEA1-6AB8-4598-B81C-32C1DC138960}" type="presParOf" srcId="{5B98A8B0-E8F3-445B-8DB3-47E50D569168}" destId="{802DB24D-CBDF-4323-8396-B6711CACCFC6}" srcOrd="1" destOrd="0" presId="urn:microsoft.com/office/officeart/2018/2/layout/IconVerticalSolidList"/>
    <dgm:cxn modelId="{29AC5F84-4055-440B-9920-35C6BAD8D4F9}" type="presParOf" srcId="{5B98A8B0-E8F3-445B-8DB3-47E50D569168}" destId="{BD8B2AFD-5752-4094-BDF6-D6139F49C96A}" srcOrd="2" destOrd="0" presId="urn:microsoft.com/office/officeart/2018/2/layout/IconVerticalSolidList"/>
    <dgm:cxn modelId="{990E7FFF-D122-4065-92FE-A90856E319FF}" type="presParOf" srcId="{5B98A8B0-E8F3-445B-8DB3-47E50D569168}" destId="{1DF4B7EC-AF58-42D0-8970-4130E8E35814}" srcOrd="3" destOrd="0" presId="urn:microsoft.com/office/officeart/2018/2/layout/IconVerticalSolidList"/>
    <dgm:cxn modelId="{6EE0F69E-26C0-409F-B5E2-1F3C0DB5FC39}" type="presParOf" srcId="{BBC8ED72-1B07-45BB-9E15-F5F37B1F9F10}" destId="{C9F19068-989A-45D5-A918-9B9561E14A1D}" srcOrd="1" destOrd="0" presId="urn:microsoft.com/office/officeart/2018/2/layout/IconVerticalSolidList"/>
    <dgm:cxn modelId="{DD0B8F74-1BE9-4415-8478-673503C4F2AF}" type="presParOf" srcId="{BBC8ED72-1B07-45BB-9E15-F5F37B1F9F10}" destId="{DB22E7EA-3559-44F0-B80B-C976EDDA1713}" srcOrd="2" destOrd="0" presId="urn:microsoft.com/office/officeart/2018/2/layout/IconVerticalSolidList"/>
    <dgm:cxn modelId="{93350AB1-F342-4E5D-AC66-12BF70A7C32D}" type="presParOf" srcId="{DB22E7EA-3559-44F0-B80B-C976EDDA1713}" destId="{911DC06D-479B-4722-96E9-24E9B648413B}" srcOrd="0" destOrd="0" presId="urn:microsoft.com/office/officeart/2018/2/layout/IconVerticalSolidList"/>
    <dgm:cxn modelId="{124A028E-D893-4189-A953-91E9E4A270E4}" type="presParOf" srcId="{DB22E7EA-3559-44F0-B80B-C976EDDA1713}" destId="{A44EB847-B13E-4421-BFCE-BFA95BC74945}" srcOrd="1" destOrd="0" presId="urn:microsoft.com/office/officeart/2018/2/layout/IconVerticalSolidList"/>
    <dgm:cxn modelId="{9C043241-3F0F-4115-A178-B7017A30FA99}" type="presParOf" srcId="{DB22E7EA-3559-44F0-B80B-C976EDDA1713}" destId="{82A7F8D8-7316-45AB-AFC6-C5ED9FA2C146}" srcOrd="2" destOrd="0" presId="urn:microsoft.com/office/officeart/2018/2/layout/IconVerticalSolidList"/>
    <dgm:cxn modelId="{2604E848-FB51-4FC3-A208-FBC2CFEB968C}" type="presParOf" srcId="{DB22E7EA-3559-44F0-B80B-C976EDDA1713}" destId="{F7029EA2-B100-4D7F-8D13-E9C4E1BE970C}" srcOrd="3" destOrd="0" presId="urn:microsoft.com/office/officeart/2018/2/layout/IconVerticalSolidList"/>
    <dgm:cxn modelId="{2196488E-6298-46CB-B5DA-E725427BDF48}" type="presParOf" srcId="{BBC8ED72-1B07-45BB-9E15-F5F37B1F9F10}" destId="{4E279F9C-E526-4B8E-8839-E44CF72A5462}" srcOrd="3" destOrd="0" presId="urn:microsoft.com/office/officeart/2018/2/layout/IconVerticalSolidList"/>
    <dgm:cxn modelId="{8F703CFC-3E3D-4BB7-8898-0904F2CC7D0A}" type="presParOf" srcId="{BBC8ED72-1B07-45BB-9E15-F5F37B1F9F10}" destId="{B8AD2B3F-9C51-4576-9334-D1CEE1297E4B}" srcOrd="4" destOrd="0" presId="urn:microsoft.com/office/officeart/2018/2/layout/IconVerticalSolidList"/>
    <dgm:cxn modelId="{A1A6147C-7BB4-40FF-B97F-C7FD27F52166}" type="presParOf" srcId="{B8AD2B3F-9C51-4576-9334-D1CEE1297E4B}" destId="{E15A574B-471A-4DDE-BECE-176FED8A0177}" srcOrd="0" destOrd="0" presId="urn:microsoft.com/office/officeart/2018/2/layout/IconVerticalSolidList"/>
    <dgm:cxn modelId="{2497C7AA-F3A3-4DDD-B208-CDA78783225B}" type="presParOf" srcId="{B8AD2B3F-9C51-4576-9334-D1CEE1297E4B}" destId="{C86FC2FE-12B9-409C-94CC-1F280D604129}" srcOrd="1" destOrd="0" presId="urn:microsoft.com/office/officeart/2018/2/layout/IconVerticalSolidList"/>
    <dgm:cxn modelId="{4C8D5927-107A-44AC-8E4A-FE07B61B6A58}" type="presParOf" srcId="{B8AD2B3F-9C51-4576-9334-D1CEE1297E4B}" destId="{486D2C49-BAFF-400B-8BFB-E2A9950D63B1}" srcOrd="2" destOrd="0" presId="urn:microsoft.com/office/officeart/2018/2/layout/IconVerticalSolidList"/>
    <dgm:cxn modelId="{EDF661A5-B1D0-47C8-B554-469EA2EB886D}" type="presParOf" srcId="{B8AD2B3F-9C51-4576-9334-D1CEE1297E4B}" destId="{684C598A-2B87-4DE1-AC31-F98FEB433F91}" srcOrd="3" destOrd="0" presId="urn:microsoft.com/office/officeart/2018/2/layout/IconVerticalSolidList"/>
    <dgm:cxn modelId="{33C99634-4358-4FE5-B4A4-3DBE2AB55383}" type="presParOf" srcId="{BBC8ED72-1B07-45BB-9E15-F5F37B1F9F10}" destId="{A27713A0-52B4-4D0B-9E5D-E467C94776B1}" srcOrd="5" destOrd="0" presId="urn:microsoft.com/office/officeart/2018/2/layout/IconVerticalSolidList"/>
    <dgm:cxn modelId="{DBF1C050-27A7-43ED-A3C7-4BC305717077}" type="presParOf" srcId="{BBC8ED72-1B07-45BB-9E15-F5F37B1F9F10}" destId="{C7623BF7-C05C-4285-B713-91470708238E}" srcOrd="6" destOrd="0" presId="urn:microsoft.com/office/officeart/2018/2/layout/IconVerticalSolidList"/>
    <dgm:cxn modelId="{06A8E3FC-B7A3-4699-B0FF-57B886171BDA}" type="presParOf" srcId="{C7623BF7-C05C-4285-B713-91470708238E}" destId="{E521C308-A0DD-4C73-B2FD-B4A8872403BE}" srcOrd="0" destOrd="0" presId="urn:microsoft.com/office/officeart/2018/2/layout/IconVerticalSolidList"/>
    <dgm:cxn modelId="{33095E58-C5C1-4AB5-9093-C68D2FFA61A3}" type="presParOf" srcId="{C7623BF7-C05C-4285-B713-91470708238E}" destId="{6CFEB96B-7D21-4792-AD31-C11BADA90E00}" srcOrd="1" destOrd="0" presId="urn:microsoft.com/office/officeart/2018/2/layout/IconVerticalSolidList"/>
    <dgm:cxn modelId="{FDB3D31C-DF29-4896-9D8E-1C406AFD926C}" type="presParOf" srcId="{C7623BF7-C05C-4285-B713-91470708238E}" destId="{20D6D31E-2894-4B46-87A3-E026607CAF7F}" srcOrd="2" destOrd="0" presId="urn:microsoft.com/office/officeart/2018/2/layout/IconVerticalSolidList"/>
    <dgm:cxn modelId="{DE51E428-9AAD-4FFD-A40E-63C80E229680}" type="presParOf" srcId="{C7623BF7-C05C-4285-B713-91470708238E}" destId="{FDEABF9C-1C1B-4086-81B8-4C19B592BB1B}" srcOrd="3" destOrd="0" presId="urn:microsoft.com/office/officeart/2018/2/layout/IconVerticalSolidList"/>
    <dgm:cxn modelId="{8BEAFB75-A514-4BB9-A2E4-D83600EBD1A0}" type="presParOf" srcId="{BBC8ED72-1B07-45BB-9E15-F5F37B1F9F10}" destId="{8D83B58A-ED1B-4B2F-98BC-2C6C7EEF534C}" srcOrd="7" destOrd="0" presId="urn:microsoft.com/office/officeart/2018/2/layout/IconVerticalSolidList"/>
    <dgm:cxn modelId="{F262AC67-898C-4F0A-AAFD-031562ACDBCF}" type="presParOf" srcId="{BBC8ED72-1B07-45BB-9E15-F5F37B1F9F10}" destId="{3023B332-7752-448B-A0F6-5555487A4D08}" srcOrd="8" destOrd="0" presId="urn:microsoft.com/office/officeart/2018/2/layout/IconVerticalSolidList"/>
    <dgm:cxn modelId="{67B49B0B-B3FD-4240-B728-E9177B270BF5}" type="presParOf" srcId="{3023B332-7752-448B-A0F6-5555487A4D08}" destId="{6521C08A-57AA-4097-BA52-14BA31DE31A3}" srcOrd="0" destOrd="0" presId="urn:microsoft.com/office/officeart/2018/2/layout/IconVerticalSolidList"/>
    <dgm:cxn modelId="{F683AB60-B456-4360-B2A4-2BC191D3FCBD}" type="presParOf" srcId="{3023B332-7752-448B-A0F6-5555487A4D08}" destId="{89BB2BDD-421B-4BC5-9667-C9344568FD0A}" srcOrd="1" destOrd="0" presId="urn:microsoft.com/office/officeart/2018/2/layout/IconVerticalSolidList"/>
    <dgm:cxn modelId="{38AB4573-BB02-4B44-871A-05B62B2025CC}" type="presParOf" srcId="{3023B332-7752-448B-A0F6-5555487A4D08}" destId="{54CBFB80-FCF5-4ABE-BC23-91D35C3C5B9E}" srcOrd="2" destOrd="0" presId="urn:microsoft.com/office/officeart/2018/2/layout/IconVerticalSolidList"/>
    <dgm:cxn modelId="{9662A6CA-C38F-4CB3-B8A0-7B92B0CAC00B}" type="presParOf" srcId="{3023B332-7752-448B-A0F6-5555487A4D08}" destId="{1E27A22A-DE78-4D06-9979-C987A0B413B9}" srcOrd="3" destOrd="0" presId="urn:microsoft.com/office/officeart/2018/2/layout/IconVerticalSolidList"/>
    <dgm:cxn modelId="{35796C1A-A9EF-4A18-97B4-CBD16DFAA11A}" type="presParOf" srcId="{BBC8ED72-1B07-45BB-9E15-F5F37B1F9F10}" destId="{EFC8C8EF-904F-47F8-BF5D-95A099CA7987}" srcOrd="9" destOrd="0" presId="urn:microsoft.com/office/officeart/2018/2/layout/IconVerticalSolidList"/>
    <dgm:cxn modelId="{2DDB8A22-E8FA-4B20-8A61-8E4D79DB05CE}" type="presParOf" srcId="{BBC8ED72-1B07-45BB-9E15-F5F37B1F9F10}" destId="{552A668B-282D-4CEE-A731-47C62CD26300}" srcOrd="10" destOrd="0" presId="urn:microsoft.com/office/officeart/2018/2/layout/IconVerticalSolidList"/>
    <dgm:cxn modelId="{669FF304-A5A2-49F7-9345-450506E61EA8}" type="presParOf" srcId="{552A668B-282D-4CEE-A731-47C62CD26300}" destId="{F543C474-26C0-4F0E-A1B3-0B9DB22DDEF3}" srcOrd="0" destOrd="0" presId="urn:microsoft.com/office/officeart/2018/2/layout/IconVerticalSolidList"/>
    <dgm:cxn modelId="{8641CEFD-9357-4B83-8026-9580A5332C4D}" type="presParOf" srcId="{552A668B-282D-4CEE-A731-47C62CD26300}" destId="{F7273E3E-35F4-4389-AA08-2F8DB6845B5C}" srcOrd="1" destOrd="0" presId="urn:microsoft.com/office/officeart/2018/2/layout/IconVerticalSolidList"/>
    <dgm:cxn modelId="{4E868AFD-41F9-4329-81D4-01D0D222889E}" type="presParOf" srcId="{552A668B-282D-4CEE-A731-47C62CD26300}" destId="{E9AA65E2-45AD-48E9-9B68-E4C9D08BD0DC}" srcOrd="2" destOrd="0" presId="urn:microsoft.com/office/officeart/2018/2/layout/IconVerticalSolidList"/>
    <dgm:cxn modelId="{2D869D8D-16B6-4AD0-BD57-E8FC619090F1}" type="presParOf" srcId="{552A668B-282D-4CEE-A731-47C62CD26300}" destId="{B8C6CD52-B6B4-42F9-BD21-C9384D7D49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B145FC-45C9-4390-A7C7-D442B5C7D8F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0E3E35A-71CA-4F76-908C-401EE7482A30}">
      <dgm:prSet/>
      <dgm:spPr/>
      <dgm:t>
        <a:bodyPr/>
        <a:lstStyle/>
        <a:p>
          <a:r>
            <a:rPr lang="es-AR" b="1"/>
            <a:t>Preparación:</a:t>
          </a:r>
          <a:r>
            <a:rPr lang="es-AR"/>
            <a:t> Investigación del problema, estudio del contexto y definición del reto.</a:t>
          </a:r>
          <a:endParaRPr lang="en-US"/>
        </a:p>
      </dgm:t>
    </dgm:pt>
    <dgm:pt modelId="{725075B0-2714-4C72-8D16-2A096EA3A861}" type="parTrans" cxnId="{2C42208C-B939-4592-8BFF-8916F8FEA7D0}">
      <dgm:prSet/>
      <dgm:spPr/>
      <dgm:t>
        <a:bodyPr/>
        <a:lstStyle/>
        <a:p>
          <a:endParaRPr lang="en-US"/>
        </a:p>
      </dgm:t>
    </dgm:pt>
    <dgm:pt modelId="{83E75F12-8683-4D77-B24A-88AC358AA168}" type="sibTrans" cxnId="{2C42208C-B939-4592-8BFF-8916F8FEA7D0}">
      <dgm:prSet/>
      <dgm:spPr/>
      <dgm:t>
        <a:bodyPr/>
        <a:lstStyle/>
        <a:p>
          <a:endParaRPr lang="en-US"/>
        </a:p>
      </dgm:t>
    </dgm:pt>
    <dgm:pt modelId="{92906919-4B39-4C59-9DBF-DDD57D099C69}">
      <dgm:prSet/>
      <dgm:spPr/>
      <dgm:t>
        <a:bodyPr/>
        <a:lstStyle/>
        <a:p>
          <a:r>
            <a:rPr lang="es-AR" b="1"/>
            <a:t>Incubación:</a:t>
          </a:r>
          <a:r>
            <a:rPr lang="es-AR"/>
            <a:t> Procesamiento mental de la información, maduración de ideas (muchas veces de forma inconsciente).</a:t>
          </a:r>
          <a:endParaRPr lang="en-US"/>
        </a:p>
      </dgm:t>
    </dgm:pt>
    <dgm:pt modelId="{83D781EE-2D77-47C2-B361-42BD45DC25A0}" type="parTrans" cxnId="{39B9372F-DBFD-4B02-AB56-8EA303666DDB}">
      <dgm:prSet/>
      <dgm:spPr/>
      <dgm:t>
        <a:bodyPr/>
        <a:lstStyle/>
        <a:p>
          <a:endParaRPr lang="en-US"/>
        </a:p>
      </dgm:t>
    </dgm:pt>
    <dgm:pt modelId="{D56B8691-15F1-40AE-858B-2DDF5D85B701}" type="sibTrans" cxnId="{39B9372F-DBFD-4B02-AB56-8EA303666DDB}">
      <dgm:prSet/>
      <dgm:spPr/>
      <dgm:t>
        <a:bodyPr/>
        <a:lstStyle/>
        <a:p>
          <a:endParaRPr lang="en-US"/>
        </a:p>
      </dgm:t>
    </dgm:pt>
    <dgm:pt modelId="{3C6306D1-F728-445C-BFBC-C4C9D93CB413}">
      <dgm:prSet/>
      <dgm:spPr/>
      <dgm:t>
        <a:bodyPr/>
        <a:lstStyle/>
        <a:p>
          <a:r>
            <a:rPr lang="es-AR" b="1"/>
            <a:t>Iluminación:</a:t>
          </a:r>
          <a:r>
            <a:rPr lang="es-AR"/>
            <a:t> "Momento Eureka" donde surge la idea o solución innovadora.</a:t>
          </a:r>
          <a:endParaRPr lang="en-US"/>
        </a:p>
      </dgm:t>
    </dgm:pt>
    <dgm:pt modelId="{20AF856E-5A9E-4EDF-9546-8D9EB0F4761C}" type="parTrans" cxnId="{C31A59C3-C548-4BF1-9123-0FAB8EFAC603}">
      <dgm:prSet/>
      <dgm:spPr/>
      <dgm:t>
        <a:bodyPr/>
        <a:lstStyle/>
        <a:p>
          <a:endParaRPr lang="en-US"/>
        </a:p>
      </dgm:t>
    </dgm:pt>
    <dgm:pt modelId="{A7CAC053-1EC8-4A69-AD44-9A1AA9BCC59C}" type="sibTrans" cxnId="{C31A59C3-C548-4BF1-9123-0FAB8EFAC603}">
      <dgm:prSet/>
      <dgm:spPr/>
      <dgm:t>
        <a:bodyPr/>
        <a:lstStyle/>
        <a:p>
          <a:endParaRPr lang="en-US"/>
        </a:p>
      </dgm:t>
    </dgm:pt>
    <dgm:pt modelId="{A9FE76BF-6728-494D-9E40-CCF614E89161}">
      <dgm:prSet/>
      <dgm:spPr/>
      <dgm:t>
        <a:bodyPr/>
        <a:lstStyle/>
        <a:p>
          <a:r>
            <a:rPr lang="es-AR" b="1"/>
            <a:t>Verificación/Validación:</a:t>
          </a:r>
          <a:r>
            <a:rPr lang="es-AR"/>
            <a:t> Comprobación técnica de si la idea es funcional y eficaz.</a:t>
          </a:r>
          <a:endParaRPr lang="en-US"/>
        </a:p>
      </dgm:t>
    </dgm:pt>
    <dgm:pt modelId="{4EC6E89F-4893-4889-B467-4918783D3937}" type="parTrans" cxnId="{9D96633C-947B-4876-A62F-4E3A2114D204}">
      <dgm:prSet/>
      <dgm:spPr/>
      <dgm:t>
        <a:bodyPr/>
        <a:lstStyle/>
        <a:p>
          <a:endParaRPr lang="en-US"/>
        </a:p>
      </dgm:t>
    </dgm:pt>
    <dgm:pt modelId="{F72DD760-CDA5-4D40-ABD4-4A34778BA0B8}" type="sibTrans" cxnId="{9D96633C-947B-4876-A62F-4E3A2114D204}">
      <dgm:prSet/>
      <dgm:spPr/>
      <dgm:t>
        <a:bodyPr/>
        <a:lstStyle/>
        <a:p>
          <a:endParaRPr lang="en-US"/>
        </a:p>
      </dgm:t>
    </dgm:pt>
    <dgm:pt modelId="{2AE9AA6F-9C88-4A19-B379-132440E4E2C2}">
      <dgm:prSet/>
      <dgm:spPr/>
      <dgm:t>
        <a:bodyPr/>
        <a:lstStyle/>
        <a:p>
          <a:r>
            <a:rPr lang="es-AR" b="1"/>
            <a:t>Adaptación y Difusión:</a:t>
          </a:r>
          <a:r>
            <a:rPr lang="es-AR"/>
            <a:t> Ajuste del prototipo y comercialización o implementación. </a:t>
          </a:r>
          <a:endParaRPr lang="en-US"/>
        </a:p>
      </dgm:t>
    </dgm:pt>
    <dgm:pt modelId="{673FB2F4-80BC-48C7-8710-F56EDC670EF7}" type="parTrans" cxnId="{A9D5382B-BB95-42C6-A29A-F5D10F28D73B}">
      <dgm:prSet/>
      <dgm:spPr/>
      <dgm:t>
        <a:bodyPr/>
        <a:lstStyle/>
        <a:p>
          <a:endParaRPr lang="en-US"/>
        </a:p>
      </dgm:t>
    </dgm:pt>
    <dgm:pt modelId="{9B8AF452-9BD6-48CB-9871-E1B43A1E17CA}" type="sibTrans" cxnId="{A9D5382B-BB95-42C6-A29A-F5D10F28D73B}">
      <dgm:prSet/>
      <dgm:spPr/>
      <dgm:t>
        <a:bodyPr/>
        <a:lstStyle/>
        <a:p>
          <a:endParaRPr lang="en-US"/>
        </a:p>
      </dgm:t>
    </dgm:pt>
    <dgm:pt modelId="{3E9BDB01-4143-44C1-AA9F-4DF9BCCB8D64}" type="pres">
      <dgm:prSet presAssocID="{68B145FC-45C9-4390-A7C7-D442B5C7D8F1}" presName="root" presStyleCnt="0">
        <dgm:presLayoutVars>
          <dgm:dir/>
          <dgm:resizeHandles val="exact"/>
        </dgm:presLayoutVars>
      </dgm:prSet>
      <dgm:spPr/>
    </dgm:pt>
    <dgm:pt modelId="{4DED4FDD-5D89-4463-B622-C3D1AA26179B}" type="pres">
      <dgm:prSet presAssocID="{D0E3E35A-71CA-4F76-908C-401EE7482A30}" presName="compNode" presStyleCnt="0"/>
      <dgm:spPr/>
    </dgm:pt>
    <dgm:pt modelId="{A80B23E9-72D8-4F89-A474-0593A7E94295}" type="pres">
      <dgm:prSet presAssocID="{D0E3E35A-71CA-4F76-908C-401EE7482A30}" presName="bgRect" presStyleLbl="bgShp" presStyleIdx="0" presStyleCnt="5"/>
      <dgm:spPr/>
    </dgm:pt>
    <dgm:pt modelId="{2D963110-4732-46C7-955D-D4D4CFB73E24}" type="pres">
      <dgm:prSet presAssocID="{D0E3E35A-71CA-4F76-908C-401EE7482A3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BD254D4-A10E-4210-93F7-261740CF382B}" type="pres">
      <dgm:prSet presAssocID="{D0E3E35A-71CA-4F76-908C-401EE7482A30}" presName="spaceRect" presStyleCnt="0"/>
      <dgm:spPr/>
    </dgm:pt>
    <dgm:pt modelId="{0BAF1178-DBFF-45A4-8FD7-92ABF39E832F}" type="pres">
      <dgm:prSet presAssocID="{D0E3E35A-71CA-4F76-908C-401EE7482A30}" presName="parTx" presStyleLbl="revTx" presStyleIdx="0" presStyleCnt="5">
        <dgm:presLayoutVars>
          <dgm:chMax val="0"/>
          <dgm:chPref val="0"/>
        </dgm:presLayoutVars>
      </dgm:prSet>
      <dgm:spPr/>
    </dgm:pt>
    <dgm:pt modelId="{7C5D04C5-7E3C-4340-98CC-ED25820370DD}" type="pres">
      <dgm:prSet presAssocID="{83E75F12-8683-4D77-B24A-88AC358AA168}" presName="sibTrans" presStyleCnt="0"/>
      <dgm:spPr/>
    </dgm:pt>
    <dgm:pt modelId="{78855E82-09B1-4DA7-9F11-61C184AE3314}" type="pres">
      <dgm:prSet presAssocID="{92906919-4B39-4C59-9DBF-DDD57D099C69}" presName="compNode" presStyleCnt="0"/>
      <dgm:spPr/>
    </dgm:pt>
    <dgm:pt modelId="{28C5D315-BE7F-4688-8A0F-8AEDCB86186A}" type="pres">
      <dgm:prSet presAssocID="{92906919-4B39-4C59-9DBF-DDD57D099C69}" presName="bgRect" presStyleLbl="bgShp" presStyleIdx="1" presStyleCnt="5"/>
      <dgm:spPr/>
    </dgm:pt>
    <dgm:pt modelId="{C8B926B2-F3B7-40E1-9EDE-69FB8369709A}" type="pres">
      <dgm:prSet presAssocID="{92906919-4B39-4C59-9DBF-DDD57D099C6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cito"/>
        </a:ext>
      </dgm:extLst>
    </dgm:pt>
    <dgm:pt modelId="{44461224-B14B-4248-B7B7-DC9627E71A74}" type="pres">
      <dgm:prSet presAssocID="{92906919-4B39-4C59-9DBF-DDD57D099C69}" presName="spaceRect" presStyleCnt="0"/>
      <dgm:spPr/>
    </dgm:pt>
    <dgm:pt modelId="{3A75953F-9DAD-4846-9C8F-D8F3D21C286A}" type="pres">
      <dgm:prSet presAssocID="{92906919-4B39-4C59-9DBF-DDD57D099C69}" presName="parTx" presStyleLbl="revTx" presStyleIdx="1" presStyleCnt="5">
        <dgm:presLayoutVars>
          <dgm:chMax val="0"/>
          <dgm:chPref val="0"/>
        </dgm:presLayoutVars>
      </dgm:prSet>
      <dgm:spPr/>
    </dgm:pt>
    <dgm:pt modelId="{BC70EB35-4624-4BE9-A4BA-E42F2AF4AEC9}" type="pres">
      <dgm:prSet presAssocID="{D56B8691-15F1-40AE-858B-2DDF5D85B701}" presName="sibTrans" presStyleCnt="0"/>
      <dgm:spPr/>
    </dgm:pt>
    <dgm:pt modelId="{D2C06B5B-38FF-4127-B305-7576E1DD5414}" type="pres">
      <dgm:prSet presAssocID="{3C6306D1-F728-445C-BFBC-C4C9D93CB413}" presName="compNode" presStyleCnt="0"/>
      <dgm:spPr/>
    </dgm:pt>
    <dgm:pt modelId="{33C580B4-CE8A-4B76-9D71-A9EA30DE1AA4}" type="pres">
      <dgm:prSet presAssocID="{3C6306D1-F728-445C-BFBC-C4C9D93CB413}" presName="bgRect" presStyleLbl="bgShp" presStyleIdx="2" presStyleCnt="5"/>
      <dgm:spPr/>
    </dgm:pt>
    <dgm:pt modelId="{44F6518B-381F-41D4-81C1-2BEDB1F0D1D1}" type="pres">
      <dgm:prSet presAssocID="{3C6306D1-F728-445C-BFBC-C4C9D93CB41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6D3F1E3E-67C0-4B22-BB2E-85ABE39CDD70}" type="pres">
      <dgm:prSet presAssocID="{3C6306D1-F728-445C-BFBC-C4C9D93CB413}" presName="spaceRect" presStyleCnt="0"/>
      <dgm:spPr/>
    </dgm:pt>
    <dgm:pt modelId="{06074246-5252-443C-8DFA-A01AF1ED71AA}" type="pres">
      <dgm:prSet presAssocID="{3C6306D1-F728-445C-BFBC-C4C9D93CB413}" presName="parTx" presStyleLbl="revTx" presStyleIdx="2" presStyleCnt="5">
        <dgm:presLayoutVars>
          <dgm:chMax val="0"/>
          <dgm:chPref val="0"/>
        </dgm:presLayoutVars>
      </dgm:prSet>
      <dgm:spPr/>
    </dgm:pt>
    <dgm:pt modelId="{BFD96AD1-82B1-4625-95DC-E96A30345862}" type="pres">
      <dgm:prSet presAssocID="{A7CAC053-1EC8-4A69-AD44-9A1AA9BCC59C}" presName="sibTrans" presStyleCnt="0"/>
      <dgm:spPr/>
    </dgm:pt>
    <dgm:pt modelId="{551A7DA9-1FD0-465C-B571-E8A0473291C3}" type="pres">
      <dgm:prSet presAssocID="{A9FE76BF-6728-494D-9E40-CCF614E89161}" presName="compNode" presStyleCnt="0"/>
      <dgm:spPr/>
    </dgm:pt>
    <dgm:pt modelId="{24CF0D11-2836-403E-8640-5E93F2E64376}" type="pres">
      <dgm:prSet presAssocID="{A9FE76BF-6728-494D-9E40-CCF614E89161}" presName="bgRect" presStyleLbl="bgShp" presStyleIdx="3" presStyleCnt="5"/>
      <dgm:spPr/>
    </dgm:pt>
    <dgm:pt modelId="{AA3DBAC2-F9B4-4BA5-9D0D-5141BC19EBE1}" type="pres">
      <dgm:prSet presAssocID="{A9FE76BF-6728-494D-9E40-CCF614E8916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51AC31AC-B831-4C1F-9557-16E9DB32DEE4}" type="pres">
      <dgm:prSet presAssocID="{A9FE76BF-6728-494D-9E40-CCF614E89161}" presName="spaceRect" presStyleCnt="0"/>
      <dgm:spPr/>
    </dgm:pt>
    <dgm:pt modelId="{19B82E6C-581D-47BD-801F-FD7A1DEB90A3}" type="pres">
      <dgm:prSet presAssocID="{A9FE76BF-6728-494D-9E40-CCF614E89161}" presName="parTx" presStyleLbl="revTx" presStyleIdx="3" presStyleCnt="5">
        <dgm:presLayoutVars>
          <dgm:chMax val="0"/>
          <dgm:chPref val="0"/>
        </dgm:presLayoutVars>
      </dgm:prSet>
      <dgm:spPr/>
    </dgm:pt>
    <dgm:pt modelId="{27980A42-4A36-4DF0-A7BF-5DCCB941DA09}" type="pres">
      <dgm:prSet presAssocID="{F72DD760-CDA5-4D40-ABD4-4A34778BA0B8}" presName="sibTrans" presStyleCnt="0"/>
      <dgm:spPr/>
    </dgm:pt>
    <dgm:pt modelId="{ED5D77AE-EF9D-445F-899B-D5E5974561F1}" type="pres">
      <dgm:prSet presAssocID="{2AE9AA6F-9C88-4A19-B379-132440E4E2C2}" presName="compNode" presStyleCnt="0"/>
      <dgm:spPr/>
    </dgm:pt>
    <dgm:pt modelId="{28441AA0-DC09-47C2-AA09-F31908B80E19}" type="pres">
      <dgm:prSet presAssocID="{2AE9AA6F-9C88-4A19-B379-132440E4E2C2}" presName="bgRect" presStyleLbl="bgShp" presStyleIdx="4" presStyleCnt="5"/>
      <dgm:spPr/>
    </dgm:pt>
    <dgm:pt modelId="{13309D2C-003D-4EF0-A435-7DD70B3D23E0}" type="pres">
      <dgm:prSet presAssocID="{2AE9AA6F-9C88-4A19-B379-132440E4E2C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349EF7B-9B70-436B-A84C-087101BD9EE0}" type="pres">
      <dgm:prSet presAssocID="{2AE9AA6F-9C88-4A19-B379-132440E4E2C2}" presName="spaceRect" presStyleCnt="0"/>
      <dgm:spPr/>
    </dgm:pt>
    <dgm:pt modelId="{7F0AFB9C-CCB8-4234-9818-9FAB77BFD208}" type="pres">
      <dgm:prSet presAssocID="{2AE9AA6F-9C88-4A19-B379-132440E4E2C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9517225-7749-4BE5-9DCE-5AF7108042F6}" type="presOf" srcId="{D0E3E35A-71CA-4F76-908C-401EE7482A30}" destId="{0BAF1178-DBFF-45A4-8FD7-92ABF39E832F}" srcOrd="0" destOrd="0" presId="urn:microsoft.com/office/officeart/2018/2/layout/IconVerticalSolidList"/>
    <dgm:cxn modelId="{A9D5382B-BB95-42C6-A29A-F5D10F28D73B}" srcId="{68B145FC-45C9-4390-A7C7-D442B5C7D8F1}" destId="{2AE9AA6F-9C88-4A19-B379-132440E4E2C2}" srcOrd="4" destOrd="0" parTransId="{673FB2F4-80BC-48C7-8710-F56EDC670EF7}" sibTransId="{9B8AF452-9BD6-48CB-9871-E1B43A1E17CA}"/>
    <dgm:cxn modelId="{39B9372F-DBFD-4B02-AB56-8EA303666DDB}" srcId="{68B145FC-45C9-4390-A7C7-D442B5C7D8F1}" destId="{92906919-4B39-4C59-9DBF-DDD57D099C69}" srcOrd="1" destOrd="0" parTransId="{83D781EE-2D77-47C2-B361-42BD45DC25A0}" sibTransId="{D56B8691-15F1-40AE-858B-2DDF5D85B701}"/>
    <dgm:cxn modelId="{9D96633C-947B-4876-A62F-4E3A2114D204}" srcId="{68B145FC-45C9-4390-A7C7-D442B5C7D8F1}" destId="{A9FE76BF-6728-494D-9E40-CCF614E89161}" srcOrd="3" destOrd="0" parTransId="{4EC6E89F-4893-4889-B467-4918783D3937}" sibTransId="{F72DD760-CDA5-4D40-ABD4-4A34778BA0B8}"/>
    <dgm:cxn modelId="{830A1042-F535-466E-A5B6-59BE0C0533F1}" type="presOf" srcId="{3C6306D1-F728-445C-BFBC-C4C9D93CB413}" destId="{06074246-5252-443C-8DFA-A01AF1ED71AA}" srcOrd="0" destOrd="0" presId="urn:microsoft.com/office/officeart/2018/2/layout/IconVerticalSolidList"/>
    <dgm:cxn modelId="{17E3384A-809D-4735-9B04-8A1BDADEBA51}" type="presOf" srcId="{A9FE76BF-6728-494D-9E40-CCF614E89161}" destId="{19B82E6C-581D-47BD-801F-FD7A1DEB90A3}" srcOrd="0" destOrd="0" presId="urn:microsoft.com/office/officeart/2018/2/layout/IconVerticalSolidList"/>
    <dgm:cxn modelId="{2C42208C-B939-4592-8BFF-8916F8FEA7D0}" srcId="{68B145FC-45C9-4390-A7C7-D442B5C7D8F1}" destId="{D0E3E35A-71CA-4F76-908C-401EE7482A30}" srcOrd="0" destOrd="0" parTransId="{725075B0-2714-4C72-8D16-2A096EA3A861}" sibTransId="{83E75F12-8683-4D77-B24A-88AC358AA168}"/>
    <dgm:cxn modelId="{BEC678A9-B9E3-4D7F-9CC2-88C31B1E0876}" type="presOf" srcId="{68B145FC-45C9-4390-A7C7-D442B5C7D8F1}" destId="{3E9BDB01-4143-44C1-AA9F-4DF9BCCB8D64}" srcOrd="0" destOrd="0" presId="urn:microsoft.com/office/officeart/2018/2/layout/IconVerticalSolidList"/>
    <dgm:cxn modelId="{C31A59C3-C548-4BF1-9123-0FAB8EFAC603}" srcId="{68B145FC-45C9-4390-A7C7-D442B5C7D8F1}" destId="{3C6306D1-F728-445C-BFBC-C4C9D93CB413}" srcOrd="2" destOrd="0" parTransId="{20AF856E-5A9E-4EDF-9546-8D9EB0F4761C}" sibTransId="{A7CAC053-1EC8-4A69-AD44-9A1AA9BCC59C}"/>
    <dgm:cxn modelId="{383C32D1-07B6-4795-856D-338A8316B89D}" type="presOf" srcId="{2AE9AA6F-9C88-4A19-B379-132440E4E2C2}" destId="{7F0AFB9C-CCB8-4234-9818-9FAB77BFD208}" srcOrd="0" destOrd="0" presId="urn:microsoft.com/office/officeart/2018/2/layout/IconVerticalSolidList"/>
    <dgm:cxn modelId="{19ADFADE-A99F-40F0-99C8-060B32FD5F8B}" type="presOf" srcId="{92906919-4B39-4C59-9DBF-DDD57D099C69}" destId="{3A75953F-9DAD-4846-9C8F-D8F3D21C286A}" srcOrd="0" destOrd="0" presId="urn:microsoft.com/office/officeart/2018/2/layout/IconVerticalSolidList"/>
    <dgm:cxn modelId="{72BA9421-ACAB-431A-A6FE-992DC0DAC60A}" type="presParOf" srcId="{3E9BDB01-4143-44C1-AA9F-4DF9BCCB8D64}" destId="{4DED4FDD-5D89-4463-B622-C3D1AA26179B}" srcOrd="0" destOrd="0" presId="urn:microsoft.com/office/officeart/2018/2/layout/IconVerticalSolidList"/>
    <dgm:cxn modelId="{C837EDE2-B77D-40C2-8241-0C6B2536FD8C}" type="presParOf" srcId="{4DED4FDD-5D89-4463-B622-C3D1AA26179B}" destId="{A80B23E9-72D8-4F89-A474-0593A7E94295}" srcOrd="0" destOrd="0" presId="urn:microsoft.com/office/officeart/2018/2/layout/IconVerticalSolidList"/>
    <dgm:cxn modelId="{969EC9A9-0E24-4C12-9C67-0510B853A941}" type="presParOf" srcId="{4DED4FDD-5D89-4463-B622-C3D1AA26179B}" destId="{2D963110-4732-46C7-955D-D4D4CFB73E24}" srcOrd="1" destOrd="0" presId="urn:microsoft.com/office/officeart/2018/2/layout/IconVerticalSolidList"/>
    <dgm:cxn modelId="{828CEA64-876C-4CDA-BCD5-BDA9C1B22465}" type="presParOf" srcId="{4DED4FDD-5D89-4463-B622-C3D1AA26179B}" destId="{EBD254D4-A10E-4210-93F7-261740CF382B}" srcOrd="2" destOrd="0" presId="urn:microsoft.com/office/officeart/2018/2/layout/IconVerticalSolidList"/>
    <dgm:cxn modelId="{4B7F832C-DCBD-4C37-829A-CC15E1BA933A}" type="presParOf" srcId="{4DED4FDD-5D89-4463-B622-C3D1AA26179B}" destId="{0BAF1178-DBFF-45A4-8FD7-92ABF39E832F}" srcOrd="3" destOrd="0" presId="urn:microsoft.com/office/officeart/2018/2/layout/IconVerticalSolidList"/>
    <dgm:cxn modelId="{64D9AD7C-DACC-446C-BFD6-B19E8BC1D7B7}" type="presParOf" srcId="{3E9BDB01-4143-44C1-AA9F-4DF9BCCB8D64}" destId="{7C5D04C5-7E3C-4340-98CC-ED25820370DD}" srcOrd="1" destOrd="0" presId="urn:microsoft.com/office/officeart/2018/2/layout/IconVerticalSolidList"/>
    <dgm:cxn modelId="{5A46E1A2-5474-4313-8841-4B6E6F0C9EC7}" type="presParOf" srcId="{3E9BDB01-4143-44C1-AA9F-4DF9BCCB8D64}" destId="{78855E82-09B1-4DA7-9F11-61C184AE3314}" srcOrd="2" destOrd="0" presId="urn:microsoft.com/office/officeart/2018/2/layout/IconVerticalSolidList"/>
    <dgm:cxn modelId="{065EBD4B-683C-4057-97E0-DF458656A408}" type="presParOf" srcId="{78855E82-09B1-4DA7-9F11-61C184AE3314}" destId="{28C5D315-BE7F-4688-8A0F-8AEDCB86186A}" srcOrd="0" destOrd="0" presId="urn:microsoft.com/office/officeart/2018/2/layout/IconVerticalSolidList"/>
    <dgm:cxn modelId="{ED4A5A6F-AD9F-4564-B7EC-99BC9E5E82FD}" type="presParOf" srcId="{78855E82-09B1-4DA7-9F11-61C184AE3314}" destId="{C8B926B2-F3B7-40E1-9EDE-69FB8369709A}" srcOrd="1" destOrd="0" presId="urn:microsoft.com/office/officeart/2018/2/layout/IconVerticalSolidList"/>
    <dgm:cxn modelId="{38F0476C-D752-4465-9C0C-1F1A751900EE}" type="presParOf" srcId="{78855E82-09B1-4DA7-9F11-61C184AE3314}" destId="{44461224-B14B-4248-B7B7-DC9627E71A74}" srcOrd="2" destOrd="0" presId="urn:microsoft.com/office/officeart/2018/2/layout/IconVerticalSolidList"/>
    <dgm:cxn modelId="{B98EA01A-A203-4EC9-9F2C-CD08CEA8B44D}" type="presParOf" srcId="{78855E82-09B1-4DA7-9F11-61C184AE3314}" destId="{3A75953F-9DAD-4846-9C8F-D8F3D21C286A}" srcOrd="3" destOrd="0" presId="urn:microsoft.com/office/officeart/2018/2/layout/IconVerticalSolidList"/>
    <dgm:cxn modelId="{2B2C42BC-2507-42B5-9F1F-BDAD4BA3C7A0}" type="presParOf" srcId="{3E9BDB01-4143-44C1-AA9F-4DF9BCCB8D64}" destId="{BC70EB35-4624-4BE9-A4BA-E42F2AF4AEC9}" srcOrd="3" destOrd="0" presId="urn:microsoft.com/office/officeart/2018/2/layout/IconVerticalSolidList"/>
    <dgm:cxn modelId="{F8C950ED-45B4-4AB1-AEF1-853E999F93D3}" type="presParOf" srcId="{3E9BDB01-4143-44C1-AA9F-4DF9BCCB8D64}" destId="{D2C06B5B-38FF-4127-B305-7576E1DD5414}" srcOrd="4" destOrd="0" presId="urn:microsoft.com/office/officeart/2018/2/layout/IconVerticalSolidList"/>
    <dgm:cxn modelId="{BF752386-82EE-4D21-9B37-41606B53DAA6}" type="presParOf" srcId="{D2C06B5B-38FF-4127-B305-7576E1DD5414}" destId="{33C580B4-CE8A-4B76-9D71-A9EA30DE1AA4}" srcOrd="0" destOrd="0" presId="urn:microsoft.com/office/officeart/2018/2/layout/IconVerticalSolidList"/>
    <dgm:cxn modelId="{CCD86AC5-F679-41B7-88D2-5DA0393A21F1}" type="presParOf" srcId="{D2C06B5B-38FF-4127-B305-7576E1DD5414}" destId="{44F6518B-381F-41D4-81C1-2BEDB1F0D1D1}" srcOrd="1" destOrd="0" presId="urn:microsoft.com/office/officeart/2018/2/layout/IconVerticalSolidList"/>
    <dgm:cxn modelId="{C8B39984-892D-49D9-803F-9109FCA7FD06}" type="presParOf" srcId="{D2C06B5B-38FF-4127-B305-7576E1DD5414}" destId="{6D3F1E3E-67C0-4B22-BB2E-85ABE39CDD70}" srcOrd="2" destOrd="0" presId="urn:microsoft.com/office/officeart/2018/2/layout/IconVerticalSolidList"/>
    <dgm:cxn modelId="{36767BBF-26D6-46FC-9495-A0446FFB483D}" type="presParOf" srcId="{D2C06B5B-38FF-4127-B305-7576E1DD5414}" destId="{06074246-5252-443C-8DFA-A01AF1ED71AA}" srcOrd="3" destOrd="0" presId="urn:microsoft.com/office/officeart/2018/2/layout/IconVerticalSolidList"/>
    <dgm:cxn modelId="{5BE48BE4-1896-42A4-AECA-33CACA5B9368}" type="presParOf" srcId="{3E9BDB01-4143-44C1-AA9F-4DF9BCCB8D64}" destId="{BFD96AD1-82B1-4625-95DC-E96A30345862}" srcOrd="5" destOrd="0" presId="urn:microsoft.com/office/officeart/2018/2/layout/IconVerticalSolidList"/>
    <dgm:cxn modelId="{010E1CC2-1064-4513-8F30-6474F8DDFFAE}" type="presParOf" srcId="{3E9BDB01-4143-44C1-AA9F-4DF9BCCB8D64}" destId="{551A7DA9-1FD0-465C-B571-E8A0473291C3}" srcOrd="6" destOrd="0" presId="urn:microsoft.com/office/officeart/2018/2/layout/IconVerticalSolidList"/>
    <dgm:cxn modelId="{04A1B819-1D6E-4414-997D-44203731DFE8}" type="presParOf" srcId="{551A7DA9-1FD0-465C-B571-E8A0473291C3}" destId="{24CF0D11-2836-403E-8640-5E93F2E64376}" srcOrd="0" destOrd="0" presId="urn:microsoft.com/office/officeart/2018/2/layout/IconVerticalSolidList"/>
    <dgm:cxn modelId="{1ED075A9-28FB-4BD1-A90C-C1B201113AEA}" type="presParOf" srcId="{551A7DA9-1FD0-465C-B571-E8A0473291C3}" destId="{AA3DBAC2-F9B4-4BA5-9D0D-5141BC19EBE1}" srcOrd="1" destOrd="0" presId="urn:microsoft.com/office/officeart/2018/2/layout/IconVerticalSolidList"/>
    <dgm:cxn modelId="{F5E5401A-6557-4EFF-91CB-0259D9EE9297}" type="presParOf" srcId="{551A7DA9-1FD0-465C-B571-E8A0473291C3}" destId="{51AC31AC-B831-4C1F-9557-16E9DB32DEE4}" srcOrd="2" destOrd="0" presId="urn:microsoft.com/office/officeart/2018/2/layout/IconVerticalSolidList"/>
    <dgm:cxn modelId="{5347A453-B9FF-4DA4-80CB-7F10DF621CF7}" type="presParOf" srcId="{551A7DA9-1FD0-465C-B571-E8A0473291C3}" destId="{19B82E6C-581D-47BD-801F-FD7A1DEB90A3}" srcOrd="3" destOrd="0" presId="urn:microsoft.com/office/officeart/2018/2/layout/IconVerticalSolidList"/>
    <dgm:cxn modelId="{7BEB00E0-DF17-48ED-8E58-2B4A0FDFE2C4}" type="presParOf" srcId="{3E9BDB01-4143-44C1-AA9F-4DF9BCCB8D64}" destId="{27980A42-4A36-4DF0-A7BF-5DCCB941DA09}" srcOrd="7" destOrd="0" presId="urn:microsoft.com/office/officeart/2018/2/layout/IconVerticalSolidList"/>
    <dgm:cxn modelId="{CA9F2024-ACB4-4A67-A5B3-61F64BCCC6B1}" type="presParOf" srcId="{3E9BDB01-4143-44C1-AA9F-4DF9BCCB8D64}" destId="{ED5D77AE-EF9D-445F-899B-D5E5974561F1}" srcOrd="8" destOrd="0" presId="urn:microsoft.com/office/officeart/2018/2/layout/IconVerticalSolidList"/>
    <dgm:cxn modelId="{DE6E3BA4-B78C-4AE7-9FB4-EC6D1858BD07}" type="presParOf" srcId="{ED5D77AE-EF9D-445F-899B-D5E5974561F1}" destId="{28441AA0-DC09-47C2-AA09-F31908B80E19}" srcOrd="0" destOrd="0" presId="urn:microsoft.com/office/officeart/2018/2/layout/IconVerticalSolidList"/>
    <dgm:cxn modelId="{41ACE17F-D89B-455C-8F60-0239DEC4ECF6}" type="presParOf" srcId="{ED5D77AE-EF9D-445F-899B-D5E5974561F1}" destId="{13309D2C-003D-4EF0-A435-7DD70B3D23E0}" srcOrd="1" destOrd="0" presId="urn:microsoft.com/office/officeart/2018/2/layout/IconVerticalSolidList"/>
    <dgm:cxn modelId="{E69FA92B-595E-4597-9542-A235E3770A93}" type="presParOf" srcId="{ED5D77AE-EF9D-445F-899B-D5E5974561F1}" destId="{8349EF7B-9B70-436B-A84C-087101BD9EE0}" srcOrd="2" destOrd="0" presId="urn:microsoft.com/office/officeart/2018/2/layout/IconVerticalSolidList"/>
    <dgm:cxn modelId="{8A3B4DC6-3C1B-4266-8AEE-E3AE8A825682}" type="presParOf" srcId="{ED5D77AE-EF9D-445F-899B-D5E5974561F1}" destId="{7F0AFB9C-CCB8-4234-9818-9FAB77BFD2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DEB249-674B-4435-A730-FC2BDD04F73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5F32FE-5C28-460D-9B73-8F920ACB2267}">
      <dgm:prSet/>
      <dgm:spPr/>
      <dgm:t>
        <a:bodyPr/>
        <a:lstStyle/>
        <a:p>
          <a:r>
            <a:rPr lang="es-AR" b="1"/>
            <a:t>1. Fomentar la Divergencia (Lluvia de ideas):</a:t>
          </a:r>
          <a:r>
            <a:rPr lang="es-AR"/>
            <a:t> Inicialmente, no se juzgan ni descartan ideas; la cantidad es más importante que la calidad. Se buscan perspectivas diversas.</a:t>
          </a:r>
          <a:endParaRPr lang="en-US"/>
        </a:p>
      </dgm:t>
    </dgm:pt>
    <dgm:pt modelId="{57DBEF30-811C-4DF0-B242-C0A7213B5B0A}" type="parTrans" cxnId="{BF859BEB-801F-4EA2-B376-C62EBA6BF78D}">
      <dgm:prSet/>
      <dgm:spPr/>
      <dgm:t>
        <a:bodyPr/>
        <a:lstStyle/>
        <a:p>
          <a:endParaRPr lang="en-US"/>
        </a:p>
      </dgm:t>
    </dgm:pt>
    <dgm:pt modelId="{C1352C78-80B4-4335-B2B5-86125FA05247}" type="sibTrans" cxnId="{BF859BEB-801F-4EA2-B376-C62EBA6BF78D}">
      <dgm:prSet/>
      <dgm:spPr/>
      <dgm:t>
        <a:bodyPr/>
        <a:lstStyle/>
        <a:p>
          <a:endParaRPr lang="en-US"/>
        </a:p>
      </dgm:t>
    </dgm:pt>
    <dgm:pt modelId="{7F43B65F-E066-4B36-8000-8C630B001F01}">
      <dgm:prSet/>
      <dgm:spPr/>
      <dgm:t>
        <a:bodyPr/>
        <a:lstStyle/>
        <a:p>
          <a:r>
            <a:rPr lang="es-AR" b="1"/>
            <a:t>2. Investigación y Preparación Profunda:</a:t>
          </a:r>
          <a:r>
            <a:rPr lang="es-AR"/>
            <a:t> Comprender el problema a fondo recopilando datos, observando tendencias y analizando el contexto antes de proponer soluciones.</a:t>
          </a:r>
          <a:endParaRPr lang="en-US"/>
        </a:p>
      </dgm:t>
    </dgm:pt>
    <dgm:pt modelId="{A3F2F004-D59D-4E63-9D94-9CAF6364C5A8}" type="parTrans" cxnId="{BA824FFC-D2FB-4A6C-86FC-2428AA026FA2}">
      <dgm:prSet/>
      <dgm:spPr/>
      <dgm:t>
        <a:bodyPr/>
        <a:lstStyle/>
        <a:p>
          <a:endParaRPr lang="en-US"/>
        </a:p>
      </dgm:t>
    </dgm:pt>
    <dgm:pt modelId="{5EBDDA1A-E4A7-4DB7-9016-4CF0E59786E6}" type="sibTrans" cxnId="{BA824FFC-D2FB-4A6C-86FC-2428AA026FA2}">
      <dgm:prSet/>
      <dgm:spPr/>
      <dgm:t>
        <a:bodyPr/>
        <a:lstStyle/>
        <a:p>
          <a:endParaRPr lang="en-US"/>
        </a:p>
      </dgm:t>
    </dgm:pt>
    <dgm:pt modelId="{DCAC09E7-5CBE-4827-B68B-8A55523535E0}">
      <dgm:prSet/>
      <dgm:spPr/>
      <dgm:t>
        <a:bodyPr/>
        <a:lstStyle/>
        <a:p>
          <a:r>
            <a:rPr lang="es-AR" b="1"/>
            <a:t>3. Permitir la Incubación:</a:t>
          </a:r>
          <a:r>
            <a:rPr lang="es-AR"/>
            <a:t> Distanciarse del proyecto para que el subconsciente procese la información, lo que fomenta nuevas conexiones y la "iluminación".</a:t>
          </a:r>
          <a:endParaRPr lang="en-US"/>
        </a:p>
      </dgm:t>
    </dgm:pt>
    <dgm:pt modelId="{9F9A76D3-22FB-4A1F-8F70-0481F4D94F66}" type="parTrans" cxnId="{9C0B3877-1E56-45DE-B51F-4E7C8A96E6CB}">
      <dgm:prSet/>
      <dgm:spPr/>
      <dgm:t>
        <a:bodyPr/>
        <a:lstStyle/>
        <a:p>
          <a:endParaRPr lang="en-US"/>
        </a:p>
      </dgm:t>
    </dgm:pt>
    <dgm:pt modelId="{48A37ECE-AF6D-47E5-A6A2-90C30D38114E}" type="sibTrans" cxnId="{9C0B3877-1E56-45DE-B51F-4E7C8A96E6CB}">
      <dgm:prSet/>
      <dgm:spPr/>
      <dgm:t>
        <a:bodyPr/>
        <a:lstStyle/>
        <a:p>
          <a:endParaRPr lang="en-US"/>
        </a:p>
      </dgm:t>
    </dgm:pt>
    <dgm:pt modelId="{3AE9E2BA-04B9-4C5C-9593-990BA8B04C38}">
      <dgm:prSet/>
      <dgm:spPr/>
      <dgm:t>
        <a:bodyPr/>
        <a:lstStyle/>
        <a:p>
          <a:r>
            <a:rPr lang="es-AR" b="1"/>
            <a:t>4. Iteración y Validación (Prototipado):</a:t>
          </a:r>
          <a:r>
            <a:rPr lang="es-AR"/>
            <a:t> Las ideas no son perfectas al principio. Es necesario crear prototipos, probarlos rápidamente, recibir feedback y reajustar (ciclos de mejora continua).</a:t>
          </a:r>
          <a:endParaRPr lang="en-US"/>
        </a:p>
      </dgm:t>
    </dgm:pt>
    <dgm:pt modelId="{68EAC94B-2F3F-452E-8F1C-2AF0F26CF05C}" type="parTrans" cxnId="{C6FDE1AE-06FE-4B9E-903D-CB2EABF5CC0C}">
      <dgm:prSet/>
      <dgm:spPr/>
      <dgm:t>
        <a:bodyPr/>
        <a:lstStyle/>
        <a:p>
          <a:endParaRPr lang="en-US"/>
        </a:p>
      </dgm:t>
    </dgm:pt>
    <dgm:pt modelId="{23EA7601-FFD0-4F60-97DB-9FB3546C8C32}" type="sibTrans" cxnId="{C6FDE1AE-06FE-4B9E-903D-CB2EABF5CC0C}">
      <dgm:prSet/>
      <dgm:spPr/>
      <dgm:t>
        <a:bodyPr/>
        <a:lstStyle/>
        <a:p>
          <a:endParaRPr lang="en-US"/>
        </a:p>
      </dgm:t>
    </dgm:pt>
    <dgm:pt modelId="{983889B4-7150-4D35-B9EE-C1F6DE5A25AF}">
      <dgm:prSet/>
      <dgm:spPr/>
      <dgm:t>
        <a:bodyPr/>
        <a:lstStyle/>
        <a:p>
          <a:r>
            <a:rPr lang="es-AR" b="1"/>
            <a:t>5. Enfoque al Usuario y al Problema:</a:t>
          </a:r>
          <a:r>
            <a:rPr lang="es-AR"/>
            <a:t> La innovación debe resolver una necesidad real, no solo ser novedosa. Se prioriza la utilidad práctica.</a:t>
          </a:r>
          <a:endParaRPr lang="en-US"/>
        </a:p>
      </dgm:t>
    </dgm:pt>
    <dgm:pt modelId="{BCE215D6-6AA9-4E3E-9577-C2F495065683}" type="parTrans" cxnId="{5C93A399-559D-44A2-A360-BF717B595E7B}">
      <dgm:prSet/>
      <dgm:spPr/>
      <dgm:t>
        <a:bodyPr/>
        <a:lstStyle/>
        <a:p>
          <a:endParaRPr lang="en-US"/>
        </a:p>
      </dgm:t>
    </dgm:pt>
    <dgm:pt modelId="{1158B620-E815-4F04-9079-FDC245FD9C22}" type="sibTrans" cxnId="{5C93A399-559D-44A2-A360-BF717B595E7B}">
      <dgm:prSet/>
      <dgm:spPr/>
      <dgm:t>
        <a:bodyPr/>
        <a:lstStyle/>
        <a:p>
          <a:endParaRPr lang="en-US"/>
        </a:p>
      </dgm:t>
    </dgm:pt>
    <dgm:pt modelId="{6F75FAC8-7919-48EB-9CDD-60A309C1674A}">
      <dgm:prSet/>
      <dgm:spPr/>
      <dgm:t>
        <a:bodyPr/>
        <a:lstStyle/>
        <a:p>
          <a:r>
            <a:rPr lang="es-AR" b="1"/>
            <a:t>6. Colaboración Interdisciplinaria:</a:t>
          </a:r>
          <a:r>
            <a:rPr lang="es-AR"/>
            <a:t> Trabajar con equipos diversos que aportan diferentes visiones técnicas y creativas.</a:t>
          </a:r>
          <a:endParaRPr lang="en-US"/>
        </a:p>
      </dgm:t>
    </dgm:pt>
    <dgm:pt modelId="{61415317-54D9-43FE-9FEB-41887F44A1E0}" type="parTrans" cxnId="{6427394B-E2BD-4E52-9D06-99DF7D7EE766}">
      <dgm:prSet/>
      <dgm:spPr/>
      <dgm:t>
        <a:bodyPr/>
        <a:lstStyle/>
        <a:p>
          <a:endParaRPr lang="en-US"/>
        </a:p>
      </dgm:t>
    </dgm:pt>
    <dgm:pt modelId="{BE6C7ED0-51A3-4704-9506-770EE2EF653D}" type="sibTrans" cxnId="{6427394B-E2BD-4E52-9D06-99DF7D7EE766}">
      <dgm:prSet/>
      <dgm:spPr/>
      <dgm:t>
        <a:bodyPr/>
        <a:lstStyle/>
        <a:p>
          <a:endParaRPr lang="en-US"/>
        </a:p>
      </dgm:t>
    </dgm:pt>
    <dgm:pt modelId="{C006E323-4FDA-4DB1-B0C0-0952D7783F7B}">
      <dgm:prSet/>
      <dgm:spPr/>
      <dgm:t>
        <a:bodyPr/>
        <a:lstStyle/>
        <a:p>
          <a:r>
            <a:rPr lang="es-AR" b="1"/>
            <a:t>7. Verificación de Viabilidad:</a:t>
          </a:r>
          <a:r>
            <a:rPr lang="es-AR"/>
            <a:t> Evaluar críticamente la implementación técnica y económica de la idea antes de su lanzamiento.</a:t>
          </a:r>
          <a:endParaRPr lang="en-US"/>
        </a:p>
      </dgm:t>
    </dgm:pt>
    <dgm:pt modelId="{DA6FEC5F-E978-4822-AB51-D3CF30D530BB}" type="parTrans" cxnId="{0B4BB915-AD0C-4BA6-90A8-E3C883FB0CB0}">
      <dgm:prSet/>
      <dgm:spPr/>
      <dgm:t>
        <a:bodyPr/>
        <a:lstStyle/>
        <a:p>
          <a:endParaRPr lang="en-US"/>
        </a:p>
      </dgm:t>
    </dgm:pt>
    <dgm:pt modelId="{1D3FD4FA-DBE9-4586-B6FD-0B5ECF3A0FB5}" type="sibTrans" cxnId="{0B4BB915-AD0C-4BA6-90A8-E3C883FB0CB0}">
      <dgm:prSet/>
      <dgm:spPr/>
      <dgm:t>
        <a:bodyPr/>
        <a:lstStyle/>
        <a:p>
          <a:endParaRPr lang="en-US"/>
        </a:p>
      </dgm:t>
    </dgm:pt>
    <dgm:pt modelId="{AED19265-FF0B-41A8-B410-358C5049668A}" type="pres">
      <dgm:prSet presAssocID="{6FDEB249-674B-4435-A730-FC2BDD04F733}" presName="vert0" presStyleCnt="0">
        <dgm:presLayoutVars>
          <dgm:dir/>
          <dgm:animOne val="branch"/>
          <dgm:animLvl val="lvl"/>
        </dgm:presLayoutVars>
      </dgm:prSet>
      <dgm:spPr/>
    </dgm:pt>
    <dgm:pt modelId="{A4E486CA-7AC1-4B64-A0B5-62BFC1DA0B2C}" type="pres">
      <dgm:prSet presAssocID="{615F32FE-5C28-460D-9B73-8F920ACB2267}" presName="thickLine" presStyleLbl="alignNode1" presStyleIdx="0" presStyleCnt="7"/>
      <dgm:spPr/>
    </dgm:pt>
    <dgm:pt modelId="{79AAA5DE-01BC-46AF-A789-30BB680D6B0B}" type="pres">
      <dgm:prSet presAssocID="{615F32FE-5C28-460D-9B73-8F920ACB2267}" presName="horz1" presStyleCnt="0"/>
      <dgm:spPr/>
    </dgm:pt>
    <dgm:pt modelId="{138FF577-A25E-4CF3-AE3C-FC5A6F1078B7}" type="pres">
      <dgm:prSet presAssocID="{615F32FE-5C28-460D-9B73-8F920ACB2267}" presName="tx1" presStyleLbl="revTx" presStyleIdx="0" presStyleCnt="7"/>
      <dgm:spPr/>
    </dgm:pt>
    <dgm:pt modelId="{CCD8881E-926A-4EDD-8D8F-41CFB6840401}" type="pres">
      <dgm:prSet presAssocID="{615F32FE-5C28-460D-9B73-8F920ACB2267}" presName="vert1" presStyleCnt="0"/>
      <dgm:spPr/>
    </dgm:pt>
    <dgm:pt modelId="{2A7C3D74-3BD1-4D8A-B9F8-4F702D060BC4}" type="pres">
      <dgm:prSet presAssocID="{7F43B65F-E066-4B36-8000-8C630B001F01}" presName="thickLine" presStyleLbl="alignNode1" presStyleIdx="1" presStyleCnt="7"/>
      <dgm:spPr/>
    </dgm:pt>
    <dgm:pt modelId="{2FD0D586-B696-47B4-AD1D-C5161BE34FA0}" type="pres">
      <dgm:prSet presAssocID="{7F43B65F-E066-4B36-8000-8C630B001F01}" presName="horz1" presStyleCnt="0"/>
      <dgm:spPr/>
    </dgm:pt>
    <dgm:pt modelId="{91672060-6185-4DFA-9426-A094C447DE46}" type="pres">
      <dgm:prSet presAssocID="{7F43B65F-E066-4B36-8000-8C630B001F01}" presName="tx1" presStyleLbl="revTx" presStyleIdx="1" presStyleCnt="7"/>
      <dgm:spPr/>
    </dgm:pt>
    <dgm:pt modelId="{2DD02203-094C-4828-8720-6D0500EBE3EF}" type="pres">
      <dgm:prSet presAssocID="{7F43B65F-E066-4B36-8000-8C630B001F01}" presName="vert1" presStyleCnt="0"/>
      <dgm:spPr/>
    </dgm:pt>
    <dgm:pt modelId="{CE7B0C02-4E4E-482D-8902-EA3D8F4361B1}" type="pres">
      <dgm:prSet presAssocID="{DCAC09E7-5CBE-4827-B68B-8A55523535E0}" presName="thickLine" presStyleLbl="alignNode1" presStyleIdx="2" presStyleCnt="7"/>
      <dgm:spPr/>
    </dgm:pt>
    <dgm:pt modelId="{3F9493C8-80C7-4288-9F4D-1770667EED94}" type="pres">
      <dgm:prSet presAssocID="{DCAC09E7-5CBE-4827-B68B-8A55523535E0}" presName="horz1" presStyleCnt="0"/>
      <dgm:spPr/>
    </dgm:pt>
    <dgm:pt modelId="{00069BB1-F123-4EB9-9945-4E8B73BF2B4A}" type="pres">
      <dgm:prSet presAssocID="{DCAC09E7-5CBE-4827-B68B-8A55523535E0}" presName="tx1" presStyleLbl="revTx" presStyleIdx="2" presStyleCnt="7"/>
      <dgm:spPr/>
    </dgm:pt>
    <dgm:pt modelId="{74A08DFF-F9BC-4144-BA1B-5DDB68ECFEC7}" type="pres">
      <dgm:prSet presAssocID="{DCAC09E7-5CBE-4827-B68B-8A55523535E0}" presName="vert1" presStyleCnt="0"/>
      <dgm:spPr/>
    </dgm:pt>
    <dgm:pt modelId="{61E6E7B4-285A-4BD6-8444-323F8B621367}" type="pres">
      <dgm:prSet presAssocID="{3AE9E2BA-04B9-4C5C-9593-990BA8B04C38}" presName="thickLine" presStyleLbl="alignNode1" presStyleIdx="3" presStyleCnt="7"/>
      <dgm:spPr/>
    </dgm:pt>
    <dgm:pt modelId="{88885F1E-6A4C-46CB-89EA-F02B1F4BAC63}" type="pres">
      <dgm:prSet presAssocID="{3AE9E2BA-04B9-4C5C-9593-990BA8B04C38}" presName="horz1" presStyleCnt="0"/>
      <dgm:spPr/>
    </dgm:pt>
    <dgm:pt modelId="{0FE5221C-E93D-4833-82DC-1165F7D08DE0}" type="pres">
      <dgm:prSet presAssocID="{3AE9E2BA-04B9-4C5C-9593-990BA8B04C38}" presName="tx1" presStyleLbl="revTx" presStyleIdx="3" presStyleCnt="7"/>
      <dgm:spPr/>
    </dgm:pt>
    <dgm:pt modelId="{6513398E-D0D8-4A18-AB19-BF76F7B6F797}" type="pres">
      <dgm:prSet presAssocID="{3AE9E2BA-04B9-4C5C-9593-990BA8B04C38}" presName="vert1" presStyleCnt="0"/>
      <dgm:spPr/>
    </dgm:pt>
    <dgm:pt modelId="{8D87F63C-38C4-408F-BF63-F112B2A86B10}" type="pres">
      <dgm:prSet presAssocID="{983889B4-7150-4D35-B9EE-C1F6DE5A25AF}" presName="thickLine" presStyleLbl="alignNode1" presStyleIdx="4" presStyleCnt="7"/>
      <dgm:spPr/>
    </dgm:pt>
    <dgm:pt modelId="{B8ACA179-D526-400D-A91F-4CB1451CE8D3}" type="pres">
      <dgm:prSet presAssocID="{983889B4-7150-4D35-B9EE-C1F6DE5A25AF}" presName="horz1" presStyleCnt="0"/>
      <dgm:spPr/>
    </dgm:pt>
    <dgm:pt modelId="{6165045D-8F62-487F-BB8D-19D072416FA6}" type="pres">
      <dgm:prSet presAssocID="{983889B4-7150-4D35-B9EE-C1F6DE5A25AF}" presName="tx1" presStyleLbl="revTx" presStyleIdx="4" presStyleCnt="7"/>
      <dgm:spPr/>
    </dgm:pt>
    <dgm:pt modelId="{88C21138-1CA9-4C37-A941-D12EC76028E3}" type="pres">
      <dgm:prSet presAssocID="{983889B4-7150-4D35-B9EE-C1F6DE5A25AF}" presName="vert1" presStyleCnt="0"/>
      <dgm:spPr/>
    </dgm:pt>
    <dgm:pt modelId="{9BF93C31-F1DC-4D9C-8CCE-58BD2FB16754}" type="pres">
      <dgm:prSet presAssocID="{6F75FAC8-7919-48EB-9CDD-60A309C1674A}" presName="thickLine" presStyleLbl="alignNode1" presStyleIdx="5" presStyleCnt="7"/>
      <dgm:spPr/>
    </dgm:pt>
    <dgm:pt modelId="{0A51500A-569F-4CC6-8387-51EDD1DEB90A}" type="pres">
      <dgm:prSet presAssocID="{6F75FAC8-7919-48EB-9CDD-60A309C1674A}" presName="horz1" presStyleCnt="0"/>
      <dgm:spPr/>
    </dgm:pt>
    <dgm:pt modelId="{3FEDD6B6-54E4-4756-BA87-0F473BFA7967}" type="pres">
      <dgm:prSet presAssocID="{6F75FAC8-7919-48EB-9CDD-60A309C1674A}" presName="tx1" presStyleLbl="revTx" presStyleIdx="5" presStyleCnt="7"/>
      <dgm:spPr/>
    </dgm:pt>
    <dgm:pt modelId="{20734EC8-F894-425E-83F5-10378C24A86E}" type="pres">
      <dgm:prSet presAssocID="{6F75FAC8-7919-48EB-9CDD-60A309C1674A}" presName="vert1" presStyleCnt="0"/>
      <dgm:spPr/>
    </dgm:pt>
    <dgm:pt modelId="{199E3778-2237-4EE0-B596-535207712226}" type="pres">
      <dgm:prSet presAssocID="{C006E323-4FDA-4DB1-B0C0-0952D7783F7B}" presName="thickLine" presStyleLbl="alignNode1" presStyleIdx="6" presStyleCnt="7"/>
      <dgm:spPr/>
    </dgm:pt>
    <dgm:pt modelId="{46A808C2-8656-4CCA-B26B-D5E5F40419E2}" type="pres">
      <dgm:prSet presAssocID="{C006E323-4FDA-4DB1-B0C0-0952D7783F7B}" presName="horz1" presStyleCnt="0"/>
      <dgm:spPr/>
    </dgm:pt>
    <dgm:pt modelId="{093068BF-C14F-4546-8EFC-52CA2E8E8809}" type="pres">
      <dgm:prSet presAssocID="{C006E323-4FDA-4DB1-B0C0-0952D7783F7B}" presName="tx1" presStyleLbl="revTx" presStyleIdx="6" presStyleCnt="7"/>
      <dgm:spPr/>
    </dgm:pt>
    <dgm:pt modelId="{FD1F5EAD-5BBE-4581-A7F9-5751584FE358}" type="pres">
      <dgm:prSet presAssocID="{C006E323-4FDA-4DB1-B0C0-0952D7783F7B}" presName="vert1" presStyleCnt="0"/>
      <dgm:spPr/>
    </dgm:pt>
  </dgm:ptLst>
  <dgm:cxnLst>
    <dgm:cxn modelId="{0B4BB915-AD0C-4BA6-90A8-E3C883FB0CB0}" srcId="{6FDEB249-674B-4435-A730-FC2BDD04F733}" destId="{C006E323-4FDA-4DB1-B0C0-0952D7783F7B}" srcOrd="6" destOrd="0" parTransId="{DA6FEC5F-E978-4822-AB51-D3CF30D530BB}" sibTransId="{1D3FD4FA-DBE9-4586-B6FD-0B5ECF3A0FB5}"/>
    <dgm:cxn modelId="{7A843042-B7E8-4A72-9617-4C49031467CF}" type="presOf" srcId="{7F43B65F-E066-4B36-8000-8C630B001F01}" destId="{91672060-6185-4DFA-9426-A094C447DE46}" srcOrd="0" destOrd="0" presId="urn:microsoft.com/office/officeart/2008/layout/LinedList"/>
    <dgm:cxn modelId="{6427394B-E2BD-4E52-9D06-99DF7D7EE766}" srcId="{6FDEB249-674B-4435-A730-FC2BDD04F733}" destId="{6F75FAC8-7919-48EB-9CDD-60A309C1674A}" srcOrd="5" destOrd="0" parTransId="{61415317-54D9-43FE-9FEB-41887F44A1E0}" sibTransId="{BE6C7ED0-51A3-4704-9506-770EE2EF653D}"/>
    <dgm:cxn modelId="{661EF370-8AD4-4054-8167-1B7494FD16A4}" type="presOf" srcId="{6FDEB249-674B-4435-A730-FC2BDD04F733}" destId="{AED19265-FF0B-41A8-B410-358C5049668A}" srcOrd="0" destOrd="0" presId="urn:microsoft.com/office/officeart/2008/layout/LinedList"/>
    <dgm:cxn modelId="{7E69DE53-A5ED-4EC9-96A8-2CEF5FF36CD6}" type="presOf" srcId="{3AE9E2BA-04B9-4C5C-9593-990BA8B04C38}" destId="{0FE5221C-E93D-4833-82DC-1165F7D08DE0}" srcOrd="0" destOrd="0" presId="urn:microsoft.com/office/officeart/2008/layout/LinedList"/>
    <dgm:cxn modelId="{9C0B3877-1E56-45DE-B51F-4E7C8A96E6CB}" srcId="{6FDEB249-674B-4435-A730-FC2BDD04F733}" destId="{DCAC09E7-5CBE-4827-B68B-8A55523535E0}" srcOrd="2" destOrd="0" parTransId="{9F9A76D3-22FB-4A1F-8F70-0481F4D94F66}" sibTransId="{48A37ECE-AF6D-47E5-A6A2-90C30D38114E}"/>
    <dgm:cxn modelId="{D141FE77-A308-4817-839C-F88FCE6BF936}" type="presOf" srcId="{983889B4-7150-4D35-B9EE-C1F6DE5A25AF}" destId="{6165045D-8F62-487F-BB8D-19D072416FA6}" srcOrd="0" destOrd="0" presId="urn:microsoft.com/office/officeart/2008/layout/LinedList"/>
    <dgm:cxn modelId="{E95E5D80-A003-493A-883A-8B632F610C7A}" type="presOf" srcId="{C006E323-4FDA-4DB1-B0C0-0952D7783F7B}" destId="{093068BF-C14F-4546-8EFC-52CA2E8E8809}" srcOrd="0" destOrd="0" presId="urn:microsoft.com/office/officeart/2008/layout/LinedList"/>
    <dgm:cxn modelId="{5C93A399-559D-44A2-A360-BF717B595E7B}" srcId="{6FDEB249-674B-4435-A730-FC2BDD04F733}" destId="{983889B4-7150-4D35-B9EE-C1F6DE5A25AF}" srcOrd="4" destOrd="0" parTransId="{BCE215D6-6AA9-4E3E-9577-C2F495065683}" sibTransId="{1158B620-E815-4F04-9079-FDC245FD9C22}"/>
    <dgm:cxn modelId="{5DB8F69C-6485-4404-9FC0-FE44050D3725}" type="presOf" srcId="{6F75FAC8-7919-48EB-9CDD-60A309C1674A}" destId="{3FEDD6B6-54E4-4756-BA87-0F473BFA7967}" srcOrd="0" destOrd="0" presId="urn:microsoft.com/office/officeart/2008/layout/LinedList"/>
    <dgm:cxn modelId="{C6FDE1AE-06FE-4B9E-903D-CB2EABF5CC0C}" srcId="{6FDEB249-674B-4435-A730-FC2BDD04F733}" destId="{3AE9E2BA-04B9-4C5C-9593-990BA8B04C38}" srcOrd="3" destOrd="0" parTransId="{68EAC94B-2F3F-452E-8F1C-2AF0F26CF05C}" sibTransId="{23EA7601-FFD0-4F60-97DB-9FB3546C8C32}"/>
    <dgm:cxn modelId="{D9B221CA-DFAC-4B29-B0EF-101C416184DB}" type="presOf" srcId="{615F32FE-5C28-460D-9B73-8F920ACB2267}" destId="{138FF577-A25E-4CF3-AE3C-FC5A6F1078B7}" srcOrd="0" destOrd="0" presId="urn:microsoft.com/office/officeart/2008/layout/LinedList"/>
    <dgm:cxn modelId="{AD5DA1D5-0E38-4EFD-BB17-CFE74F458D93}" type="presOf" srcId="{DCAC09E7-5CBE-4827-B68B-8A55523535E0}" destId="{00069BB1-F123-4EB9-9945-4E8B73BF2B4A}" srcOrd="0" destOrd="0" presId="urn:microsoft.com/office/officeart/2008/layout/LinedList"/>
    <dgm:cxn modelId="{BF859BEB-801F-4EA2-B376-C62EBA6BF78D}" srcId="{6FDEB249-674B-4435-A730-FC2BDD04F733}" destId="{615F32FE-5C28-460D-9B73-8F920ACB2267}" srcOrd="0" destOrd="0" parTransId="{57DBEF30-811C-4DF0-B242-C0A7213B5B0A}" sibTransId="{C1352C78-80B4-4335-B2B5-86125FA05247}"/>
    <dgm:cxn modelId="{BA824FFC-D2FB-4A6C-86FC-2428AA026FA2}" srcId="{6FDEB249-674B-4435-A730-FC2BDD04F733}" destId="{7F43B65F-E066-4B36-8000-8C630B001F01}" srcOrd="1" destOrd="0" parTransId="{A3F2F004-D59D-4E63-9D94-9CAF6364C5A8}" sibTransId="{5EBDDA1A-E4A7-4DB7-9016-4CF0E59786E6}"/>
    <dgm:cxn modelId="{0A825334-0F4C-4B33-AC35-D8736ABB0EC6}" type="presParOf" srcId="{AED19265-FF0B-41A8-B410-358C5049668A}" destId="{A4E486CA-7AC1-4B64-A0B5-62BFC1DA0B2C}" srcOrd="0" destOrd="0" presId="urn:microsoft.com/office/officeart/2008/layout/LinedList"/>
    <dgm:cxn modelId="{E8733161-7DA2-4740-99B5-5EF85D7C7336}" type="presParOf" srcId="{AED19265-FF0B-41A8-B410-358C5049668A}" destId="{79AAA5DE-01BC-46AF-A789-30BB680D6B0B}" srcOrd="1" destOrd="0" presId="urn:microsoft.com/office/officeart/2008/layout/LinedList"/>
    <dgm:cxn modelId="{EA0F06BC-1B43-40B8-B41D-9F2A0AE389FE}" type="presParOf" srcId="{79AAA5DE-01BC-46AF-A789-30BB680D6B0B}" destId="{138FF577-A25E-4CF3-AE3C-FC5A6F1078B7}" srcOrd="0" destOrd="0" presId="urn:microsoft.com/office/officeart/2008/layout/LinedList"/>
    <dgm:cxn modelId="{C2D5E657-6987-469B-83F5-1D7EA20461E0}" type="presParOf" srcId="{79AAA5DE-01BC-46AF-A789-30BB680D6B0B}" destId="{CCD8881E-926A-4EDD-8D8F-41CFB6840401}" srcOrd="1" destOrd="0" presId="urn:microsoft.com/office/officeart/2008/layout/LinedList"/>
    <dgm:cxn modelId="{8A70524C-D036-46AB-98F4-6FD20182C60A}" type="presParOf" srcId="{AED19265-FF0B-41A8-B410-358C5049668A}" destId="{2A7C3D74-3BD1-4D8A-B9F8-4F702D060BC4}" srcOrd="2" destOrd="0" presId="urn:microsoft.com/office/officeart/2008/layout/LinedList"/>
    <dgm:cxn modelId="{B7F45AD3-17A4-46B5-92C5-CB80E995B786}" type="presParOf" srcId="{AED19265-FF0B-41A8-B410-358C5049668A}" destId="{2FD0D586-B696-47B4-AD1D-C5161BE34FA0}" srcOrd="3" destOrd="0" presId="urn:microsoft.com/office/officeart/2008/layout/LinedList"/>
    <dgm:cxn modelId="{A0DD6799-3585-4D3A-9394-43AB76C70048}" type="presParOf" srcId="{2FD0D586-B696-47B4-AD1D-C5161BE34FA0}" destId="{91672060-6185-4DFA-9426-A094C447DE46}" srcOrd="0" destOrd="0" presId="urn:microsoft.com/office/officeart/2008/layout/LinedList"/>
    <dgm:cxn modelId="{C2833871-0C9E-4028-8870-E3A9537100F8}" type="presParOf" srcId="{2FD0D586-B696-47B4-AD1D-C5161BE34FA0}" destId="{2DD02203-094C-4828-8720-6D0500EBE3EF}" srcOrd="1" destOrd="0" presId="urn:microsoft.com/office/officeart/2008/layout/LinedList"/>
    <dgm:cxn modelId="{841C46B7-C72F-4C23-899D-1CE7D7D8F5E2}" type="presParOf" srcId="{AED19265-FF0B-41A8-B410-358C5049668A}" destId="{CE7B0C02-4E4E-482D-8902-EA3D8F4361B1}" srcOrd="4" destOrd="0" presId="urn:microsoft.com/office/officeart/2008/layout/LinedList"/>
    <dgm:cxn modelId="{53791AEE-77E8-44EB-BF69-77E7C07BC45A}" type="presParOf" srcId="{AED19265-FF0B-41A8-B410-358C5049668A}" destId="{3F9493C8-80C7-4288-9F4D-1770667EED94}" srcOrd="5" destOrd="0" presId="urn:microsoft.com/office/officeart/2008/layout/LinedList"/>
    <dgm:cxn modelId="{B40E7CC3-952D-4173-824B-51267F3C1335}" type="presParOf" srcId="{3F9493C8-80C7-4288-9F4D-1770667EED94}" destId="{00069BB1-F123-4EB9-9945-4E8B73BF2B4A}" srcOrd="0" destOrd="0" presId="urn:microsoft.com/office/officeart/2008/layout/LinedList"/>
    <dgm:cxn modelId="{0D9074A6-E796-4CA9-AA82-12A0E4918162}" type="presParOf" srcId="{3F9493C8-80C7-4288-9F4D-1770667EED94}" destId="{74A08DFF-F9BC-4144-BA1B-5DDB68ECFEC7}" srcOrd="1" destOrd="0" presId="urn:microsoft.com/office/officeart/2008/layout/LinedList"/>
    <dgm:cxn modelId="{A3E893ED-2E35-4095-BD54-4640F72C07D8}" type="presParOf" srcId="{AED19265-FF0B-41A8-B410-358C5049668A}" destId="{61E6E7B4-285A-4BD6-8444-323F8B621367}" srcOrd="6" destOrd="0" presId="urn:microsoft.com/office/officeart/2008/layout/LinedList"/>
    <dgm:cxn modelId="{721BD12F-2BEE-43AF-AB16-CC07B33145D4}" type="presParOf" srcId="{AED19265-FF0B-41A8-B410-358C5049668A}" destId="{88885F1E-6A4C-46CB-89EA-F02B1F4BAC63}" srcOrd="7" destOrd="0" presId="urn:microsoft.com/office/officeart/2008/layout/LinedList"/>
    <dgm:cxn modelId="{B417FA60-679D-482F-9F84-9B1C6255A034}" type="presParOf" srcId="{88885F1E-6A4C-46CB-89EA-F02B1F4BAC63}" destId="{0FE5221C-E93D-4833-82DC-1165F7D08DE0}" srcOrd="0" destOrd="0" presId="urn:microsoft.com/office/officeart/2008/layout/LinedList"/>
    <dgm:cxn modelId="{F7CFA032-05DE-4B8E-8A99-11A6E96B2270}" type="presParOf" srcId="{88885F1E-6A4C-46CB-89EA-F02B1F4BAC63}" destId="{6513398E-D0D8-4A18-AB19-BF76F7B6F797}" srcOrd="1" destOrd="0" presId="urn:microsoft.com/office/officeart/2008/layout/LinedList"/>
    <dgm:cxn modelId="{5D9D5A8F-2DEB-4ABE-AE29-72B4E3677F64}" type="presParOf" srcId="{AED19265-FF0B-41A8-B410-358C5049668A}" destId="{8D87F63C-38C4-408F-BF63-F112B2A86B10}" srcOrd="8" destOrd="0" presId="urn:microsoft.com/office/officeart/2008/layout/LinedList"/>
    <dgm:cxn modelId="{79DEB4F0-3792-4976-AB8D-23133FA7B784}" type="presParOf" srcId="{AED19265-FF0B-41A8-B410-358C5049668A}" destId="{B8ACA179-D526-400D-A91F-4CB1451CE8D3}" srcOrd="9" destOrd="0" presId="urn:microsoft.com/office/officeart/2008/layout/LinedList"/>
    <dgm:cxn modelId="{5F11FB3F-57EB-4CBB-9C6D-971515D870E1}" type="presParOf" srcId="{B8ACA179-D526-400D-A91F-4CB1451CE8D3}" destId="{6165045D-8F62-487F-BB8D-19D072416FA6}" srcOrd="0" destOrd="0" presId="urn:microsoft.com/office/officeart/2008/layout/LinedList"/>
    <dgm:cxn modelId="{DED161E7-8E2F-404E-9950-F43FF60AFD36}" type="presParOf" srcId="{B8ACA179-D526-400D-A91F-4CB1451CE8D3}" destId="{88C21138-1CA9-4C37-A941-D12EC76028E3}" srcOrd="1" destOrd="0" presId="urn:microsoft.com/office/officeart/2008/layout/LinedList"/>
    <dgm:cxn modelId="{CB5C6EAA-4F9C-4869-A306-1C0718151E3F}" type="presParOf" srcId="{AED19265-FF0B-41A8-B410-358C5049668A}" destId="{9BF93C31-F1DC-4D9C-8CCE-58BD2FB16754}" srcOrd="10" destOrd="0" presId="urn:microsoft.com/office/officeart/2008/layout/LinedList"/>
    <dgm:cxn modelId="{167D8B28-ED4E-49DA-ABA9-AD44D5A1B206}" type="presParOf" srcId="{AED19265-FF0B-41A8-B410-358C5049668A}" destId="{0A51500A-569F-4CC6-8387-51EDD1DEB90A}" srcOrd="11" destOrd="0" presId="urn:microsoft.com/office/officeart/2008/layout/LinedList"/>
    <dgm:cxn modelId="{3C85C04B-F8F6-4638-BEDF-636EE80709DE}" type="presParOf" srcId="{0A51500A-569F-4CC6-8387-51EDD1DEB90A}" destId="{3FEDD6B6-54E4-4756-BA87-0F473BFA7967}" srcOrd="0" destOrd="0" presId="urn:microsoft.com/office/officeart/2008/layout/LinedList"/>
    <dgm:cxn modelId="{D6408E07-F4B7-4AA7-A4A0-A912C803D765}" type="presParOf" srcId="{0A51500A-569F-4CC6-8387-51EDD1DEB90A}" destId="{20734EC8-F894-425E-83F5-10378C24A86E}" srcOrd="1" destOrd="0" presId="urn:microsoft.com/office/officeart/2008/layout/LinedList"/>
    <dgm:cxn modelId="{09E1CAAA-3E66-4FBF-8688-8F2FC7424073}" type="presParOf" srcId="{AED19265-FF0B-41A8-B410-358C5049668A}" destId="{199E3778-2237-4EE0-B596-535207712226}" srcOrd="12" destOrd="0" presId="urn:microsoft.com/office/officeart/2008/layout/LinedList"/>
    <dgm:cxn modelId="{3EB29346-D95F-44E5-8E66-30525555BCE9}" type="presParOf" srcId="{AED19265-FF0B-41A8-B410-358C5049668A}" destId="{46A808C2-8656-4CCA-B26B-D5E5F40419E2}" srcOrd="13" destOrd="0" presId="urn:microsoft.com/office/officeart/2008/layout/LinedList"/>
    <dgm:cxn modelId="{CC804624-1CB5-443E-AC8F-29E113A4144A}" type="presParOf" srcId="{46A808C2-8656-4CCA-B26B-D5E5F40419E2}" destId="{093068BF-C14F-4546-8EFC-52CA2E8E8809}" srcOrd="0" destOrd="0" presId="urn:microsoft.com/office/officeart/2008/layout/LinedList"/>
    <dgm:cxn modelId="{D0602C27-5C94-43E4-B5C5-2ADA6D074113}" type="presParOf" srcId="{46A808C2-8656-4CCA-B26B-D5E5F40419E2}" destId="{FD1F5EAD-5BBE-4581-A7F9-5751584FE3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01CA06-0235-4332-9291-1D2FEB150D6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732C7C-7000-4EF5-8321-8811DDB3F3F7}">
      <dgm:prSet/>
      <dgm:spPr/>
      <dgm:t>
        <a:bodyPr/>
        <a:lstStyle/>
        <a:p>
          <a:r>
            <a:rPr lang="es-AR" b="1"/>
            <a:t>SCAMPER:</a:t>
          </a:r>
          <a:r>
            <a:rPr lang="es-AR"/>
            <a:t> Técnica de pensamiento lateral que modifica productos o procesos existentes mediante sustituir, combinar, adaptar, modificar, poner en otro uso, eliminar o revertir.</a:t>
          </a:r>
          <a:endParaRPr lang="en-US"/>
        </a:p>
      </dgm:t>
    </dgm:pt>
    <dgm:pt modelId="{791F4340-0617-4C5A-BFB7-D6F986128B05}" type="parTrans" cxnId="{8FFE4FE1-7178-4EFD-96F8-8C573D826C46}">
      <dgm:prSet/>
      <dgm:spPr/>
      <dgm:t>
        <a:bodyPr/>
        <a:lstStyle/>
        <a:p>
          <a:endParaRPr lang="en-US"/>
        </a:p>
      </dgm:t>
    </dgm:pt>
    <dgm:pt modelId="{AD79E182-F232-4376-91D6-C358733BD64B}" type="sibTrans" cxnId="{8FFE4FE1-7178-4EFD-96F8-8C573D826C46}">
      <dgm:prSet/>
      <dgm:spPr/>
      <dgm:t>
        <a:bodyPr/>
        <a:lstStyle/>
        <a:p>
          <a:endParaRPr lang="en-US"/>
        </a:p>
      </dgm:t>
    </dgm:pt>
    <dgm:pt modelId="{7E508C5B-6AB6-4777-B45E-2B197A1D6941}">
      <dgm:prSet/>
      <dgm:spPr/>
      <dgm:t>
        <a:bodyPr/>
        <a:lstStyle/>
        <a:p>
          <a:r>
            <a:rPr lang="es-AR" b="1"/>
            <a:t>Análisis Morfológico:</a:t>
          </a:r>
          <a:r>
            <a:rPr lang="es-AR"/>
            <a:t> Descompone un problema en sus componentes fundamentales para explorar todas las combinaciones posibles de soluciones.</a:t>
          </a:r>
          <a:endParaRPr lang="en-US"/>
        </a:p>
      </dgm:t>
    </dgm:pt>
    <dgm:pt modelId="{7B8B873A-D6C5-40C6-AE73-81F6D9F04E80}" type="parTrans" cxnId="{DD5C9162-1F2C-42EB-A505-4D10B755F47A}">
      <dgm:prSet/>
      <dgm:spPr/>
      <dgm:t>
        <a:bodyPr/>
        <a:lstStyle/>
        <a:p>
          <a:endParaRPr lang="en-US"/>
        </a:p>
      </dgm:t>
    </dgm:pt>
    <dgm:pt modelId="{E070FBFA-E9EC-4265-B1FB-11919FD68509}" type="sibTrans" cxnId="{DD5C9162-1F2C-42EB-A505-4D10B755F47A}">
      <dgm:prSet/>
      <dgm:spPr/>
      <dgm:t>
        <a:bodyPr/>
        <a:lstStyle/>
        <a:p>
          <a:endParaRPr lang="en-US"/>
        </a:p>
      </dgm:t>
    </dgm:pt>
    <dgm:pt modelId="{9EBEDDE7-B1C6-479C-B017-5F0B5EC8D42C}">
      <dgm:prSet/>
      <dgm:spPr/>
      <dgm:t>
        <a:bodyPr/>
        <a:lstStyle/>
        <a:p>
          <a:r>
            <a:rPr lang="es-AR" b="1"/>
            <a:t>Brainstorming / Brainwriting:</a:t>
          </a:r>
          <a:r>
            <a:rPr lang="es-AR"/>
            <a:t> Generación libre de ideas en grupo (brainstorming) o escrita e individual antes de compartir (brainwriting), útil para evitar la censura en equipos jerárquicos.</a:t>
          </a:r>
          <a:endParaRPr lang="en-US"/>
        </a:p>
      </dgm:t>
    </dgm:pt>
    <dgm:pt modelId="{8EB2AC3B-EABC-479D-9FE3-91D1E6C89D5E}" type="parTrans" cxnId="{5FD88349-A979-4E3E-A409-D1DB5CB564F8}">
      <dgm:prSet/>
      <dgm:spPr/>
      <dgm:t>
        <a:bodyPr/>
        <a:lstStyle/>
        <a:p>
          <a:endParaRPr lang="en-US"/>
        </a:p>
      </dgm:t>
    </dgm:pt>
    <dgm:pt modelId="{129340DE-1907-4A79-9D07-FBA0FE4E7F4A}" type="sibTrans" cxnId="{5FD88349-A979-4E3E-A409-D1DB5CB564F8}">
      <dgm:prSet/>
      <dgm:spPr/>
      <dgm:t>
        <a:bodyPr/>
        <a:lstStyle/>
        <a:p>
          <a:endParaRPr lang="en-US"/>
        </a:p>
      </dgm:t>
    </dgm:pt>
    <dgm:pt modelId="{0B710D8D-0A03-4DAB-98EB-CC6C35EBBA1A}">
      <dgm:prSet/>
      <dgm:spPr/>
      <dgm:t>
        <a:bodyPr/>
        <a:lstStyle/>
        <a:p>
          <a:r>
            <a:rPr lang="es-AR" b="1"/>
            <a:t>Biomimética / Biónica:</a:t>
          </a:r>
          <a:r>
            <a:rPr lang="es-AR"/>
            <a:t> Solución de problemas tecnológicos mediante la imitación de estructuras y procesos naturales.</a:t>
          </a:r>
          <a:endParaRPr lang="en-US"/>
        </a:p>
      </dgm:t>
    </dgm:pt>
    <dgm:pt modelId="{B0ECB007-6467-4A30-8EAD-3AE5D29D6A42}" type="parTrans" cxnId="{F2832039-24F2-4EF1-B2D3-BA2490B355BC}">
      <dgm:prSet/>
      <dgm:spPr/>
      <dgm:t>
        <a:bodyPr/>
        <a:lstStyle/>
        <a:p>
          <a:endParaRPr lang="en-US"/>
        </a:p>
      </dgm:t>
    </dgm:pt>
    <dgm:pt modelId="{7189A2F8-0DCF-4401-876F-A07A676769CF}" type="sibTrans" cxnId="{F2832039-24F2-4EF1-B2D3-BA2490B355BC}">
      <dgm:prSet/>
      <dgm:spPr/>
      <dgm:t>
        <a:bodyPr/>
        <a:lstStyle/>
        <a:p>
          <a:endParaRPr lang="en-US"/>
        </a:p>
      </dgm:t>
    </dgm:pt>
    <dgm:pt modelId="{C0BE9AE5-1F76-4929-8735-4D3A11E634BD}">
      <dgm:prSet/>
      <dgm:spPr/>
      <dgm:t>
        <a:bodyPr/>
        <a:lstStyle/>
        <a:p>
          <a:r>
            <a:rPr lang="es-AR" b="1"/>
            <a:t>Mapas Mentales:</a:t>
          </a:r>
          <a:r>
            <a:rPr lang="es-AR"/>
            <a:t> Diagramas visuales que organizan información de manera no lineal, ayudando a encontrar conexiones entre conceptos.</a:t>
          </a:r>
          <a:endParaRPr lang="en-US"/>
        </a:p>
      </dgm:t>
    </dgm:pt>
    <dgm:pt modelId="{611C21DB-E71F-4F52-9DBA-A0DCCE0B7533}" type="parTrans" cxnId="{2F713E46-15FC-4C5B-ACC6-D19F1BF92F7A}">
      <dgm:prSet/>
      <dgm:spPr/>
      <dgm:t>
        <a:bodyPr/>
        <a:lstStyle/>
        <a:p>
          <a:endParaRPr lang="en-US"/>
        </a:p>
      </dgm:t>
    </dgm:pt>
    <dgm:pt modelId="{31BDE3E2-0750-4B19-9896-EA437F91A8E5}" type="sibTrans" cxnId="{2F713E46-15FC-4C5B-ACC6-D19F1BF92F7A}">
      <dgm:prSet/>
      <dgm:spPr/>
      <dgm:t>
        <a:bodyPr/>
        <a:lstStyle/>
        <a:p>
          <a:endParaRPr lang="en-US"/>
        </a:p>
      </dgm:t>
    </dgm:pt>
    <dgm:pt modelId="{8D6041A0-0C9D-43EA-8FA0-2623BED8B518}">
      <dgm:prSet/>
      <dgm:spPr/>
      <dgm:t>
        <a:bodyPr/>
        <a:lstStyle/>
        <a:p>
          <a:r>
            <a:rPr lang="es-AR" b="1"/>
            <a:t>Visualización de ideas:</a:t>
          </a:r>
          <a:r>
            <a:rPr lang="es-AR"/>
            <a:t> Uso de contenido audiovisual de diversas plataformas para inspirar y relacionar conceptos visuales con el problema a resolver.</a:t>
          </a:r>
          <a:endParaRPr lang="en-US"/>
        </a:p>
      </dgm:t>
    </dgm:pt>
    <dgm:pt modelId="{F9424C20-741C-46AB-BD7D-421B48DB65C5}" type="parTrans" cxnId="{0029FB3B-4928-4BA6-BD51-69DA80D331C6}">
      <dgm:prSet/>
      <dgm:spPr/>
      <dgm:t>
        <a:bodyPr/>
        <a:lstStyle/>
        <a:p>
          <a:endParaRPr lang="en-US"/>
        </a:p>
      </dgm:t>
    </dgm:pt>
    <dgm:pt modelId="{F3E4C3DD-4077-4963-B45B-17C791EC13F4}" type="sibTrans" cxnId="{0029FB3B-4928-4BA6-BD51-69DA80D331C6}">
      <dgm:prSet/>
      <dgm:spPr/>
      <dgm:t>
        <a:bodyPr/>
        <a:lstStyle/>
        <a:p>
          <a:endParaRPr lang="en-US"/>
        </a:p>
      </dgm:t>
    </dgm:pt>
    <dgm:pt modelId="{4C3D2575-C799-4A20-AA2D-229986259D98}">
      <dgm:prSet/>
      <dgm:spPr/>
      <dgm:t>
        <a:bodyPr/>
        <a:lstStyle/>
        <a:p>
          <a:r>
            <a:rPr lang="es-AR" b="1"/>
            <a:t>Análisis de Analogías:</a:t>
          </a:r>
          <a:r>
            <a:rPr lang="es-AR"/>
            <a:t> Comparar el problema actual con situaciones o productos de otros sectores para romper patrones de pensamiento convencional</a:t>
          </a:r>
          <a:endParaRPr lang="en-US"/>
        </a:p>
      </dgm:t>
    </dgm:pt>
    <dgm:pt modelId="{D832997F-4DB9-4BD0-803A-48C7487DFDC2}" type="parTrans" cxnId="{1D2A7AC0-5E8E-4186-AF98-F84B285BEB9E}">
      <dgm:prSet/>
      <dgm:spPr/>
      <dgm:t>
        <a:bodyPr/>
        <a:lstStyle/>
        <a:p>
          <a:endParaRPr lang="en-US"/>
        </a:p>
      </dgm:t>
    </dgm:pt>
    <dgm:pt modelId="{B528946F-5064-46C5-99E9-2700B0033C3E}" type="sibTrans" cxnId="{1D2A7AC0-5E8E-4186-AF98-F84B285BEB9E}">
      <dgm:prSet/>
      <dgm:spPr/>
      <dgm:t>
        <a:bodyPr/>
        <a:lstStyle/>
        <a:p>
          <a:endParaRPr lang="en-US"/>
        </a:p>
      </dgm:t>
    </dgm:pt>
    <dgm:pt modelId="{76880031-89F9-4631-A2F0-1A2022578475}" type="pres">
      <dgm:prSet presAssocID="{9F01CA06-0235-4332-9291-1D2FEB150D6F}" presName="vert0" presStyleCnt="0">
        <dgm:presLayoutVars>
          <dgm:dir/>
          <dgm:animOne val="branch"/>
          <dgm:animLvl val="lvl"/>
        </dgm:presLayoutVars>
      </dgm:prSet>
      <dgm:spPr/>
    </dgm:pt>
    <dgm:pt modelId="{D187E0BF-9D62-4D09-A0A6-052ED164DB03}" type="pres">
      <dgm:prSet presAssocID="{87732C7C-7000-4EF5-8321-8811DDB3F3F7}" presName="thickLine" presStyleLbl="alignNode1" presStyleIdx="0" presStyleCnt="7"/>
      <dgm:spPr/>
    </dgm:pt>
    <dgm:pt modelId="{0E6DD177-EBEF-443F-9122-53377A5AD415}" type="pres">
      <dgm:prSet presAssocID="{87732C7C-7000-4EF5-8321-8811DDB3F3F7}" presName="horz1" presStyleCnt="0"/>
      <dgm:spPr/>
    </dgm:pt>
    <dgm:pt modelId="{C4CAEEA7-1926-42BF-9FE5-0D52B090341E}" type="pres">
      <dgm:prSet presAssocID="{87732C7C-7000-4EF5-8321-8811DDB3F3F7}" presName="tx1" presStyleLbl="revTx" presStyleIdx="0" presStyleCnt="7"/>
      <dgm:spPr/>
    </dgm:pt>
    <dgm:pt modelId="{92035DCB-8BC8-495B-A69C-F15B87620D04}" type="pres">
      <dgm:prSet presAssocID="{87732C7C-7000-4EF5-8321-8811DDB3F3F7}" presName="vert1" presStyleCnt="0"/>
      <dgm:spPr/>
    </dgm:pt>
    <dgm:pt modelId="{3EA63907-25DF-46BC-A5CB-4712E98E6EA6}" type="pres">
      <dgm:prSet presAssocID="{7E508C5B-6AB6-4777-B45E-2B197A1D6941}" presName="thickLine" presStyleLbl="alignNode1" presStyleIdx="1" presStyleCnt="7"/>
      <dgm:spPr/>
    </dgm:pt>
    <dgm:pt modelId="{1E4BE150-46A7-4EAF-8175-DA5D13F7B2D2}" type="pres">
      <dgm:prSet presAssocID="{7E508C5B-6AB6-4777-B45E-2B197A1D6941}" presName="horz1" presStyleCnt="0"/>
      <dgm:spPr/>
    </dgm:pt>
    <dgm:pt modelId="{2F44553C-A92B-4D6E-9DCE-B3354E4CE73B}" type="pres">
      <dgm:prSet presAssocID="{7E508C5B-6AB6-4777-B45E-2B197A1D6941}" presName="tx1" presStyleLbl="revTx" presStyleIdx="1" presStyleCnt="7"/>
      <dgm:spPr/>
    </dgm:pt>
    <dgm:pt modelId="{73AD9ABE-205E-468E-A756-02A74594EF2C}" type="pres">
      <dgm:prSet presAssocID="{7E508C5B-6AB6-4777-B45E-2B197A1D6941}" presName="vert1" presStyleCnt="0"/>
      <dgm:spPr/>
    </dgm:pt>
    <dgm:pt modelId="{CB73AC3F-FC37-4881-A277-62148D03267E}" type="pres">
      <dgm:prSet presAssocID="{9EBEDDE7-B1C6-479C-B017-5F0B5EC8D42C}" presName="thickLine" presStyleLbl="alignNode1" presStyleIdx="2" presStyleCnt="7"/>
      <dgm:spPr/>
    </dgm:pt>
    <dgm:pt modelId="{8FA3322E-70B6-4278-8E86-7DE35B6AB1DB}" type="pres">
      <dgm:prSet presAssocID="{9EBEDDE7-B1C6-479C-B017-5F0B5EC8D42C}" presName="horz1" presStyleCnt="0"/>
      <dgm:spPr/>
    </dgm:pt>
    <dgm:pt modelId="{8DC61F94-64E4-42F7-B7E8-5609F7F53320}" type="pres">
      <dgm:prSet presAssocID="{9EBEDDE7-B1C6-479C-B017-5F0B5EC8D42C}" presName="tx1" presStyleLbl="revTx" presStyleIdx="2" presStyleCnt="7"/>
      <dgm:spPr/>
    </dgm:pt>
    <dgm:pt modelId="{F23B335B-6D8C-4BE4-91ED-EECB0F059C8D}" type="pres">
      <dgm:prSet presAssocID="{9EBEDDE7-B1C6-479C-B017-5F0B5EC8D42C}" presName="vert1" presStyleCnt="0"/>
      <dgm:spPr/>
    </dgm:pt>
    <dgm:pt modelId="{257798BB-1E24-46C5-AADB-215686853F5C}" type="pres">
      <dgm:prSet presAssocID="{0B710D8D-0A03-4DAB-98EB-CC6C35EBBA1A}" presName="thickLine" presStyleLbl="alignNode1" presStyleIdx="3" presStyleCnt="7"/>
      <dgm:spPr/>
    </dgm:pt>
    <dgm:pt modelId="{85034D34-9B5D-4FB7-9F25-50E5881FE62A}" type="pres">
      <dgm:prSet presAssocID="{0B710D8D-0A03-4DAB-98EB-CC6C35EBBA1A}" presName="horz1" presStyleCnt="0"/>
      <dgm:spPr/>
    </dgm:pt>
    <dgm:pt modelId="{70659FDB-1650-4CBB-AE84-A719532DF38A}" type="pres">
      <dgm:prSet presAssocID="{0B710D8D-0A03-4DAB-98EB-CC6C35EBBA1A}" presName="tx1" presStyleLbl="revTx" presStyleIdx="3" presStyleCnt="7"/>
      <dgm:spPr/>
    </dgm:pt>
    <dgm:pt modelId="{FA0AB818-8AE3-4DE0-8665-AFD74B1959E0}" type="pres">
      <dgm:prSet presAssocID="{0B710D8D-0A03-4DAB-98EB-CC6C35EBBA1A}" presName="vert1" presStyleCnt="0"/>
      <dgm:spPr/>
    </dgm:pt>
    <dgm:pt modelId="{7E3EA08E-2987-43FA-9D24-A1FE647FCC3A}" type="pres">
      <dgm:prSet presAssocID="{C0BE9AE5-1F76-4929-8735-4D3A11E634BD}" presName="thickLine" presStyleLbl="alignNode1" presStyleIdx="4" presStyleCnt="7"/>
      <dgm:spPr/>
    </dgm:pt>
    <dgm:pt modelId="{0D7C83E0-4986-4F24-98BD-AA664648235B}" type="pres">
      <dgm:prSet presAssocID="{C0BE9AE5-1F76-4929-8735-4D3A11E634BD}" presName="horz1" presStyleCnt="0"/>
      <dgm:spPr/>
    </dgm:pt>
    <dgm:pt modelId="{22A8E9B7-5EBA-4399-B2C7-A8D955F35FD6}" type="pres">
      <dgm:prSet presAssocID="{C0BE9AE5-1F76-4929-8735-4D3A11E634BD}" presName="tx1" presStyleLbl="revTx" presStyleIdx="4" presStyleCnt="7"/>
      <dgm:spPr/>
    </dgm:pt>
    <dgm:pt modelId="{2B994853-8690-46F4-BB2D-729BDB77BF69}" type="pres">
      <dgm:prSet presAssocID="{C0BE9AE5-1F76-4929-8735-4D3A11E634BD}" presName="vert1" presStyleCnt="0"/>
      <dgm:spPr/>
    </dgm:pt>
    <dgm:pt modelId="{24AC667C-D7ED-4702-A722-E7451702408A}" type="pres">
      <dgm:prSet presAssocID="{8D6041A0-0C9D-43EA-8FA0-2623BED8B518}" presName="thickLine" presStyleLbl="alignNode1" presStyleIdx="5" presStyleCnt="7"/>
      <dgm:spPr/>
    </dgm:pt>
    <dgm:pt modelId="{C143F09D-E233-4276-A4CE-EFDCDA5BD79B}" type="pres">
      <dgm:prSet presAssocID="{8D6041A0-0C9D-43EA-8FA0-2623BED8B518}" presName="horz1" presStyleCnt="0"/>
      <dgm:spPr/>
    </dgm:pt>
    <dgm:pt modelId="{E9D90B5E-B6F7-4CAC-B4D8-8451D08D0BD8}" type="pres">
      <dgm:prSet presAssocID="{8D6041A0-0C9D-43EA-8FA0-2623BED8B518}" presName="tx1" presStyleLbl="revTx" presStyleIdx="5" presStyleCnt="7"/>
      <dgm:spPr/>
    </dgm:pt>
    <dgm:pt modelId="{17C42089-52DC-43FF-801A-2B61BEB214A9}" type="pres">
      <dgm:prSet presAssocID="{8D6041A0-0C9D-43EA-8FA0-2623BED8B518}" presName="vert1" presStyleCnt="0"/>
      <dgm:spPr/>
    </dgm:pt>
    <dgm:pt modelId="{0E48D0D3-FC40-48E3-AED5-E8519614619B}" type="pres">
      <dgm:prSet presAssocID="{4C3D2575-C799-4A20-AA2D-229986259D98}" presName="thickLine" presStyleLbl="alignNode1" presStyleIdx="6" presStyleCnt="7"/>
      <dgm:spPr/>
    </dgm:pt>
    <dgm:pt modelId="{C2B67F4A-23A5-4716-9674-36268A9CDF77}" type="pres">
      <dgm:prSet presAssocID="{4C3D2575-C799-4A20-AA2D-229986259D98}" presName="horz1" presStyleCnt="0"/>
      <dgm:spPr/>
    </dgm:pt>
    <dgm:pt modelId="{7AC63CB0-290A-4068-8F8E-952293AA909A}" type="pres">
      <dgm:prSet presAssocID="{4C3D2575-C799-4A20-AA2D-229986259D98}" presName="tx1" presStyleLbl="revTx" presStyleIdx="6" presStyleCnt="7"/>
      <dgm:spPr/>
    </dgm:pt>
    <dgm:pt modelId="{7FDA711A-318E-4B96-86AC-B212CDE89191}" type="pres">
      <dgm:prSet presAssocID="{4C3D2575-C799-4A20-AA2D-229986259D98}" presName="vert1" presStyleCnt="0"/>
      <dgm:spPr/>
    </dgm:pt>
  </dgm:ptLst>
  <dgm:cxnLst>
    <dgm:cxn modelId="{61AF3402-8771-4491-AFB0-83D7DBBB7750}" type="presOf" srcId="{8D6041A0-0C9D-43EA-8FA0-2623BED8B518}" destId="{E9D90B5E-B6F7-4CAC-B4D8-8451D08D0BD8}" srcOrd="0" destOrd="0" presId="urn:microsoft.com/office/officeart/2008/layout/LinedList"/>
    <dgm:cxn modelId="{E9D32B1C-39AE-49EF-BC90-57D7E7D7C690}" type="presOf" srcId="{4C3D2575-C799-4A20-AA2D-229986259D98}" destId="{7AC63CB0-290A-4068-8F8E-952293AA909A}" srcOrd="0" destOrd="0" presId="urn:microsoft.com/office/officeart/2008/layout/LinedList"/>
    <dgm:cxn modelId="{F2832039-24F2-4EF1-B2D3-BA2490B355BC}" srcId="{9F01CA06-0235-4332-9291-1D2FEB150D6F}" destId="{0B710D8D-0A03-4DAB-98EB-CC6C35EBBA1A}" srcOrd="3" destOrd="0" parTransId="{B0ECB007-6467-4A30-8EAD-3AE5D29D6A42}" sibTransId="{7189A2F8-0DCF-4401-876F-A07A676769CF}"/>
    <dgm:cxn modelId="{0029FB3B-4928-4BA6-BD51-69DA80D331C6}" srcId="{9F01CA06-0235-4332-9291-1D2FEB150D6F}" destId="{8D6041A0-0C9D-43EA-8FA0-2623BED8B518}" srcOrd="5" destOrd="0" parTransId="{F9424C20-741C-46AB-BD7D-421B48DB65C5}" sibTransId="{F3E4C3DD-4077-4963-B45B-17C791EC13F4}"/>
    <dgm:cxn modelId="{DD5C9162-1F2C-42EB-A505-4D10B755F47A}" srcId="{9F01CA06-0235-4332-9291-1D2FEB150D6F}" destId="{7E508C5B-6AB6-4777-B45E-2B197A1D6941}" srcOrd="1" destOrd="0" parTransId="{7B8B873A-D6C5-40C6-AE73-81F6D9F04E80}" sibTransId="{E070FBFA-E9EC-4265-B1FB-11919FD68509}"/>
    <dgm:cxn modelId="{76DF7065-940E-4BBC-AE4D-841D166F29DD}" type="presOf" srcId="{0B710D8D-0A03-4DAB-98EB-CC6C35EBBA1A}" destId="{70659FDB-1650-4CBB-AE84-A719532DF38A}" srcOrd="0" destOrd="0" presId="urn:microsoft.com/office/officeart/2008/layout/LinedList"/>
    <dgm:cxn modelId="{2F713E46-15FC-4C5B-ACC6-D19F1BF92F7A}" srcId="{9F01CA06-0235-4332-9291-1D2FEB150D6F}" destId="{C0BE9AE5-1F76-4929-8735-4D3A11E634BD}" srcOrd="4" destOrd="0" parTransId="{611C21DB-E71F-4F52-9DBA-A0DCCE0B7533}" sibTransId="{31BDE3E2-0750-4B19-9896-EA437F91A8E5}"/>
    <dgm:cxn modelId="{5FD88349-A979-4E3E-A409-D1DB5CB564F8}" srcId="{9F01CA06-0235-4332-9291-1D2FEB150D6F}" destId="{9EBEDDE7-B1C6-479C-B017-5F0B5EC8D42C}" srcOrd="2" destOrd="0" parTransId="{8EB2AC3B-EABC-479D-9FE3-91D1E6C89D5E}" sibTransId="{129340DE-1907-4A79-9D07-FBA0FE4E7F4A}"/>
    <dgm:cxn modelId="{8AA3E349-AF31-4234-A047-9A2A8A299B93}" type="presOf" srcId="{87732C7C-7000-4EF5-8321-8811DDB3F3F7}" destId="{C4CAEEA7-1926-42BF-9FE5-0D52B090341E}" srcOrd="0" destOrd="0" presId="urn:microsoft.com/office/officeart/2008/layout/LinedList"/>
    <dgm:cxn modelId="{05C3B381-92DA-4FC1-AB8B-3F49CFB87FD8}" type="presOf" srcId="{9F01CA06-0235-4332-9291-1D2FEB150D6F}" destId="{76880031-89F9-4631-A2F0-1A2022578475}" srcOrd="0" destOrd="0" presId="urn:microsoft.com/office/officeart/2008/layout/LinedList"/>
    <dgm:cxn modelId="{80AEC8BB-E67D-45F0-8875-3E82A5293E95}" type="presOf" srcId="{C0BE9AE5-1F76-4929-8735-4D3A11E634BD}" destId="{22A8E9B7-5EBA-4399-B2C7-A8D955F35FD6}" srcOrd="0" destOrd="0" presId="urn:microsoft.com/office/officeart/2008/layout/LinedList"/>
    <dgm:cxn modelId="{1D2A7AC0-5E8E-4186-AF98-F84B285BEB9E}" srcId="{9F01CA06-0235-4332-9291-1D2FEB150D6F}" destId="{4C3D2575-C799-4A20-AA2D-229986259D98}" srcOrd="6" destOrd="0" parTransId="{D832997F-4DB9-4BD0-803A-48C7487DFDC2}" sibTransId="{B528946F-5064-46C5-99E9-2700B0033C3E}"/>
    <dgm:cxn modelId="{8FFE4FE1-7178-4EFD-96F8-8C573D826C46}" srcId="{9F01CA06-0235-4332-9291-1D2FEB150D6F}" destId="{87732C7C-7000-4EF5-8321-8811DDB3F3F7}" srcOrd="0" destOrd="0" parTransId="{791F4340-0617-4C5A-BFB7-D6F986128B05}" sibTransId="{AD79E182-F232-4376-91D6-C358733BD64B}"/>
    <dgm:cxn modelId="{A8B0AEE4-48E0-4DF5-80B7-76A034970A55}" type="presOf" srcId="{7E508C5B-6AB6-4777-B45E-2B197A1D6941}" destId="{2F44553C-A92B-4D6E-9DCE-B3354E4CE73B}" srcOrd="0" destOrd="0" presId="urn:microsoft.com/office/officeart/2008/layout/LinedList"/>
    <dgm:cxn modelId="{B30013F4-533D-48E2-BB6C-D90C040B97D0}" type="presOf" srcId="{9EBEDDE7-B1C6-479C-B017-5F0B5EC8D42C}" destId="{8DC61F94-64E4-42F7-B7E8-5609F7F53320}" srcOrd="0" destOrd="0" presId="urn:microsoft.com/office/officeart/2008/layout/LinedList"/>
    <dgm:cxn modelId="{63DB2C92-7E89-4D30-AF78-A0C39E60DCCC}" type="presParOf" srcId="{76880031-89F9-4631-A2F0-1A2022578475}" destId="{D187E0BF-9D62-4D09-A0A6-052ED164DB03}" srcOrd="0" destOrd="0" presId="urn:microsoft.com/office/officeart/2008/layout/LinedList"/>
    <dgm:cxn modelId="{EFD3F4B3-E5FD-49E6-916E-B3D5572F1A74}" type="presParOf" srcId="{76880031-89F9-4631-A2F0-1A2022578475}" destId="{0E6DD177-EBEF-443F-9122-53377A5AD415}" srcOrd="1" destOrd="0" presId="urn:microsoft.com/office/officeart/2008/layout/LinedList"/>
    <dgm:cxn modelId="{56785478-61E1-4C6B-8522-A1FB725ECA6F}" type="presParOf" srcId="{0E6DD177-EBEF-443F-9122-53377A5AD415}" destId="{C4CAEEA7-1926-42BF-9FE5-0D52B090341E}" srcOrd="0" destOrd="0" presId="urn:microsoft.com/office/officeart/2008/layout/LinedList"/>
    <dgm:cxn modelId="{84A64F20-60F5-4B85-A774-3C166779355D}" type="presParOf" srcId="{0E6DD177-EBEF-443F-9122-53377A5AD415}" destId="{92035DCB-8BC8-495B-A69C-F15B87620D04}" srcOrd="1" destOrd="0" presId="urn:microsoft.com/office/officeart/2008/layout/LinedList"/>
    <dgm:cxn modelId="{C04D1DC4-1A49-4B2A-922F-6FEBD11C8C39}" type="presParOf" srcId="{76880031-89F9-4631-A2F0-1A2022578475}" destId="{3EA63907-25DF-46BC-A5CB-4712E98E6EA6}" srcOrd="2" destOrd="0" presId="urn:microsoft.com/office/officeart/2008/layout/LinedList"/>
    <dgm:cxn modelId="{E055E55E-4A3A-4329-ACA1-D57BCBC66210}" type="presParOf" srcId="{76880031-89F9-4631-A2F0-1A2022578475}" destId="{1E4BE150-46A7-4EAF-8175-DA5D13F7B2D2}" srcOrd="3" destOrd="0" presId="urn:microsoft.com/office/officeart/2008/layout/LinedList"/>
    <dgm:cxn modelId="{88E6393A-EDE0-4329-808D-558C639ACC2A}" type="presParOf" srcId="{1E4BE150-46A7-4EAF-8175-DA5D13F7B2D2}" destId="{2F44553C-A92B-4D6E-9DCE-B3354E4CE73B}" srcOrd="0" destOrd="0" presId="urn:microsoft.com/office/officeart/2008/layout/LinedList"/>
    <dgm:cxn modelId="{E0599011-1732-4E20-8D8E-25CF840ED913}" type="presParOf" srcId="{1E4BE150-46A7-4EAF-8175-DA5D13F7B2D2}" destId="{73AD9ABE-205E-468E-A756-02A74594EF2C}" srcOrd="1" destOrd="0" presId="urn:microsoft.com/office/officeart/2008/layout/LinedList"/>
    <dgm:cxn modelId="{D0C83E79-A73D-4DA2-95D3-9D7B6B2724AA}" type="presParOf" srcId="{76880031-89F9-4631-A2F0-1A2022578475}" destId="{CB73AC3F-FC37-4881-A277-62148D03267E}" srcOrd="4" destOrd="0" presId="urn:microsoft.com/office/officeart/2008/layout/LinedList"/>
    <dgm:cxn modelId="{F08FDDFD-0D9A-4C3F-92C9-70D42280B885}" type="presParOf" srcId="{76880031-89F9-4631-A2F0-1A2022578475}" destId="{8FA3322E-70B6-4278-8E86-7DE35B6AB1DB}" srcOrd="5" destOrd="0" presId="urn:microsoft.com/office/officeart/2008/layout/LinedList"/>
    <dgm:cxn modelId="{F414F1C4-6238-4AE1-A8D2-FC6A29EB8440}" type="presParOf" srcId="{8FA3322E-70B6-4278-8E86-7DE35B6AB1DB}" destId="{8DC61F94-64E4-42F7-B7E8-5609F7F53320}" srcOrd="0" destOrd="0" presId="urn:microsoft.com/office/officeart/2008/layout/LinedList"/>
    <dgm:cxn modelId="{369BD751-9436-4617-9F03-769D034B8610}" type="presParOf" srcId="{8FA3322E-70B6-4278-8E86-7DE35B6AB1DB}" destId="{F23B335B-6D8C-4BE4-91ED-EECB0F059C8D}" srcOrd="1" destOrd="0" presId="urn:microsoft.com/office/officeart/2008/layout/LinedList"/>
    <dgm:cxn modelId="{2F00E285-BCD7-4E97-8FFE-3EC26E4D0083}" type="presParOf" srcId="{76880031-89F9-4631-A2F0-1A2022578475}" destId="{257798BB-1E24-46C5-AADB-215686853F5C}" srcOrd="6" destOrd="0" presId="urn:microsoft.com/office/officeart/2008/layout/LinedList"/>
    <dgm:cxn modelId="{1D7B011A-469E-4B31-A5D9-EC22EFA12765}" type="presParOf" srcId="{76880031-89F9-4631-A2F0-1A2022578475}" destId="{85034D34-9B5D-4FB7-9F25-50E5881FE62A}" srcOrd="7" destOrd="0" presId="urn:microsoft.com/office/officeart/2008/layout/LinedList"/>
    <dgm:cxn modelId="{2CBCAA15-2416-4EAD-8A35-0F444D238112}" type="presParOf" srcId="{85034D34-9B5D-4FB7-9F25-50E5881FE62A}" destId="{70659FDB-1650-4CBB-AE84-A719532DF38A}" srcOrd="0" destOrd="0" presId="urn:microsoft.com/office/officeart/2008/layout/LinedList"/>
    <dgm:cxn modelId="{60646AC6-A05F-42A6-A7AF-9283DC3A8B10}" type="presParOf" srcId="{85034D34-9B5D-4FB7-9F25-50E5881FE62A}" destId="{FA0AB818-8AE3-4DE0-8665-AFD74B1959E0}" srcOrd="1" destOrd="0" presId="urn:microsoft.com/office/officeart/2008/layout/LinedList"/>
    <dgm:cxn modelId="{E7615AC0-3035-4AF4-BFEA-5DFC9CBB7EA9}" type="presParOf" srcId="{76880031-89F9-4631-A2F0-1A2022578475}" destId="{7E3EA08E-2987-43FA-9D24-A1FE647FCC3A}" srcOrd="8" destOrd="0" presId="urn:microsoft.com/office/officeart/2008/layout/LinedList"/>
    <dgm:cxn modelId="{E3090E83-8712-4E18-9730-2C569382ED44}" type="presParOf" srcId="{76880031-89F9-4631-A2F0-1A2022578475}" destId="{0D7C83E0-4986-4F24-98BD-AA664648235B}" srcOrd="9" destOrd="0" presId="urn:microsoft.com/office/officeart/2008/layout/LinedList"/>
    <dgm:cxn modelId="{0C708C32-E5DC-496E-97C2-B95C668609C2}" type="presParOf" srcId="{0D7C83E0-4986-4F24-98BD-AA664648235B}" destId="{22A8E9B7-5EBA-4399-B2C7-A8D955F35FD6}" srcOrd="0" destOrd="0" presId="urn:microsoft.com/office/officeart/2008/layout/LinedList"/>
    <dgm:cxn modelId="{B212FB58-B3D0-4569-831D-853451198D61}" type="presParOf" srcId="{0D7C83E0-4986-4F24-98BD-AA664648235B}" destId="{2B994853-8690-46F4-BB2D-729BDB77BF69}" srcOrd="1" destOrd="0" presId="urn:microsoft.com/office/officeart/2008/layout/LinedList"/>
    <dgm:cxn modelId="{BCEABF44-D62A-4CBB-B9AE-80F056CDEF4B}" type="presParOf" srcId="{76880031-89F9-4631-A2F0-1A2022578475}" destId="{24AC667C-D7ED-4702-A722-E7451702408A}" srcOrd="10" destOrd="0" presId="urn:microsoft.com/office/officeart/2008/layout/LinedList"/>
    <dgm:cxn modelId="{6148D7C5-48CC-4561-B150-7D4C120AABF3}" type="presParOf" srcId="{76880031-89F9-4631-A2F0-1A2022578475}" destId="{C143F09D-E233-4276-A4CE-EFDCDA5BD79B}" srcOrd="11" destOrd="0" presId="urn:microsoft.com/office/officeart/2008/layout/LinedList"/>
    <dgm:cxn modelId="{39ED027B-72CB-4D2D-8DEC-9C695C37BA8B}" type="presParOf" srcId="{C143F09D-E233-4276-A4CE-EFDCDA5BD79B}" destId="{E9D90B5E-B6F7-4CAC-B4D8-8451D08D0BD8}" srcOrd="0" destOrd="0" presId="urn:microsoft.com/office/officeart/2008/layout/LinedList"/>
    <dgm:cxn modelId="{DA6F95AE-5CC6-4FB5-8A6A-08DC6326E607}" type="presParOf" srcId="{C143F09D-E233-4276-A4CE-EFDCDA5BD79B}" destId="{17C42089-52DC-43FF-801A-2B61BEB214A9}" srcOrd="1" destOrd="0" presId="urn:microsoft.com/office/officeart/2008/layout/LinedList"/>
    <dgm:cxn modelId="{477B471A-BF62-4215-9898-AD86E83C5465}" type="presParOf" srcId="{76880031-89F9-4631-A2F0-1A2022578475}" destId="{0E48D0D3-FC40-48E3-AED5-E8519614619B}" srcOrd="12" destOrd="0" presId="urn:microsoft.com/office/officeart/2008/layout/LinedList"/>
    <dgm:cxn modelId="{52CAF6B1-C730-4027-8F23-3B8A57B0F4A2}" type="presParOf" srcId="{76880031-89F9-4631-A2F0-1A2022578475}" destId="{C2B67F4A-23A5-4716-9674-36268A9CDF77}" srcOrd="13" destOrd="0" presId="urn:microsoft.com/office/officeart/2008/layout/LinedList"/>
    <dgm:cxn modelId="{0FFB3280-5A17-4C58-87CB-99E82F82BCFF}" type="presParOf" srcId="{C2B67F4A-23A5-4716-9674-36268A9CDF77}" destId="{7AC63CB0-290A-4068-8F8E-952293AA909A}" srcOrd="0" destOrd="0" presId="urn:microsoft.com/office/officeart/2008/layout/LinedList"/>
    <dgm:cxn modelId="{BA67E64F-DE8F-4EB6-82EF-3DABB0ACE75B}" type="presParOf" srcId="{C2B67F4A-23A5-4716-9674-36268A9CDF77}" destId="{7FDA711A-318E-4B96-86AC-B212CDE8919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846BEE-8729-4892-9FD6-18890BCFB5AB}" type="doc">
      <dgm:prSet loTypeId="urn:microsoft.com/office/officeart/2005/8/layout/bProcess2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EAC7B7C-9D94-478B-BB15-B349DEE1CEFE}">
      <dgm:prSet/>
      <dgm:spPr/>
      <dgm:t>
        <a:bodyPr/>
        <a:lstStyle/>
        <a:p>
          <a:r>
            <a:rPr lang="es-AR"/>
            <a:t>Para ustedes…</a:t>
          </a:r>
          <a:endParaRPr lang="en-US"/>
        </a:p>
      </dgm:t>
    </dgm:pt>
    <dgm:pt modelId="{03B925E8-74B2-41E4-8513-FC3E7F10F75A}" type="parTrans" cxnId="{5BB798FF-B8E2-4BF5-AB1A-2AE4E6D1B1F0}">
      <dgm:prSet/>
      <dgm:spPr/>
      <dgm:t>
        <a:bodyPr/>
        <a:lstStyle/>
        <a:p>
          <a:endParaRPr lang="en-US"/>
        </a:p>
      </dgm:t>
    </dgm:pt>
    <dgm:pt modelId="{37619ECB-5400-4E4F-BDD4-FFF3B262F090}" type="sibTrans" cxnId="{5BB798FF-B8E2-4BF5-AB1A-2AE4E6D1B1F0}">
      <dgm:prSet/>
      <dgm:spPr/>
      <dgm:t>
        <a:bodyPr/>
        <a:lstStyle/>
        <a:p>
          <a:endParaRPr lang="en-US"/>
        </a:p>
      </dgm:t>
    </dgm:pt>
    <dgm:pt modelId="{488B507B-F37E-4840-ACF3-535A154C9ED4}">
      <dgm:prSet/>
      <dgm:spPr/>
      <dgm:t>
        <a:bodyPr/>
        <a:lstStyle/>
        <a:p>
          <a:r>
            <a:rPr lang="es-MX" dirty="0"/>
            <a:t>¿Innovar es tener una buena idea… o hacer que funcione?</a:t>
          </a:r>
          <a:endParaRPr lang="en-US" dirty="0"/>
        </a:p>
      </dgm:t>
    </dgm:pt>
    <dgm:pt modelId="{AFEBDED6-E7F9-4069-90CF-3F54B658C121}" type="parTrans" cxnId="{4D87CBD7-7208-4D4B-8AD8-C8FCB0C594BB}">
      <dgm:prSet/>
      <dgm:spPr/>
      <dgm:t>
        <a:bodyPr/>
        <a:lstStyle/>
        <a:p>
          <a:endParaRPr lang="en-US"/>
        </a:p>
      </dgm:t>
    </dgm:pt>
    <dgm:pt modelId="{01A0AB77-A32F-4024-B516-5C08538D436B}" type="sibTrans" cxnId="{4D87CBD7-7208-4D4B-8AD8-C8FCB0C594BB}">
      <dgm:prSet/>
      <dgm:spPr/>
      <dgm:t>
        <a:bodyPr/>
        <a:lstStyle/>
        <a:p>
          <a:endParaRPr lang="en-US"/>
        </a:p>
      </dgm:t>
    </dgm:pt>
    <dgm:pt modelId="{724BB118-B2D2-4729-8AB1-8E1D8F4A8B4A}" type="pres">
      <dgm:prSet presAssocID="{72846BEE-8729-4892-9FD6-18890BCFB5AB}" presName="diagram" presStyleCnt="0">
        <dgm:presLayoutVars>
          <dgm:dir/>
          <dgm:resizeHandles/>
        </dgm:presLayoutVars>
      </dgm:prSet>
      <dgm:spPr/>
    </dgm:pt>
    <dgm:pt modelId="{C7AB2E4C-B7CA-40DE-B65F-E3F5FC119906}" type="pres">
      <dgm:prSet presAssocID="{0EAC7B7C-9D94-478B-BB15-B349DEE1CEFE}" presName="firstNode" presStyleLbl="node1" presStyleIdx="0" presStyleCnt="2">
        <dgm:presLayoutVars>
          <dgm:bulletEnabled val="1"/>
        </dgm:presLayoutVars>
      </dgm:prSet>
      <dgm:spPr/>
    </dgm:pt>
    <dgm:pt modelId="{AE834431-AF15-41BA-A749-7472113C6FC0}" type="pres">
      <dgm:prSet presAssocID="{37619ECB-5400-4E4F-BDD4-FFF3B262F090}" presName="sibTrans" presStyleLbl="sibTrans2D1" presStyleIdx="0" presStyleCnt="1"/>
      <dgm:spPr/>
    </dgm:pt>
    <dgm:pt modelId="{0006F44D-A1C8-4CDE-BA30-D5688C79E359}" type="pres">
      <dgm:prSet presAssocID="{488B507B-F37E-4840-ACF3-535A154C9ED4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BA161945-C9E9-4063-BDF1-42553B58472C}" type="presOf" srcId="{0EAC7B7C-9D94-478B-BB15-B349DEE1CEFE}" destId="{C7AB2E4C-B7CA-40DE-B65F-E3F5FC119906}" srcOrd="0" destOrd="0" presId="urn:microsoft.com/office/officeart/2005/8/layout/bProcess2"/>
    <dgm:cxn modelId="{0CAF5D6C-F226-48C6-9549-4F79E0024CDF}" type="presOf" srcId="{488B507B-F37E-4840-ACF3-535A154C9ED4}" destId="{0006F44D-A1C8-4CDE-BA30-D5688C79E359}" srcOrd="0" destOrd="0" presId="urn:microsoft.com/office/officeart/2005/8/layout/bProcess2"/>
    <dgm:cxn modelId="{B14532AE-B121-4F15-BD75-00D6BF9FA309}" type="presOf" srcId="{72846BEE-8729-4892-9FD6-18890BCFB5AB}" destId="{724BB118-B2D2-4729-8AB1-8E1D8F4A8B4A}" srcOrd="0" destOrd="0" presId="urn:microsoft.com/office/officeart/2005/8/layout/bProcess2"/>
    <dgm:cxn modelId="{28F39BAE-2663-495A-A437-B93EE45E9903}" type="presOf" srcId="{37619ECB-5400-4E4F-BDD4-FFF3B262F090}" destId="{AE834431-AF15-41BA-A749-7472113C6FC0}" srcOrd="0" destOrd="0" presId="urn:microsoft.com/office/officeart/2005/8/layout/bProcess2"/>
    <dgm:cxn modelId="{4D87CBD7-7208-4D4B-8AD8-C8FCB0C594BB}" srcId="{72846BEE-8729-4892-9FD6-18890BCFB5AB}" destId="{488B507B-F37E-4840-ACF3-535A154C9ED4}" srcOrd="1" destOrd="0" parTransId="{AFEBDED6-E7F9-4069-90CF-3F54B658C121}" sibTransId="{01A0AB77-A32F-4024-B516-5C08538D436B}"/>
    <dgm:cxn modelId="{5BB798FF-B8E2-4BF5-AB1A-2AE4E6D1B1F0}" srcId="{72846BEE-8729-4892-9FD6-18890BCFB5AB}" destId="{0EAC7B7C-9D94-478B-BB15-B349DEE1CEFE}" srcOrd="0" destOrd="0" parTransId="{03B925E8-74B2-41E4-8513-FC3E7F10F75A}" sibTransId="{37619ECB-5400-4E4F-BDD4-FFF3B262F090}"/>
    <dgm:cxn modelId="{AB463DBD-8D31-46D4-B367-FD25DC81CE78}" type="presParOf" srcId="{724BB118-B2D2-4729-8AB1-8E1D8F4A8B4A}" destId="{C7AB2E4C-B7CA-40DE-B65F-E3F5FC119906}" srcOrd="0" destOrd="0" presId="urn:microsoft.com/office/officeart/2005/8/layout/bProcess2"/>
    <dgm:cxn modelId="{892AE7EA-AB91-49CF-93C6-A8B679763F2F}" type="presParOf" srcId="{724BB118-B2D2-4729-8AB1-8E1D8F4A8B4A}" destId="{AE834431-AF15-41BA-A749-7472113C6FC0}" srcOrd="1" destOrd="0" presId="urn:microsoft.com/office/officeart/2005/8/layout/bProcess2"/>
    <dgm:cxn modelId="{49AF31D2-C3EF-4936-85C2-D8295DCE0541}" type="presParOf" srcId="{724BB118-B2D2-4729-8AB1-8E1D8F4A8B4A}" destId="{0006F44D-A1C8-4CDE-BA30-D5688C79E359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458CF2-A500-4507-BAD1-20C049D5C9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CE0DD7-2633-41A7-8C00-F1AABC326660}">
      <dgm:prSet/>
      <dgm:spPr/>
      <dgm:t>
        <a:bodyPr/>
        <a:lstStyle/>
        <a:p>
          <a:r>
            <a:rPr lang="es-AR" b="1"/>
            <a:t>Mejora y Eficiencia</a:t>
          </a:r>
          <a:r>
            <a:rPr lang="es-AR"/>
            <a:t>: Busca optimizar procesos existentes o crear nuevas formas de hacer las cosas para mayor productividad.</a:t>
          </a:r>
          <a:endParaRPr lang="en-US"/>
        </a:p>
      </dgm:t>
    </dgm:pt>
    <dgm:pt modelId="{552042B7-B88D-4407-854D-AB514C355477}" type="parTrans" cxnId="{6415BD3A-538B-40D3-88B8-02DA9919A2F8}">
      <dgm:prSet/>
      <dgm:spPr/>
      <dgm:t>
        <a:bodyPr/>
        <a:lstStyle/>
        <a:p>
          <a:endParaRPr lang="en-US"/>
        </a:p>
      </dgm:t>
    </dgm:pt>
    <dgm:pt modelId="{DD54AF45-CBCB-4CE1-A73E-1FCBCBC2B8B2}" type="sibTrans" cxnId="{6415BD3A-538B-40D3-88B8-02DA9919A2F8}">
      <dgm:prSet/>
      <dgm:spPr/>
      <dgm:t>
        <a:bodyPr/>
        <a:lstStyle/>
        <a:p>
          <a:endParaRPr lang="en-US"/>
        </a:p>
      </dgm:t>
    </dgm:pt>
    <dgm:pt modelId="{E249367D-8CC9-4A88-8937-3C1FD6FC9A51}">
      <dgm:prSet/>
      <dgm:spPr/>
      <dgm:t>
        <a:bodyPr/>
        <a:lstStyle/>
        <a:p>
          <a:r>
            <a:rPr lang="es-AR" b="1"/>
            <a:t>Impacto Económico</a:t>
          </a:r>
          <a:r>
            <a:rPr lang="es-AR"/>
            <a:t>: Actúa como motor de crecimiento al crear nuevas industrias y empleos.</a:t>
          </a:r>
          <a:endParaRPr lang="en-US"/>
        </a:p>
      </dgm:t>
    </dgm:pt>
    <dgm:pt modelId="{DEEF1CCD-787C-46F2-A153-03E9F1E19309}" type="parTrans" cxnId="{D0EFFB67-5C2D-43B8-9B0D-85E7D2D189B9}">
      <dgm:prSet/>
      <dgm:spPr/>
      <dgm:t>
        <a:bodyPr/>
        <a:lstStyle/>
        <a:p>
          <a:endParaRPr lang="en-US"/>
        </a:p>
      </dgm:t>
    </dgm:pt>
    <dgm:pt modelId="{07A45D05-7709-4C2D-B52E-215A129CB918}" type="sibTrans" cxnId="{D0EFFB67-5C2D-43B8-9B0D-85E7D2D189B9}">
      <dgm:prSet/>
      <dgm:spPr/>
      <dgm:t>
        <a:bodyPr/>
        <a:lstStyle/>
        <a:p>
          <a:endParaRPr lang="en-US"/>
        </a:p>
      </dgm:t>
    </dgm:pt>
    <dgm:pt modelId="{E84A016F-58C2-4865-99D7-5016FC493093}">
      <dgm:prSet/>
      <dgm:spPr/>
      <dgm:t>
        <a:bodyPr/>
        <a:lstStyle/>
        <a:p>
          <a:r>
            <a:rPr lang="es-AR" b="1"/>
            <a:t>Tipos</a:t>
          </a:r>
          <a:r>
            <a:rPr lang="es-AR"/>
            <a:t>: Puede ser incremental (mejoras constantes como nuevos modelos de smartphones) o disruptiva (cambia el mercado, ej. blockchain, inteligencia artificial).</a:t>
          </a:r>
          <a:endParaRPr lang="en-US"/>
        </a:p>
      </dgm:t>
    </dgm:pt>
    <dgm:pt modelId="{370F46B6-109C-49C5-8CD7-CD5805F0D974}" type="parTrans" cxnId="{C25E60DA-8C7B-43AF-8C1F-46680C8DE7DD}">
      <dgm:prSet/>
      <dgm:spPr/>
      <dgm:t>
        <a:bodyPr/>
        <a:lstStyle/>
        <a:p>
          <a:endParaRPr lang="en-US"/>
        </a:p>
      </dgm:t>
    </dgm:pt>
    <dgm:pt modelId="{E9062F10-8E18-4965-AB84-F583920A9818}" type="sibTrans" cxnId="{C25E60DA-8C7B-43AF-8C1F-46680C8DE7DD}">
      <dgm:prSet/>
      <dgm:spPr/>
      <dgm:t>
        <a:bodyPr/>
        <a:lstStyle/>
        <a:p>
          <a:endParaRPr lang="en-US"/>
        </a:p>
      </dgm:t>
    </dgm:pt>
    <dgm:pt modelId="{D89AC65B-27E4-4C62-8423-D794E429379B}">
      <dgm:prSet/>
      <dgm:spPr/>
      <dgm:t>
        <a:bodyPr/>
        <a:lstStyle/>
        <a:p>
          <a:r>
            <a:rPr lang="es-AR" b="1"/>
            <a:t>Aplicación Práctica</a:t>
          </a:r>
          <a:r>
            <a:rPr lang="es-AR"/>
            <a:t>: No es solo una idea, sino la implementación exitosa de la tecnología en el mercado. </a:t>
          </a:r>
          <a:endParaRPr lang="en-US"/>
        </a:p>
      </dgm:t>
    </dgm:pt>
    <dgm:pt modelId="{4A77B9FC-D7E3-4D69-AA94-4369D2240D25}" type="parTrans" cxnId="{2752DD30-8201-4757-95BC-D3AFF2103D3B}">
      <dgm:prSet/>
      <dgm:spPr/>
      <dgm:t>
        <a:bodyPr/>
        <a:lstStyle/>
        <a:p>
          <a:endParaRPr lang="en-US"/>
        </a:p>
      </dgm:t>
    </dgm:pt>
    <dgm:pt modelId="{F462A8B3-32B6-44E3-99C9-38F4DDB68B33}" type="sibTrans" cxnId="{2752DD30-8201-4757-95BC-D3AFF2103D3B}">
      <dgm:prSet/>
      <dgm:spPr/>
      <dgm:t>
        <a:bodyPr/>
        <a:lstStyle/>
        <a:p>
          <a:endParaRPr lang="en-US"/>
        </a:p>
      </dgm:t>
    </dgm:pt>
    <dgm:pt modelId="{8834042C-496E-4CAD-A3F9-F549851E890F}" type="pres">
      <dgm:prSet presAssocID="{EA458CF2-A500-4507-BAD1-20C049D5C91D}" presName="root" presStyleCnt="0">
        <dgm:presLayoutVars>
          <dgm:dir/>
          <dgm:resizeHandles val="exact"/>
        </dgm:presLayoutVars>
      </dgm:prSet>
      <dgm:spPr/>
    </dgm:pt>
    <dgm:pt modelId="{18E981F2-43A4-4B3A-8D7D-FF8C4185B6FD}" type="pres">
      <dgm:prSet presAssocID="{F2CE0DD7-2633-41A7-8C00-F1AABC326660}" presName="compNode" presStyleCnt="0"/>
      <dgm:spPr/>
    </dgm:pt>
    <dgm:pt modelId="{AA745DFF-34D5-4CBD-A682-738F4522E9CB}" type="pres">
      <dgm:prSet presAssocID="{F2CE0DD7-2633-41A7-8C00-F1AABC326660}" presName="bgRect" presStyleLbl="bgShp" presStyleIdx="0" presStyleCnt="4"/>
      <dgm:spPr/>
    </dgm:pt>
    <dgm:pt modelId="{3473B316-0623-473F-8E94-E2D746397426}" type="pres">
      <dgm:prSet presAssocID="{F2CE0DD7-2633-41A7-8C00-F1AABC32666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D304B51-570F-47FA-8AAF-F0E2A072F309}" type="pres">
      <dgm:prSet presAssocID="{F2CE0DD7-2633-41A7-8C00-F1AABC326660}" presName="spaceRect" presStyleCnt="0"/>
      <dgm:spPr/>
    </dgm:pt>
    <dgm:pt modelId="{C2D6FF3D-6B21-4FCC-AA98-3F36D8481A6A}" type="pres">
      <dgm:prSet presAssocID="{F2CE0DD7-2633-41A7-8C00-F1AABC326660}" presName="parTx" presStyleLbl="revTx" presStyleIdx="0" presStyleCnt="4">
        <dgm:presLayoutVars>
          <dgm:chMax val="0"/>
          <dgm:chPref val="0"/>
        </dgm:presLayoutVars>
      </dgm:prSet>
      <dgm:spPr/>
    </dgm:pt>
    <dgm:pt modelId="{09F9713D-AB44-441F-9BDC-D0EA47E2EE1C}" type="pres">
      <dgm:prSet presAssocID="{DD54AF45-CBCB-4CE1-A73E-1FCBCBC2B8B2}" presName="sibTrans" presStyleCnt="0"/>
      <dgm:spPr/>
    </dgm:pt>
    <dgm:pt modelId="{182BF652-8972-44FC-A9DC-C749884A329B}" type="pres">
      <dgm:prSet presAssocID="{E249367D-8CC9-4A88-8937-3C1FD6FC9A51}" presName="compNode" presStyleCnt="0"/>
      <dgm:spPr/>
    </dgm:pt>
    <dgm:pt modelId="{45E42AF3-4BAC-422C-B9D5-633906BA76C3}" type="pres">
      <dgm:prSet presAssocID="{E249367D-8CC9-4A88-8937-3C1FD6FC9A51}" presName="bgRect" presStyleLbl="bgShp" presStyleIdx="1" presStyleCnt="4"/>
      <dgm:spPr/>
    </dgm:pt>
    <dgm:pt modelId="{101D4842-5C64-4226-8922-974968A5D8E9}" type="pres">
      <dgm:prSet presAssocID="{E249367D-8CC9-4A88-8937-3C1FD6FC9A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26668873-4ACB-44C2-A12C-B93457BEA17A}" type="pres">
      <dgm:prSet presAssocID="{E249367D-8CC9-4A88-8937-3C1FD6FC9A51}" presName="spaceRect" presStyleCnt="0"/>
      <dgm:spPr/>
    </dgm:pt>
    <dgm:pt modelId="{120A3512-AF23-4225-AA55-FB0F8A3DE1D9}" type="pres">
      <dgm:prSet presAssocID="{E249367D-8CC9-4A88-8937-3C1FD6FC9A51}" presName="parTx" presStyleLbl="revTx" presStyleIdx="1" presStyleCnt="4">
        <dgm:presLayoutVars>
          <dgm:chMax val="0"/>
          <dgm:chPref val="0"/>
        </dgm:presLayoutVars>
      </dgm:prSet>
      <dgm:spPr/>
    </dgm:pt>
    <dgm:pt modelId="{F5ED7474-A925-4608-A7BA-A05B81DAA79C}" type="pres">
      <dgm:prSet presAssocID="{07A45D05-7709-4C2D-B52E-215A129CB918}" presName="sibTrans" presStyleCnt="0"/>
      <dgm:spPr/>
    </dgm:pt>
    <dgm:pt modelId="{7AE6ED20-9F9B-4ECC-A8BB-816FECCEEBF7}" type="pres">
      <dgm:prSet presAssocID="{E84A016F-58C2-4865-99D7-5016FC493093}" presName="compNode" presStyleCnt="0"/>
      <dgm:spPr/>
    </dgm:pt>
    <dgm:pt modelId="{A95DEF76-6086-417A-A84B-7AF3B6D51D99}" type="pres">
      <dgm:prSet presAssocID="{E84A016F-58C2-4865-99D7-5016FC493093}" presName="bgRect" presStyleLbl="bgShp" presStyleIdx="2" presStyleCnt="4"/>
      <dgm:spPr/>
    </dgm:pt>
    <dgm:pt modelId="{16C203BF-137E-4A55-B17D-CCFFA22CC3DB}" type="pres">
      <dgm:prSet presAssocID="{E84A016F-58C2-4865-99D7-5016FC4930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764D60E-BA91-440A-9822-732C7A881731}" type="pres">
      <dgm:prSet presAssocID="{E84A016F-58C2-4865-99D7-5016FC493093}" presName="spaceRect" presStyleCnt="0"/>
      <dgm:spPr/>
    </dgm:pt>
    <dgm:pt modelId="{537123B8-E27A-4DDB-9E9E-BB2F44FAF9FF}" type="pres">
      <dgm:prSet presAssocID="{E84A016F-58C2-4865-99D7-5016FC493093}" presName="parTx" presStyleLbl="revTx" presStyleIdx="2" presStyleCnt="4">
        <dgm:presLayoutVars>
          <dgm:chMax val="0"/>
          <dgm:chPref val="0"/>
        </dgm:presLayoutVars>
      </dgm:prSet>
      <dgm:spPr/>
    </dgm:pt>
    <dgm:pt modelId="{A3975297-6F35-4B18-8F97-9BC5C023EF3D}" type="pres">
      <dgm:prSet presAssocID="{E9062F10-8E18-4965-AB84-F583920A9818}" presName="sibTrans" presStyleCnt="0"/>
      <dgm:spPr/>
    </dgm:pt>
    <dgm:pt modelId="{EC455609-EA3C-4C14-A45E-66B2FAC58E5C}" type="pres">
      <dgm:prSet presAssocID="{D89AC65B-27E4-4C62-8423-D794E429379B}" presName="compNode" presStyleCnt="0"/>
      <dgm:spPr/>
    </dgm:pt>
    <dgm:pt modelId="{765C29B2-927B-4857-953E-B46CE8E989B2}" type="pres">
      <dgm:prSet presAssocID="{D89AC65B-27E4-4C62-8423-D794E429379B}" presName="bgRect" presStyleLbl="bgShp" presStyleIdx="3" presStyleCnt="4"/>
      <dgm:spPr/>
    </dgm:pt>
    <dgm:pt modelId="{AA74BF39-154D-46EA-A467-64B7D0E5B69E}" type="pres">
      <dgm:prSet presAssocID="{D89AC65B-27E4-4C62-8423-D794E42937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mbilla"/>
        </a:ext>
      </dgm:extLst>
    </dgm:pt>
    <dgm:pt modelId="{F079D0AE-D19A-4854-84F1-436857415E99}" type="pres">
      <dgm:prSet presAssocID="{D89AC65B-27E4-4C62-8423-D794E429379B}" presName="spaceRect" presStyleCnt="0"/>
      <dgm:spPr/>
    </dgm:pt>
    <dgm:pt modelId="{432EAFC2-0FAC-41FD-9455-F1167799F7D1}" type="pres">
      <dgm:prSet presAssocID="{D89AC65B-27E4-4C62-8423-D794E429379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00A052D-CF7C-43BC-96AD-BA0C601B3A25}" type="presOf" srcId="{EA458CF2-A500-4507-BAD1-20C049D5C91D}" destId="{8834042C-496E-4CAD-A3F9-F549851E890F}" srcOrd="0" destOrd="0" presId="urn:microsoft.com/office/officeart/2018/2/layout/IconVerticalSolidList"/>
    <dgm:cxn modelId="{2752DD30-8201-4757-95BC-D3AFF2103D3B}" srcId="{EA458CF2-A500-4507-BAD1-20C049D5C91D}" destId="{D89AC65B-27E4-4C62-8423-D794E429379B}" srcOrd="3" destOrd="0" parTransId="{4A77B9FC-D7E3-4D69-AA94-4369D2240D25}" sibTransId="{F462A8B3-32B6-44E3-99C9-38F4DDB68B33}"/>
    <dgm:cxn modelId="{6415BD3A-538B-40D3-88B8-02DA9919A2F8}" srcId="{EA458CF2-A500-4507-BAD1-20C049D5C91D}" destId="{F2CE0DD7-2633-41A7-8C00-F1AABC326660}" srcOrd="0" destOrd="0" parTransId="{552042B7-B88D-4407-854D-AB514C355477}" sibTransId="{DD54AF45-CBCB-4CE1-A73E-1FCBCBC2B8B2}"/>
    <dgm:cxn modelId="{D0EFFB67-5C2D-43B8-9B0D-85E7D2D189B9}" srcId="{EA458CF2-A500-4507-BAD1-20C049D5C91D}" destId="{E249367D-8CC9-4A88-8937-3C1FD6FC9A51}" srcOrd="1" destOrd="0" parTransId="{DEEF1CCD-787C-46F2-A153-03E9F1E19309}" sibTransId="{07A45D05-7709-4C2D-B52E-215A129CB918}"/>
    <dgm:cxn modelId="{16A066A0-35D5-4BA1-A92F-4A188393B8A6}" type="presOf" srcId="{E249367D-8CC9-4A88-8937-3C1FD6FC9A51}" destId="{120A3512-AF23-4225-AA55-FB0F8A3DE1D9}" srcOrd="0" destOrd="0" presId="urn:microsoft.com/office/officeart/2018/2/layout/IconVerticalSolidList"/>
    <dgm:cxn modelId="{F458F0A4-EC97-4B3B-A492-3D54A839FD95}" type="presOf" srcId="{E84A016F-58C2-4865-99D7-5016FC493093}" destId="{537123B8-E27A-4DDB-9E9E-BB2F44FAF9FF}" srcOrd="0" destOrd="0" presId="urn:microsoft.com/office/officeart/2018/2/layout/IconVerticalSolidList"/>
    <dgm:cxn modelId="{101083AB-0DDA-45D1-8F28-5B428F473EB6}" type="presOf" srcId="{F2CE0DD7-2633-41A7-8C00-F1AABC326660}" destId="{C2D6FF3D-6B21-4FCC-AA98-3F36D8481A6A}" srcOrd="0" destOrd="0" presId="urn:microsoft.com/office/officeart/2018/2/layout/IconVerticalSolidList"/>
    <dgm:cxn modelId="{8CD867B8-4931-4B8F-A6C8-96E6552D0280}" type="presOf" srcId="{D89AC65B-27E4-4C62-8423-D794E429379B}" destId="{432EAFC2-0FAC-41FD-9455-F1167799F7D1}" srcOrd="0" destOrd="0" presId="urn:microsoft.com/office/officeart/2018/2/layout/IconVerticalSolidList"/>
    <dgm:cxn modelId="{C25E60DA-8C7B-43AF-8C1F-46680C8DE7DD}" srcId="{EA458CF2-A500-4507-BAD1-20C049D5C91D}" destId="{E84A016F-58C2-4865-99D7-5016FC493093}" srcOrd="2" destOrd="0" parTransId="{370F46B6-109C-49C5-8CD7-CD5805F0D974}" sibTransId="{E9062F10-8E18-4965-AB84-F583920A9818}"/>
    <dgm:cxn modelId="{CF6BE451-7C22-4137-A91C-B3F3EA0EA13E}" type="presParOf" srcId="{8834042C-496E-4CAD-A3F9-F549851E890F}" destId="{18E981F2-43A4-4B3A-8D7D-FF8C4185B6FD}" srcOrd="0" destOrd="0" presId="urn:microsoft.com/office/officeart/2018/2/layout/IconVerticalSolidList"/>
    <dgm:cxn modelId="{89EDD922-B3D3-4AE1-B252-934B8E741B2A}" type="presParOf" srcId="{18E981F2-43A4-4B3A-8D7D-FF8C4185B6FD}" destId="{AA745DFF-34D5-4CBD-A682-738F4522E9CB}" srcOrd="0" destOrd="0" presId="urn:microsoft.com/office/officeart/2018/2/layout/IconVerticalSolidList"/>
    <dgm:cxn modelId="{886A3AAA-6D0F-4A70-98A3-118DE165D753}" type="presParOf" srcId="{18E981F2-43A4-4B3A-8D7D-FF8C4185B6FD}" destId="{3473B316-0623-473F-8E94-E2D746397426}" srcOrd="1" destOrd="0" presId="urn:microsoft.com/office/officeart/2018/2/layout/IconVerticalSolidList"/>
    <dgm:cxn modelId="{067FFC34-ADDA-4A81-B5C5-23CB15D74244}" type="presParOf" srcId="{18E981F2-43A4-4B3A-8D7D-FF8C4185B6FD}" destId="{7D304B51-570F-47FA-8AAF-F0E2A072F309}" srcOrd="2" destOrd="0" presId="urn:microsoft.com/office/officeart/2018/2/layout/IconVerticalSolidList"/>
    <dgm:cxn modelId="{F040E149-F95F-418F-99CF-39F08D856C32}" type="presParOf" srcId="{18E981F2-43A4-4B3A-8D7D-FF8C4185B6FD}" destId="{C2D6FF3D-6B21-4FCC-AA98-3F36D8481A6A}" srcOrd="3" destOrd="0" presId="urn:microsoft.com/office/officeart/2018/2/layout/IconVerticalSolidList"/>
    <dgm:cxn modelId="{D144731A-810C-4E07-B182-A4FED3F6FDB6}" type="presParOf" srcId="{8834042C-496E-4CAD-A3F9-F549851E890F}" destId="{09F9713D-AB44-441F-9BDC-D0EA47E2EE1C}" srcOrd="1" destOrd="0" presId="urn:microsoft.com/office/officeart/2018/2/layout/IconVerticalSolidList"/>
    <dgm:cxn modelId="{67B3C96A-0E96-445E-8E98-4B704E325EF8}" type="presParOf" srcId="{8834042C-496E-4CAD-A3F9-F549851E890F}" destId="{182BF652-8972-44FC-A9DC-C749884A329B}" srcOrd="2" destOrd="0" presId="urn:microsoft.com/office/officeart/2018/2/layout/IconVerticalSolidList"/>
    <dgm:cxn modelId="{0BF8589D-067B-4380-8D60-A9460096B077}" type="presParOf" srcId="{182BF652-8972-44FC-A9DC-C749884A329B}" destId="{45E42AF3-4BAC-422C-B9D5-633906BA76C3}" srcOrd="0" destOrd="0" presId="urn:microsoft.com/office/officeart/2018/2/layout/IconVerticalSolidList"/>
    <dgm:cxn modelId="{76FD3A0E-8464-49D2-94F0-AD438712CFBD}" type="presParOf" srcId="{182BF652-8972-44FC-A9DC-C749884A329B}" destId="{101D4842-5C64-4226-8922-974968A5D8E9}" srcOrd="1" destOrd="0" presId="urn:microsoft.com/office/officeart/2018/2/layout/IconVerticalSolidList"/>
    <dgm:cxn modelId="{7345C271-60EC-4F8A-948F-871966BB7875}" type="presParOf" srcId="{182BF652-8972-44FC-A9DC-C749884A329B}" destId="{26668873-4ACB-44C2-A12C-B93457BEA17A}" srcOrd="2" destOrd="0" presId="urn:microsoft.com/office/officeart/2018/2/layout/IconVerticalSolidList"/>
    <dgm:cxn modelId="{AA1F14F5-8F32-4838-94CF-87DEA3A8D8AE}" type="presParOf" srcId="{182BF652-8972-44FC-A9DC-C749884A329B}" destId="{120A3512-AF23-4225-AA55-FB0F8A3DE1D9}" srcOrd="3" destOrd="0" presId="urn:microsoft.com/office/officeart/2018/2/layout/IconVerticalSolidList"/>
    <dgm:cxn modelId="{5BE3DA6A-A679-49FF-9B8E-CA85466C0466}" type="presParOf" srcId="{8834042C-496E-4CAD-A3F9-F549851E890F}" destId="{F5ED7474-A925-4608-A7BA-A05B81DAA79C}" srcOrd="3" destOrd="0" presId="urn:microsoft.com/office/officeart/2018/2/layout/IconVerticalSolidList"/>
    <dgm:cxn modelId="{8CD41B7C-FB06-4348-970F-B32F41AB7E4C}" type="presParOf" srcId="{8834042C-496E-4CAD-A3F9-F549851E890F}" destId="{7AE6ED20-9F9B-4ECC-A8BB-816FECCEEBF7}" srcOrd="4" destOrd="0" presId="urn:microsoft.com/office/officeart/2018/2/layout/IconVerticalSolidList"/>
    <dgm:cxn modelId="{E9CBE0E8-E3BD-4B19-A0D2-AE34304996C1}" type="presParOf" srcId="{7AE6ED20-9F9B-4ECC-A8BB-816FECCEEBF7}" destId="{A95DEF76-6086-417A-A84B-7AF3B6D51D99}" srcOrd="0" destOrd="0" presId="urn:microsoft.com/office/officeart/2018/2/layout/IconVerticalSolidList"/>
    <dgm:cxn modelId="{0F6C5D39-6B2F-47C4-9E5D-6D5750EC8606}" type="presParOf" srcId="{7AE6ED20-9F9B-4ECC-A8BB-816FECCEEBF7}" destId="{16C203BF-137E-4A55-B17D-CCFFA22CC3DB}" srcOrd="1" destOrd="0" presId="urn:microsoft.com/office/officeart/2018/2/layout/IconVerticalSolidList"/>
    <dgm:cxn modelId="{48086B82-25F9-4E6F-A4C1-772E98F83700}" type="presParOf" srcId="{7AE6ED20-9F9B-4ECC-A8BB-816FECCEEBF7}" destId="{5764D60E-BA91-440A-9822-732C7A881731}" srcOrd="2" destOrd="0" presId="urn:microsoft.com/office/officeart/2018/2/layout/IconVerticalSolidList"/>
    <dgm:cxn modelId="{61AF1BCC-CACB-42B6-B343-DD31F857205B}" type="presParOf" srcId="{7AE6ED20-9F9B-4ECC-A8BB-816FECCEEBF7}" destId="{537123B8-E27A-4DDB-9E9E-BB2F44FAF9FF}" srcOrd="3" destOrd="0" presId="urn:microsoft.com/office/officeart/2018/2/layout/IconVerticalSolidList"/>
    <dgm:cxn modelId="{3FEDAEB3-DC3C-4C2C-B1F4-351076E45ACA}" type="presParOf" srcId="{8834042C-496E-4CAD-A3F9-F549851E890F}" destId="{A3975297-6F35-4B18-8F97-9BC5C023EF3D}" srcOrd="5" destOrd="0" presId="urn:microsoft.com/office/officeart/2018/2/layout/IconVerticalSolidList"/>
    <dgm:cxn modelId="{8A2BE119-DB6A-47E0-92E2-DBD4D8559EEC}" type="presParOf" srcId="{8834042C-496E-4CAD-A3F9-F549851E890F}" destId="{EC455609-EA3C-4C14-A45E-66B2FAC58E5C}" srcOrd="6" destOrd="0" presId="urn:microsoft.com/office/officeart/2018/2/layout/IconVerticalSolidList"/>
    <dgm:cxn modelId="{E9E6E2DF-FE94-4EB7-AA6D-C39BD062F2CF}" type="presParOf" srcId="{EC455609-EA3C-4C14-A45E-66B2FAC58E5C}" destId="{765C29B2-927B-4857-953E-B46CE8E989B2}" srcOrd="0" destOrd="0" presId="urn:microsoft.com/office/officeart/2018/2/layout/IconVerticalSolidList"/>
    <dgm:cxn modelId="{3F74827D-E8EE-4304-8E4C-6F4B7CED83B4}" type="presParOf" srcId="{EC455609-EA3C-4C14-A45E-66B2FAC58E5C}" destId="{AA74BF39-154D-46EA-A467-64B7D0E5B69E}" srcOrd="1" destOrd="0" presId="urn:microsoft.com/office/officeart/2018/2/layout/IconVerticalSolidList"/>
    <dgm:cxn modelId="{BADD7F53-A755-406E-B179-3FA36AC74A11}" type="presParOf" srcId="{EC455609-EA3C-4C14-A45E-66B2FAC58E5C}" destId="{F079D0AE-D19A-4854-84F1-436857415E99}" srcOrd="2" destOrd="0" presId="urn:microsoft.com/office/officeart/2018/2/layout/IconVerticalSolidList"/>
    <dgm:cxn modelId="{067E765A-D2D9-4099-BE8C-B78A2D8487BE}" type="presParOf" srcId="{EC455609-EA3C-4C14-A45E-66B2FAC58E5C}" destId="{432EAFC2-0FAC-41FD-9455-F1167799F7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57D1ABB-9373-422A-95FB-C95815A81B3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CF10A4-5245-4D90-9E08-32C229511E99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dirty="0"/>
            <a:t>Ventaja competitiva</a:t>
          </a:r>
          <a:r>
            <a:rPr lang="es-AR" dirty="0"/>
            <a:t>: Diferenciación frente a la competencia.</a:t>
          </a:r>
          <a:endParaRPr lang="en-US" dirty="0"/>
        </a:p>
      </dgm:t>
    </dgm:pt>
    <dgm:pt modelId="{73F45CB6-93F2-48DE-9740-66B19F6D3DC7}" type="parTrans" cxnId="{0D00EF45-CBDD-4609-AF06-F108C4EE30F8}">
      <dgm:prSet/>
      <dgm:spPr/>
      <dgm:t>
        <a:bodyPr/>
        <a:lstStyle/>
        <a:p>
          <a:endParaRPr lang="en-US"/>
        </a:p>
      </dgm:t>
    </dgm:pt>
    <dgm:pt modelId="{528E9398-93DA-4B29-872C-6B797D6F4230}" type="sibTrans" cxnId="{0D00EF45-CBDD-4609-AF06-F108C4EE30F8}">
      <dgm:prSet/>
      <dgm:spPr/>
      <dgm:t>
        <a:bodyPr/>
        <a:lstStyle/>
        <a:p>
          <a:endParaRPr lang="en-US"/>
        </a:p>
      </dgm:t>
    </dgm:pt>
    <dgm:pt modelId="{6FD4389D-B12C-40B3-81DE-D0D171202838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dirty="0"/>
            <a:t>Mejor experiencia de cliente</a:t>
          </a:r>
          <a:r>
            <a:rPr lang="es-AR" dirty="0"/>
            <a:t>: Soluciones como </a:t>
          </a:r>
          <a:r>
            <a:rPr lang="es-AR" dirty="0" err="1"/>
            <a:t>chatbots</a:t>
          </a:r>
          <a:r>
            <a:rPr lang="es-AR" dirty="0"/>
            <a:t> o IA.</a:t>
          </a:r>
          <a:endParaRPr lang="en-US" dirty="0"/>
        </a:p>
      </dgm:t>
    </dgm:pt>
    <dgm:pt modelId="{CB48C2E6-9B3B-4A65-9E95-BE8DF71217FD}" type="parTrans" cxnId="{595133ED-AB25-4E65-A86A-FA18691B82FD}">
      <dgm:prSet/>
      <dgm:spPr/>
      <dgm:t>
        <a:bodyPr/>
        <a:lstStyle/>
        <a:p>
          <a:endParaRPr lang="en-US"/>
        </a:p>
      </dgm:t>
    </dgm:pt>
    <dgm:pt modelId="{5A0A3960-0643-48A2-88F8-B4EB445AB2FB}" type="sibTrans" cxnId="{595133ED-AB25-4E65-A86A-FA18691B82FD}">
      <dgm:prSet/>
      <dgm:spPr/>
      <dgm:t>
        <a:bodyPr/>
        <a:lstStyle/>
        <a:p>
          <a:endParaRPr lang="en-US"/>
        </a:p>
      </dgm:t>
    </dgm:pt>
    <dgm:pt modelId="{DB3CF97E-0A08-4323-BB1C-1626A9073022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dirty="0"/>
            <a:t>Sostenibilidad</a:t>
          </a:r>
          <a:r>
            <a:rPr lang="es-AR" dirty="0"/>
            <a:t>: Creación de soluciones más respetuosas con el medio ambiente</a:t>
          </a:r>
          <a:endParaRPr lang="en-US" dirty="0"/>
        </a:p>
      </dgm:t>
    </dgm:pt>
    <dgm:pt modelId="{BC104328-728F-48BF-A34D-07581925811A}" type="parTrans" cxnId="{4849099F-7B5F-4AC9-B079-28D83B2B5DDD}">
      <dgm:prSet/>
      <dgm:spPr/>
      <dgm:t>
        <a:bodyPr/>
        <a:lstStyle/>
        <a:p>
          <a:endParaRPr lang="en-US"/>
        </a:p>
      </dgm:t>
    </dgm:pt>
    <dgm:pt modelId="{ABFF69A9-809E-4ACE-899D-F2A51F294D6B}" type="sibTrans" cxnId="{4849099F-7B5F-4AC9-B079-28D83B2B5DDD}">
      <dgm:prSet/>
      <dgm:spPr/>
      <dgm:t>
        <a:bodyPr/>
        <a:lstStyle/>
        <a:p>
          <a:endParaRPr lang="en-US"/>
        </a:p>
      </dgm:t>
    </dgm:pt>
    <dgm:pt modelId="{43E49EC4-0284-41A9-8A0B-43E225D16D86}" type="pres">
      <dgm:prSet presAssocID="{157D1ABB-9373-422A-95FB-C95815A81B3C}" presName="root" presStyleCnt="0">
        <dgm:presLayoutVars>
          <dgm:dir/>
          <dgm:resizeHandles val="exact"/>
        </dgm:presLayoutVars>
      </dgm:prSet>
      <dgm:spPr/>
    </dgm:pt>
    <dgm:pt modelId="{E9A1FD50-7914-43A7-ADA9-E4B471F379B5}" type="pres">
      <dgm:prSet presAssocID="{F0CF10A4-5245-4D90-9E08-32C229511E99}" presName="compNode" presStyleCnt="0"/>
      <dgm:spPr/>
    </dgm:pt>
    <dgm:pt modelId="{F04CF071-B2AD-4828-B503-3014975537B5}" type="pres">
      <dgm:prSet presAssocID="{F0CF10A4-5245-4D90-9E08-32C229511E99}" presName="bgRect" presStyleLbl="bgShp" presStyleIdx="0" presStyleCnt="3"/>
      <dgm:spPr>
        <a:solidFill>
          <a:srgbClr val="00B050"/>
        </a:solidFill>
      </dgm:spPr>
    </dgm:pt>
    <dgm:pt modelId="{FC8ADB32-A072-421E-A9FF-EB8A830E03D9}" type="pres">
      <dgm:prSet presAssocID="{F0CF10A4-5245-4D90-9E08-32C229511E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ministración de contratación"/>
        </a:ext>
      </dgm:extLst>
    </dgm:pt>
    <dgm:pt modelId="{2B238BA5-2BED-4B99-B353-455396020E8E}" type="pres">
      <dgm:prSet presAssocID="{F0CF10A4-5245-4D90-9E08-32C229511E99}" presName="spaceRect" presStyleCnt="0"/>
      <dgm:spPr/>
    </dgm:pt>
    <dgm:pt modelId="{364288FB-CDE8-4FDB-A6CC-25FDE006F47E}" type="pres">
      <dgm:prSet presAssocID="{F0CF10A4-5245-4D90-9E08-32C229511E99}" presName="parTx" presStyleLbl="revTx" presStyleIdx="0" presStyleCnt="3">
        <dgm:presLayoutVars>
          <dgm:chMax val="0"/>
          <dgm:chPref val="0"/>
        </dgm:presLayoutVars>
      </dgm:prSet>
      <dgm:spPr/>
    </dgm:pt>
    <dgm:pt modelId="{75ACA0F3-91C5-44CB-A3DA-E5C8969545F5}" type="pres">
      <dgm:prSet presAssocID="{528E9398-93DA-4B29-872C-6B797D6F4230}" presName="sibTrans" presStyleCnt="0"/>
      <dgm:spPr/>
    </dgm:pt>
    <dgm:pt modelId="{4664DFEE-5018-4ED5-8640-D08C06AAD91A}" type="pres">
      <dgm:prSet presAssocID="{6FD4389D-B12C-40B3-81DE-D0D171202838}" presName="compNode" presStyleCnt="0"/>
      <dgm:spPr/>
    </dgm:pt>
    <dgm:pt modelId="{4E0F4C70-3F3E-4602-94B7-C6E561621088}" type="pres">
      <dgm:prSet presAssocID="{6FD4389D-B12C-40B3-81DE-D0D171202838}" presName="bgRect" presStyleLbl="bgShp" presStyleIdx="1" presStyleCnt="3"/>
      <dgm:spPr>
        <a:solidFill>
          <a:srgbClr val="FF0000"/>
        </a:solidFill>
      </dgm:spPr>
    </dgm:pt>
    <dgm:pt modelId="{F9A3139F-607B-4558-95D7-7D419367B84A}" type="pres">
      <dgm:prSet presAssocID="{6FD4389D-B12C-40B3-81DE-D0D1712028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licación Customer Insights de CRM"/>
        </a:ext>
      </dgm:extLst>
    </dgm:pt>
    <dgm:pt modelId="{DC4CAD2D-EF42-49B2-944E-E68763F44817}" type="pres">
      <dgm:prSet presAssocID="{6FD4389D-B12C-40B3-81DE-D0D171202838}" presName="spaceRect" presStyleCnt="0"/>
      <dgm:spPr/>
    </dgm:pt>
    <dgm:pt modelId="{6325B256-5CAB-4199-B84D-2C7AB7E307B7}" type="pres">
      <dgm:prSet presAssocID="{6FD4389D-B12C-40B3-81DE-D0D171202838}" presName="parTx" presStyleLbl="revTx" presStyleIdx="1" presStyleCnt="3">
        <dgm:presLayoutVars>
          <dgm:chMax val="0"/>
          <dgm:chPref val="0"/>
        </dgm:presLayoutVars>
      </dgm:prSet>
      <dgm:spPr/>
    </dgm:pt>
    <dgm:pt modelId="{9B430AFF-2AE9-4926-BEAC-82744056DE17}" type="pres">
      <dgm:prSet presAssocID="{5A0A3960-0643-48A2-88F8-B4EB445AB2FB}" presName="sibTrans" presStyleCnt="0"/>
      <dgm:spPr/>
    </dgm:pt>
    <dgm:pt modelId="{BF8907F9-2F9A-4542-827B-EC203D9561E5}" type="pres">
      <dgm:prSet presAssocID="{DB3CF97E-0A08-4323-BB1C-1626A9073022}" presName="compNode" presStyleCnt="0"/>
      <dgm:spPr/>
    </dgm:pt>
    <dgm:pt modelId="{4C7A7732-35B9-4B7A-B392-E23A590FD3E8}" type="pres">
      <dgm:prSet presAssocID="{DB3CF97E-0A08-4323-BB1C-1626A9073022}" presName="bgRect" presStyleLbl="bgShp" presStyleIdx="2" presStyleCnt="3"/>
      <dgm:spPr>
        <a:solidFill>
          <a:srgbClr val="FFFF00"/>
        </a:solidFill>
      </dgm:spPr>
    </dgm:pt>
    <dgm:pt modelId="{6F5A8AD6-24A3-452B-8383-F4BFA988F441}" type="pres">
      <dgm:prSet presAssocID="{DB3CF97E-0A08-4323-BB1C-1626A90730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Source"/>
        </a:ext>
      </dgm:extLst>
    </dgm:pt>
    <dgm:pt modelId="{6CDB7DAB-63D2-43F5-A096-2A5E2875BE53}" type="pres">
      <dgm:prSet presAssocID="{DB3CF97E-0A08-4323-BB1C-1626A9073022}" presName="spaceRect" presStyleCnt="0"/>
      <dgm:spPr/>
    </dgm:pt>
    <dgm:pt modelId="{4FB2596A-0720-4AB8-9965-CE4DBA67D85E}" type="pres">
      <dgm:prSet presAssocID="{DB3CF97E-0A08-4323-BB1C-1626A907302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D00EF45-CBDD-4609-AF06-F108C4EE30F8}" srcId="{157D1ABB-9373-422A-95FB-C95815A81B3C}" destId="{F0CF10A4-5245-4D90-9E08-32C229511E99}" srcOrd="0" destOrd="0" parTransId="{73F45CB6-93F2-48DE-9740-66B19F6D3DC7}" sibTransId="{528E9398-93DA-4B29-872C-6B797D6F4230}"/>
    <dgm:cxn modelId="{FE0D9553-2217-4189-BBAB-AC5F343EE1F8}" type="presOf" srcId="{157D1ABB-9373-422A-95FB-C95815A81B3C}" destId="{43E49EC4-0284-41A9-8A0B-43E225D16D86}" srcOrd="0" destOrd="0" presId="urn:microsoft.com/office/officeart/2018/2/layout/IconVerticalSolidList"/>
    <dgm:cxn modelId="{5796C97A-64A7-4679-89FF-6E14C27F8E9E}" type="presOf" srcId="{F0CF10A4-5245-4D90-9E08-32C229511E99}" destId="{364288FB-CDE8-4FDB-A6CC-25FDE006F47E}" srcOrd="0" destOrd="0" presId="urn:microsoft.com/office/officeart/2018/2/layout/IconVerticalSolidList"/>
    <dgm:cxn modelId="{4849099F-7B5F-4AC9-B079-28D83B2B5DDD}" srcId="{157D1ABB-9373-422A-95FB-C95815A81B3C}" destId="{DB3CF97E-0A08-4323-BB1C-1626A9073022}" srcOrd="2" destOrd="0" parTransId="{BC104328-728F-48BF-A34D-07581925811A}" sibTransId="{ABFF69A9-809E-4ACE-899D-F2A51F294D6B}"/>
    <dgm:cxn modelId="{8E00B5E4-70F0-4D4B-BC59-A48729F3996C}" type="presOf" srcId="{6FD4389D-B12C-40B3-81DE-D0D171202838}" destId="{6325B256-5CAB-4199-B84D-2C7AB7E307B7}" srcOrd="0" destOrd="0" presId="urn:microsoft.com/office/officeart/2018/2/layout/IconVerticalSolidList"/>
    <dgm:cxn modelId="{595133ED-AB25-4E65-A86A-FA18691B82FD}" srcId="{157D1ABB-9373-422A-95FB-C95815A81B3C}" destId="{6FD4389D-B12C-40B3-81DE-D0D171202838}" srcOrd="1" destOrd="0" parTransId="{CB48C2E6-9B3B-4A65-9E95-BE8DF71217FD}" sibTransId="{5A0A3960-0643-48A2-88F8-B4EB445AB2FB}"/>
    <dgm:cxn modelId="{89F74AFA-29A1-4C18-A214-E06DAE394AA1}" type="presOf" srcId="{DB3CF97E-0A08-4323-BB1C-1626A9073022}" destId="{4FB2596A-0720-4AB8-9965-CE4DBA67D85E}" srcOrd="0" destOrd="0" presId="urn:microsoft.com/office/officeart/2018/2/layout/IconVerticalSolidList"/>
    <dgm:cxn modelId="{B5FCC25B-3B1F-40B9-8A9C-E9A8E44A7BC0}" type="presParOf" srcId="{43E49EC4-0284-41A9-8A0B-43E225D16D86}" destId="{E9A1FD50-7914-43A7-ADA9-E4B471F379B5}" srcOrd="0" destOrd="0" presId="urn:microsoft.com/office/officeart/2018/2/layout/IconVerticalSolidList"/>
    <dgm:cxn modelId="{883008A9-C992-4F93-BC2E-6949EC6AF563}" type="presParOf" srcId="{E9A1FD50-7914-43A7-ADA9-E4B471F379B5}" destId="{F04CF071-B2AD-4828-B503-3014975537B5}" srcOrd="0" destOrd="0" presId="urn:microsoft.com/office/officeart/2018/2/layout/IconVerticalSolidList"/>
    <dgm:cxn modelId="{1EEB8011-D667-4B5F-BCFD-F49EA3CD0F42}" type="presParOf" srcId="{E9A1FD50-7914-43A7-ADA9-E4B471F379B5}" destId="{FC8ADB32-A072-421E-A9FF-EB8A830E03D9}" srcOrd="1" destOrd="0" presId="urn:microsoft.com/office/officeart/2018/2/layout/IconVerticalSolidList"/>
    <dgm:cxn modelId="{76168EDC-727D-4ACC-9CCD-797A2E908037}" type="presParOf" srcId="{E9A1FD50-7914-43A7-ADA9-E4B471F379B5}" destId="{2B238BA5-2BED-4B99-B353-455396020E8E}" srcOrd="2" destOrd="0" presId="urn:microsoft.com/office/officeart/2018/2/layout/IconVerticalSolidList"/>
    <dgm:cxn modelId="{D3B670E1-0A4C-4AA6-9621-2E8E75DBEBCA}" type="presParOf" srcId="{E9A1FD50-7914-43A7-ADA9-E4B471F379B5}" destId="{364288FB-CDE8-4FDB-A6CC-25FDE006F47E}" srcOrd="3" destOrd="0" presId="urn:microsoft.com/office/officeart/2018/2/layout/IconVerticalSolidList"/>
    <dgm:cxn modelId="{8639602A-7F8A-41AB-84F6-8727960941E9}" type="presParOf" srcId="{43E49EC4-0284-41A9-8A0B-43E225D16D86}" destId="{75ACA0F3-91C5-44CB-A3DA-E5C8969545F5}" srcOrd="1" destOrd="0" presId="urn:microsoft.com/office/officeart/2018/2/layout/IconVerticalSolidList"/>
    <dgm:cxn modelId="{91E5C877-425F-444E-8B9F-D8F15FDD1816}" type="presParOf" srcId="{43E49EC4-0284-41A9-8A0B-43E225D16D86}" destId="{4664DFEE-5018-4ED5-8640-D08C06AAD91A}" srcOrd="2" destOrd="0" presId="urn:microsoft.com/office/officeart/2018/2/layout/IconVerticalSolidList"/>
    <dgm:cxn modelId="{A252DBAE-B639-4C21-B91E-8A7CF3845A72}" type="presParOf" srcId="{4664DFEE-5018-4ED5-8640-D08C06AAD91A}" destId="{4E0F4C70-3F3E-4602-94B7-C6E561621088}" srcOrd="0" destOrd="0" presId="urn:microsoft.com/office/officeart/2018/2/layout/IconVerticalSolidList"/>
    <dgm:cxn modelId="{AEA12931-50E6-456D-B1E6-74FA1CB12E35}" type="presParOf" srcId="{4664DFEE-5018-4ED5-8640-D08C06AAD91A}" destId="{F9A3139F-607B-4558-95D7-7D419367B84A}" srcOrd="1" destOrd="0" presId="urn:microsoft.com/office/officeart/2018/2/layout/IconVerticalSolidList"/>
    <dgm:cxn modelId="{513AB407-BF34-45EF-AC6C-43D541A38729}" type="presParOf" srcId="{4664DFEE-5018-4ED5-8640-D08C06AAD91A}" destId="{DC4CAD2D-EF42-49B2-944E-E68763F44817}" srcOrd="2" destOrd="0" presId="urn:microsoft.com/office/officeart/2018/2/layout/IconVerticalSolidList"/>
    <dgm:cxn modelId="{976E6D0A-59AD-41A6-A34F-8CBD66C06333}" type="presParOf" srcId="{4664DFEE-5018-4ED5-8640-D08C06AAD91A}" destId="{6325B256-5CAB-4199-B84D-2C7AB7E307B7}" srcOrd="3" destOrd="0" presId="urn:microsoft.com/office/officeart/2018/2/layout/IconVerticalSolidList"/>
    <dgm:cxn modelId="{3C9DB0B0-E732-495E-B7B4-22831FDCCDF0}" type="presParOf" srcId="{43E49EC4-0284-41A9-8A0B-43E225D16D86}" destId="{9B430AFF-2AE9-4926-BEAC-82744056DE17}" srcOrd="3" destOrd="0" presId="urn:microsoft.com/office/officeart/2018/2/layout/IconVerticalSolidList"/>
    <dgm:cxn modelId="{9DDB25A6-0DC2-408C-9380-9949EC07FD56}" type="presParOf" srcId="{43E49EC4-0284-41A9-8A0B-43E225D16D86}" destId="{BF8907F9-2F9A-4542-827B-EC203D9561E5}" srcOrd="4" destOrd="0" presId="urn:microsoft.com/office/officeart/2018/2/layout/IconVerticalSolidList"/>
    <dgm:cxn modelId="{8F78D67E-00D8-4992-B747-C9B83FD17D98}" type="presParOf" srcId="{BF8907F9-2F9A-4542-827B-EC203D9561E5}" destId="{4C7A7732-35B9-4B7A-B392-E23A590FD3E8}" srcOrd="0" destOrd="0" presId="urn:microsoft.com/office/officeart/2018/2/layout/IconVerticalSolidList"/>
    <dgm:cxn modelId="{F0B08263-1FD9-4F28-B990-A2612CD01961}" type="presParOf" srcId="{BF8907F9-2F9A-4542-827B-EC203D9561E5}" destId="{6F5A8AD6-24A3-452B-8383-F4BFA988F441}" srcOrd="1" destOrd="0" presId="urn:microsoft.com/office/officeart/2018/2/layout/IconVerticalSolidList"/>
    <dgm:cxn modelId="{860709CF-C95C-4F1A-A6DC-A7CE7D5F13EF}" type="presParOf" srcId="{BF8907F9-2F9A-4542-827B-EC203D9561E5}" destId="{6CDB7DAB-63D2-43F5-A096-2A5E2875BE53}" srcOrd="2" destOrd="0" presId="urn:microsoft.com/office/officeart/2018/2/layout/IconVerticalSolidList"/>
    <dgm:cxn modelId="{A7871D91-1714-435C-B49B-A9872B806DC6}" type="presParOf" srcId="{BF8907F9-2F9A-4542-827B-EC203D9561E5}" destId="{4FB2596A-0720-4AB8-9965-CE4DBA67D8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1F0E3F-4B26-4F44-910F-21B3D0B2B7E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BD3278-C9DA-486B-9E73-02C706FCFF51}">
      <dgm:prSet/>
      <dgm:spPr/>
      <dgm:t>
        <a:bodyPr/>
        <a:lstStyle/>
        <a:p>
          <a:r>
            <a:rPr lang="es-AR" b="1"/>
            <a:t>Novedad y Creatividad:</a:t>
          </a:r>
          <a:r>
            <a:rPr lang="es-AR"/>
            <a:t> No se limita a copiar, sino que genera ideas originales, nuevos productos o mejoras sustanciales en los existentes, basándose en conceptos originales.</a:t>
          </a:r>
          <a:endParaRPr lang="en-US"/>
        </a:p>
      </dgm:t>
    </dgm:pt>
    <dgm:pt modelId="{85F70B88-4AAC-423D-B5B9-0D37B0DE3C4C}" type="parTrans" cxnId="{4762301E-A62F-45F2-97E7-E489BA14334A}">
      <dgm:prSet/>
      <dgm:spPr/>
      <dgm:t>
        <a:bodyPr/>
        <a:lstStyle/>
        <a:p>
          <a:endParaRPr lang="en-US"/>
        </a:p>
      </dgm:t>
    </dgm:pt>
    <dgm:pt modelId="{37695EBF-E505-46CA-98A9-0C1CB635090A}" type="sibTrans" cxnId="{4762301E-A62F-45F2-97E7-E489BA14334A}">
      <dgm:prSet/>
      <dgm:spPr/>
      <dgm:t>
        <a:bodyPr/>
        <a:lstStyle/>
        <a:p>
          <a:endParaRPr lang="en-US"/>
        </a:p>
      </dgm:t>
    </dgm:pt>
    <dgm:pt modelId="{45D54700-6622-4B15-9128-F2E82C957757}">
      <dgm:prSet/>
      <dgm:spPr/>
      <dgm:t>
        <a:bodyPr/>
        <a:lstStyle/>
        <a:p>
          <a:r>
            <a:rPr lang="es-AR" b="1"/>
            <a:t>Proceso Sistemático y Planificado:</a:t>
          </a:r>
          <a:r>
            <a:rPr lang="es-AR"/>
            <a:t> Implica investigación, desarrollo, presupuestos y una planificación estructurada (I+D+i).</a:t>
          </a:r>
          <a:endParaRPr lang="en-US"/>
        </a:p>
      </dgm:t>
    </dgm:pt>
    <dgm:pt modelId="{FA833A59-33D1-4403-87E2-445E490E53CD}" type="parTrans" cxnId="{0BA9E392-342D-41A3-ACEC-7E8D924987D5}">
      <dgm:prSet/>
      <dgm:spPr/>
      <dgm:t>
        <a:bodyPr/>
        <a:lstStyle/>
        <a:p>
          <a:endParaRPr lang="en-US"/>
        </a:p>
      </dgm:t>
    </dgm:pt>
    <dgm:pt modelId="{AE959DB8-5E8D-4185-99BA-C3219986E2EB}" type="sibTrans" cxnId="{0BA9E392-342D-41A3-ACEC-7E8D924987D5}">
      <dgm:prSet/>
      <dgm:spPr/>
      <dgm:t>
        <a:bodyPr/>
        <a:lstStyle/>
        <a:p>
          <a:endParaRPr lang="en-US"/>
        </a:p>
      </dgm:t>
    </dgm:pt>
    <dgm:pt modelId="{6E756559-95E9-41A3-AC7A-0964AC6ACA71}">
      <dgm:prSet/>
      <dgm:spPr/>
      <dgm:t>
        <a:bodyPr/>
        <a:lstStyle/>
        <a:p>
          <a:r>
            <a:rPr lang="es-AR" b="1"/>
            <a:t>Orientada a la Mejora (Eficiencia y Productividad):</a:t>
          </a:r>
          <a:r>
            <a:rPr lang="es-AR"/>
            <a:t> Busca mejorar procesos, reducir costes operativos y aumentar la productividad o calidad de productos y servicios.</a:t>
          </a:r>
          <a:endParaRPr lang="en-US"/>
        </a:p>
      </dgm:t>
    </dgm:pt>
    <dgm:pt modelId="{078C3F74-DDAA-49EC-9919-CE6020AC4D3E}" type="parTrans" cxnId="{4B1247F8-8551-4FE1-A5F6-2DBB2443D54E}">
      <dgm:prSet/>
      <dgm:spPr/>
      <dgm:t>
        <a:bodyPr/>
        <a:lstStyle/>
        <a:p>
          <a:endParaRPr lang="en-US"/>
        </a:p>
      </dgm:t>
    </dgm:pt>
    <dgm:pt modelId="{38D38582-9A80-4D9D-AC34-99956A259EE5}" type="sibTrans" cxnId="{4B1247F8-8551-4FE1-A5F6-2DBB2443D54E}">
      <dgm:prSet/>
      <dgm:spPr/>
      <dgm:t>
        <a:bodyPr/>
        <a:lstStyle/>
        <a:p>
          <a:endParaRPr lang="en-US"/>
        </a:p>
      </dgm:t>
    </dgm:pt>
    <dgm:pt modelId="{DB968C25-EF02-41C9-8456-320ECE7E98DB}">
      <dgm:prSet/>
      <dgm:spPr/>
      <dgm:t>
        <a:bodyPr/>
        <a:lstStyle/>
        <a:p>
          <a:r>
            <a:rPr lang="es-AR" b="1"/>
            <a:t>Incertidumbre y Riesgo:</a:t>
          </a:r>
          <a:r>
            <a:rPr lang="es-AR"/>
            <a:t> Al tratar con tecnologías nuevas o aplicaciones originales, el resultado final no es garantizado y conlleva riesgos.</a:t>
          </a:r>
          <a:endParaRPr lang="en-US"/>
        </a:p>
      </dgm:t>
    </dgm:pt>
    <dgm:pt modelId="{2AB1DD2B-C2E7-4482-84F3-78EAAEB17A38}" type="parTrans" cxnId="{7ED33D60-D4CA-4678-B681-8CA7BFC5CB1C}">
      <dgm:prSet/>
      <dgm:spPr/>
      <dgm:t>
        <a:bodyPr/>
        <a:lstStyle/>
        <a:p>
          <a:endParaRPr lang="en-US"/>
        </a:p>
      </dgm:t>
    </dgm:pt>
    <dgm:pt modelId="{8BC919F4-4E3D-4BB9-AD9C-356F4409FEDB}" type="sibTrans" cxnId="{7ED33D60-D4CA-4678-B681-8CA7BFC5CB1C}">
      <dgm:prSet/>
      <dgm:spPr/>
      <dgm:t>
        <a:bodyPr/>
        <a:lstStyle/>
        <a:p>
          <a:endParaRPr lang="en-US"/>
        </a:p>
      </dgm:t>
    </dgm:pt>
    <dgm:pt modelId="{FB99F4F4-6001-4C24-8BBD-E39D9F70C496}">
      <dgm:prSet/>
      <dgm:spPr/>
      <dgm:t>
        <a:bodyPr/>
        <a:lstStyle/>
        <a:p>
          <a:r>
            <a:rPr lang="es-AR" b="1"/>
            <a:t>Característica Iterativa:</a:t>
          </a:r>
          <a:r>
            <a:rPr lang="es-AR"/>
            <a:t> Es un proceso de mejora constante y evolución de ideas, influenciado por la retroalimentación de los usuarios y el mercado.</a:t>
          </a:r>
          <a:endParaRPr lang="en-US"/>
        </a:p>
      </dgm:t>
    </dgm:pt>
    <dgm:pt modelId="{82D053F7-6176-4CC5-97A4-631626EF1E02}" type="parTrans" cxnId="{F58339B9-21DF-4C28-8433-ABDAE1E30E46}">
      <dgm:prSet/>
      <dgm:spPr/>
      <dgm:t>
        <a:bodyPr/>
        <a:lstStyle/>
        <a:p>
          <a:endParaRPr lang="en-US"/>
        </a:p>
      </dgm:t>
    </dgm:pt>
    <dgm:pt modelId="{1B1258E1-DFF1-499D-84D9-4EBF8389CC05}" type="sibTrans" cxnId="{F58339B9-21DF-4C28-8433-ABDAE1E30E46}">
      <dgm:prSet/>
      <dgm:spPr/>
      <dgm:t>
        <a:bodyPr/>
        <a:lstStyle/>
        <a:p>
          <a:endParaRPr lang="en-US"/>
        </a:p>
      </dgm:t>
    </dgm:pt>
    <dgm:pt modelId="{BB1E8060-EE65-464C-9AB7-44734A34BB7D}">
      <dgm:prSet/>
      <dgm:spPr/>
      <dgm:t>
        <a:bodyPr/>
        <a:lstStyle/>
        <a:p>
          <a:r>
            <a:rPr lang="es-AR" b="1"/>
            <a:t>Efecto de "Rendimientos Crecientes":</a:t>
          </a:r>
          <a:r>
            <a:rPr lang="es-AR"/>
            <a:t> Las tecnologías tienden a ser más eficaces a medida que son más adoptadas y utilizadas.</a:t>
          </a:r>
          <a:endParaRPr lang="en-US"/>
        </a:p>
      </dgm:t>
    </dgm:pt>
    <dgm:pt modelId="{C6CD09E6-5213-4F68-A6BB-468997A67E5F}" type="parTrans" cxnId="{110E2E9B-3833-496F-8D51-F6D31CD6003A}">
      <dgm:prSet/>
      <dgm:spPr/>
      <dgm:t>
        <a:bodyPr/>
        <a:lstStyle/>
        <a:p>
          <a:endParaRPr lang="en-US"/>
        </a:p>
      </dgm:t>
    </dgm:pt>
    <dgm:pt modelId="{BB37C95F-0C23-437C-8795-EAFE44DED717}" type="sibTrans" cxnId="{110E2E9B-3833-496F-8D51-F6D31CD6003A}">
      <dgm:prSet/>
      <dgm:spPr/>
      <dgm:t>
        <a:bodyPr/>
        <a:lstStyle/>
        <a:p>
          <a:endParaRPr lang="en-US"/>
        </a:p>
      </dgm:t>
    </dgm:pt>
    <dgm:pt modelId="{12B73686-EB59-48AF-A0AA-EE559B4B23A0}">
      <dgm:prSet/>
      <dgm:spPr/>
      <dgm:t>
        <a:bodyPr/>
        <a:lstStyle/>
        <a:p>
          <a:r>
            <a:rPr lang="es-AR" b="1"/>
            <a:t>Transformadora (Disruptiva o Incremental):</a:t>
          </a:r>
          <a:r>
            <a:rPr lang="es-AR"/>
            <a:t> Puede ser un cambio radical que transforma mercados (disruptiva) o una mejora constante sobre lo existente (incremental).</a:t>
          </a:r>
          <a:endParaRPr lang="en-US"/>
        </a:p>
      </dgm:t>
    </dgm:pt>
    <dgm:pt modelId="{8B6F1326-A133-40A4-B243-736127CC7E00}" type="parTrans" cxnId="{14E391B3-F2A5-4E95-8288-C59C5C390972}">
      <dgm:prSet/>
      <dgm:spPr/>
      <dgm:t>
        <a:bodyPr/>
        <a:lstStyle/>
        <a:p>
          <a:endParaRPr lang="en-US"/>
        </a:p>
      </dgm:t>
    </dgm:pt>
    <dgm:pt modelId="{E0B3F4FF-6E9C-4F3A-A0F8-BA5A3E3281D9}" type="sibTrans" cxnId="{14E391B3-F2A5-4E95-8288-C59C5C390972}">
      <dgm:prSet/>
      <dgm:spPr/>
      <dgm:t>
        <a:bodyPr/>
        <a:lstStyle/>
        <a:p>
          <a:endParaRPr lang="en-US"/>
        </a:p>
      </dgm:t>
    </dgm:pt>
    <dgm:pt modelId="{A5D2475E-5F08-41E1-87D4-55CF3186B90C}">
      <dgm:prSet/>
      <dgm:spPr/>
      <dgm:t>
        <a:bodyPr/>
        <a:lstStyle/>
        <a:p>
          <a:r>
            <a:rPr lang="es-AR" b="1"/>
            <a:t>Reproducible:</a:t>
          </a:r>
          <a:r>
            <a:rPr lang="es-AR"/>
            <a:t> Los resultados de la innovación deben poderse aplicar de forma repetible en un entorno de producción.</a:t>
          </a:r>
          <a:endParaRPr lang="en-US"/>
        </a:p>
      </dgm:t>
    </dgm:pt>
    <dgm:pt modelId="{64E27AFB-99EC-43DA-8C37-56037322C633}" type="parTrans" cxnId="{5B98FE68-26B1-4DC5-BA10-EDA9FF46A3AF}">
      <dgm:prSet/>
      <dgm:spPr/>
      <dgm:t>
        <a:bodyPr/>
        <a:lstStyle/>
        <a:p>
          <a:endParaRPr lang="en-US"/>
        </a:p>
      </dgm:t>
    </dgm:pt>
    <dgm:pt modelId="{C9051E02-FA86-4B5A-9DFA-8B60280D616E}" type="sibTrans" cxnId="{5B98FE68-26B1-4DC5-BA10-EDA9FF46A3AF}">
      <dgm:prSet/>
      <dgm:spPr/>
      <dgm:t>
        <a:bodyPr/>
        <a:lstStyle/>
        <a:p>
          <a:endParaRPr lang="en-US"/>
        </a:p>
      </dgm:t>
    </dgm:pt>
    <dgm:pt modelId="{7E9E3AA9-6807-486D-9B6B-91F49DE47DEC}">
      <dgm:prSet/>
      <dgm:spPr/>
      <dgm:t>
        <a:bodyPr/>
        <a:lstStyle/>
        <a:p>
          <a:r>
            <a:rPr lang="es-AR" b="1"/>
            <a:t>Impulsada por el Mercado:</a:t>
          </a:r>
          <a:r>
            <a:rPr lang="es-AR"/>
            <a:t> Responde a necesidades concretas del consumidor y a la competencia, adaptándose al entorno tecnológico.</a:t>
          </a:r>
          <a:endParaRPr lang="en-US"/>
        </a:p>
      </dgm:t>
    </dgm:pt>
    <dgm:pt modelId="{BE377A1F-4AEB-495D-AD05-312F721277AD}" type="parTrans" cxnId="{1C063E9B-1E2B-4CFD-B3AD-436462B737E9}">
      <dgm:prSet/>
      <dgm:spPr/>
      <dgm:t>
        <a:bodyPr/>
        <a:lstStyle/>
        <a:p>
          <a:endParaRPr lang="en-US"/>
        </a:p>
      </dgm:t>
    </dgm:pt>
    <dgm:pt modelId="{0C2FCFF7-B185-489E-B989-1829D3B3B2CB}" type="sibTrans" cxnId="{1C063E9B-1E2B-4CFD-B3AD-436462B737E9}">
      <dgm:prSet/>
      <dgm:spPr/>
      <dgm:t>
        <a:bodyPr/>
        <a:lstStyle/>
        <a:p>
          <a:endParaRPr lang="en-US"/>
        </a:p>
      </dgm:t>
    </dgm:pt>
    <dgm:pt modelId="{E7DD9451-182E-4B35-8B67-E3E79C5A5164}" type="pres">
      <dgm:prSet presAssocID="{901F0E3F-4B26-4F44-910F-21B3D0B2B7E5}" presName="vert0" presStyleCnt="0">
        <dgm:presLayoutVars>
          <dgm:dir/>
          <dgm:animOne val="branch"/>
          <dgm:animLvl val="lvl"/>
        </dgm:presLayoutVars>
      </dgm:prSet>
      <dgm:spPr/>
    </dgm:pt>
    <dgm:pt modelId="{CE038BA6-B87A-4269-B168-80B8897E7675}" type="pres">
      <dgm:prSet presAssocID="{CEBD3278-C9DA-486B-9E73-02C706FCFF51}" presName="thickLine" presStyleLbl="alignNode1" presStyleIdx="0" presStyleCnt="9"/>
      <dgm:spPr/>
    </dgm:pt>
    <dgm:pt modelId="{DD6BBB08-A2B4-443E-A48D-672277021497}" type="pres">
      <dgm:prSet presAssocID="{CEBD3278-C9DA-486B-9E73-02C706FCFF51}" presName="horz1" presStyleCnt="0"/>
      <dgm:spPr/>
    </dgm:pt>
    <dgm:pt modelId="{DF41ADA5-F314-4FE2-9ED3-E53CBEE7CA6D}" type="pres">
      <dgm:prSet presAssocID="{CEBD3278-C9DA-486B-9E73-02C706FCFF51}" presName="tx1" presStyleLbl="revTx" presStyleIdx="0" presStyleCnt="9"/>
      <dgm:spPr/>
    </dgm:pt>
    <dgm:pt modelId="{2BA776AC-04F3-41BD-8A90-278BFFB0B3FE}" type="pres">
      <dgm:prSet presAssocID="{CEBD3278-C9DA-486B-9E73-02C706FCFF51}" presName="vert1" presStyleCnt="0"/>
      <dgm:spPr/>
    </dgm:pt>
    <dgm:pt modelId="{FD7C83C4-3289-406D-B333-F3F35892708C}" type="pres">
      <dgm:prSet presAssocID="{45D54700-6622-4B15-9128-F2E82C957757}" presName="thickLine" presStyleLbl="alignNode1" presStyleIdx="1" presStyleCnt="9"/>
      <dgm:spPr/>
    </dgm:pt>
    <dgm:pt modelId="{0DF96BE0-3CE0-48B1-909D-B87192A06993}" type="pres">
      <dgm:prSet presAssocID="{45D54700-6622-4B15-9128-F2E82C957757}" presName="horz1" presStyleCnt="0"/>
      <dgm:spPr/>
    </dgm:pt>
    <dgm:pt modelId="{C9ABDD61-F7AF-4F21-A896-EE47C70B5C0E}" type="pres">
      <dgm:prSet presAssocID="{45D54700-6622-4B15-9128-F2E82C957757}" presName="tx1" presStyleLbl="revTx" presStyleIdx="1" presStyleCnt="9"/>
      <dgm:spPr/>
    </dgm:pt>
    <dgm:pt modelId="{B5357782-AB90-473B-B9F2-D520D424D18C}" type="pres">
      <dgm:prSet presAssocID="{45D54700-6622-4B15-9128-F2E82C957757}" presName="vert1" presStyleCnt="0"/>
      <dgm:spPr/>
    </dgm:pt>
    <dgm:pt modelId="{02AED142-D0ED-40CD-9069-683B998EEF62}" type="pres">
      <dgm:prSet presAssocID="{6E756559-95E9-41A3-AC7A-0964AC6ACA71}" presName="thickLine" presStyleLbl="alignNode1" presStyleIdx="2" presStyleCnt="9"/>
      <dgm:spPr/>
    </dgm:pt>
    <dgm:pt modelId="{30026E5A-A607-4A4B-A0A9-A1D23825EEF2}" type="pres">
      <dgm:prSet presAssocID="{6E756559-95E9-41A3-AC7A-0964AC6ACA71}" presName="horz1" presStyleCnt="0"/>
      <dgm:spPr/>
    </dgm:pt>
    <dgm:pt modelId="{36803CD1-1CB5-4728-8FE0-E06F85E5AE20}" type="pres">
      <dgm:prSet presAssocID="{6E756559-95E9-41A3-AC7A-0964AC6ACA71}" presName="tx1" presStyleLbl="revTx" presStyleIdx="2" presStyleCnt="9"/>
      <dgm:spPr/>
    </dgm:pt>
    <dgm:pt modelId="{DC973504-CB3A-4520-BB34-F73AE624F3CA}" type="pres">
      <dgm:prSet presAssocID="{6E756559-95E9-41A3-AC7A-0964AC6ACA71}" presName="vert1" presStyleCnt="0"/>
      <dgm:spPr/>
    </dgm:pt>
    <dgm:pt modelId="{59F1E70B-1793-439C-BBE5-B400D73B7B6E}" type="pres">
      <dgm:prSet presAssocID="{DB968C25-EF02-41C9-8456-320ECE7E98DB}" presName="thickLine" presStyleLbl="alignNode1" presStyleIdx="3" presStyleCnt="9"/>
      <dgm:spPr/>
    </dgm:pt>
    <dgm:pt modelId="{E16DD58E-7F9D-4033-B09D-5493B61C946B}" type="pres">
      <dgm:prSet presAssocID="{DB968C25-EF02-41C9-8456-320ECE7E98DB}" presName="horz1" presStyleCnt="0"/>
      <dgm:spPr/>
    </dgm:pt>
    <dgm:pt modelId="{BE689243-A008-41F9-B777-F1D412E081D9}" type="pres">
      <dgm:prSet presAssocID="{DB968C25-EF02-41C9-8456-320ECE7E98DB}" presName="tx1" presStyleLbl="revTx" presStyleIdx="3" presStyleCnt="9"/>
      <dgm:spPr/>
    </dgm:pt>
    <dgm:pt modelId="{A339E659-412D-4BB0-BBCD-AF57EB32B0AB}" type="pres">
      <dgm:prSet presAssocID="{DB968C25-EF02-41C9-8456-320ECE7E98DB}" presName="vert1" presStyleCnt="0"/>
      <dgm:spPr/>
    </dgm:pt>
    <dgm:pt modelId="{99BD0438-052B-409D-BEAD-3AA8E268EF1A}" type="pres">
      <dgm:prSet presAssocID="{FB99F4F4-6001-4C24-8BBD-E39D9F70C496}" presName="thickLine" presStyleLbl="alignNode1" presStyleIdx="4" presStyleCnt="9"/>
      <dgm:spPr/>
    </dgm:pt>
    <dgm:pt modelId="{BAD4BBAC-E395-4B2F-8B4B-3754005BD42B}" type="pres">
      <dgm:prSet presAssocID="{FB99F4F4-6001-4C24-8BBD-E39D9F70C496}" presName="horz1" presStyleCnt="0"/>
      <dgm:spPr/>
    </dgm:pt>
    <dgm:pt modelId="{8A208A62-9165-4AF8-BF70-7065C56CD581}" type="pres">
      <dgm:prSet presAssocID="{FB99F4F4-6001-4C24-8BBD-E39D9F70C496}" presName="tx1" presStyleLbl="revTx" presStyleIdx="4" presStyleCnt="9"/>
      <dgm:spPr/>
    </dgm:pt>
    <dgm:pt modelId="{5C37DA9F-FFF2-47AB-B18E-4A0E2C3A1FE1}" type="pres">
      <dgm:prSet presAssocID="{FB99F4F4-6001-4C24-8BBD-E39D9F70C496}" presName="vert1" presStyleCnt="0"/>
      <dgm:spPr/>
    </dgm:pt>
    <dgm:pt modelId="{4A8B2545-1380-4A7C-921A-A2C0E7F298F8}" type="pres">
      <dgm:prSet presAssocID="{BB1E8060-EE65-464C-9AB7-44734A34BB7D}" presName="thickLine" presStyleLbl="alignNode1" presStyleIdx="5" presStyleCnt="9"/>
      <dgm:spPr/>
    </dgm:pt>
    <dgm:pt modelId="{3EEBA577-81FC-4268-968B-CBA73D6D8726}" type="pres">
      <dgm:prSet presAssocID="{BB1E8060-EE65-464C-9AB7-44734A34BB7D}" presName="horz1" presStyleCnt="0"/>
      <dgm:spPr/>
    </dgm:pt>
    <dgm:pt modelId="{64C8013B-8D31-4F64-B8CA-3CC7824856C2}" type="pres">
      <dgm:prSet presAssocID="{BB1E8060-EE65-464C-9AB7-44734A34BB7D}" presName="tx1" presStyleLbl="revTx" presStyleIdx="5" presStyleCnt="9"/>
      <dgm:spPr/>
    </dgm:pt>
    <dgm:pt modelId="{994E2B01-83FE-49A4-806D-7AE94A8938E0}" type="pres">
      <dgm:prSet presAssocID="{BB1E8060-EE65-464C-9AB7-44734A34BB7D}" presName="vert1" presStyleCnt="0"/>
      <dgm:spPr/>
    </dgm:pt>
    <dgm:pt modelId="{8C3340E5-945C-47A3-9A23-A268356A3FE7}" type="pres">
      <dgm:prSet presAssocID="{12B73686-EB59-48AF-A0AA-EE559B4B23A0}" presName="thickLine" presStyleLbl="alignNode1" presStyleIdx="6" presStyleCnt="9"/>
      <dgm:spPr/>
    </dgm:pt>
    <dgm:pt modelId="{86CDA4A9-7253-40B1-A22A-85FF5B8A2EB9}" type="pres">
      <dgm:prSet presAssocID="{12B73686-EB59-48AF-A0AA-EE559B4B23A0}" presName="horz1" presStyleCnt="0"/>
      <dgm:spPr/>
    </dgm:pt>
    <dgm:pt modelId="{6A7D8FC9-733D-436F-A5B5-AD46AFD6140E}" type="pres">
      <dgm:prSet presAssocID="{12B73686-EB59-48AF-A0AA-EE559B4B23A0}" presName="tx1" presStyleLbl="revTx" presStyleIdx="6" presStyleCnt="9"/>
      <dgm:spPr/>
    </dgm:pt>
    <dgm:pt modelId="{92A4995D-6027-489E-977E-353F82CA4030}" type="pres">
      <dgm:prSet presAssocID="{12B73686-EB59-48AF-A0AA-EE559B4B23A0}" presName="vert1" presStyleCnt="0"/>
      <dgm:spPr/>
    </dgm:pt>
    <dgm:pt modelId="{1B7FBDEF-87C9-4954-817A-27AD0F89837B}" type="pres">
      <dgm:prSet presAssocID="{A5D2475E-5F08-41E1-87D4-55CF3186B90C}" presName="thickLine" presStyleLbl="alignNode1" presStyleIdx="7" presStyleCnt="9"/>
      <dgm:spPr/>
    </dgm:pt>
    <dgm:pt modelId="{E7DAB78C-6A4A-4039-B860-7390473D6F38}" type="pres">
      <dgm:prSet presAssocID="{A5D2475E-5F08-41E1-87D4-55CF3186B90C}" presName="horz1" presStyleCnt="0"/>
      <dgm:spPr/>
    </dgm:pt>
    <dgm:pt modelId="{096BBB08-1CCF-4926-A826-C09359C81992}" type="pres">
      <dgm:prSet presAssocID="{A5D2475E-5F08-41E1-87D4-55CF3186B90C}" presName="tx1" presStyleLbl="revTx" presStyleIdx="7" presStyleCnt="9"/>
      <dgm:spPr/>
    </dgm:pt>
    <dgm:pt modelId="{23B12E4B-11D8-4E7B-9A09-658827FE6590}" type="pres">
      <dgm:prSet presAssocID="{A5D2475E-5F08-41E1-87D4-55CF3186B90C}" presName="vert1" presStyleCnt="0"/>
      <dgm:spPr/>
    </dgm:pt>
    <dgm:pt modelId="{AC83B95B-9E4F-48FB-A6C1-11A3EDDD7271}" type="pres">
      <dgm:prSet presAssocID="{7E9E3AA9-6807-486D-9B6B-91F49DE47DEC}" presName="thickLine" presStyleLbl="alignNode1" presStyleIdx="8" presStyleCnt="9"/>
      <dgm:spPr/>
    </dgm:pt>
    <dgm:pt modelId="{9535923C-33E2-440C-8580-F3BB93E4F303}" type="pres">
      <dgm:prSet presAssocID="{7E9E3AA9-6807-486D-9B6B-91F49DE47DEC}" presName="horz1" presStyleCnt="0"/>
      <dgm:spPr/>
    </dgm:pt>
    <dgm:pt modelId="{487BE94B-E2F7-4347-8F38-07EACEE90A46}" type="pres">
      <dgm:prSet presAssocID="{7E9E3AA9-6807-486D-9B6B-91F49DE47DEC}" presName="tx1" presStyleLbl="revTx" presStyleIdx="8" presStyleCnt="9"/>
      <dgm:spPr/>
    </dgm:pt>
    <dgm:pt modelId="{9382D70D-CD07-4CDB-AD64-5CF1FC579EBE}" type="pres">
      <dgm:prSet presAssocID="{7E9E3AA9-6807-486D-9B6B-91F49DE47DEC}" presName="vert1" presStyleCnt="0"/>
      <dgm:spPr/>
    </dgm:pt>
  </dgm:ptLst>
  <dgm:cxnLst>
    <dgm:cxn modelId="{F26FF30F-0C8C-4447-9957-7CFBCF1F29B4}" type="presOf" srcId="{12B73686-EB59-48AF-A0AA-EE559B4B23A0}" destId="{6A7D8FC9-733D-436F-A5B5-AD46AFD6140E}" srcOrd="0" destOrd="0" presId="urn:microsoft.com/office/officeart/2008/layout/LinedList"/>
    <dgm:cxn modelId="{4BB47B1D-B98C-41A2-8B8C-9CCD599D2628}" type="presOf" srcId="{A5D2475E-5F08-41E1-87D4-55CF3186B90C}" destId="{096BBB08-1CCF-4926-A826-C09359C81992}" srcOrd="0" destOrd="0" presId="urn:microsoft.com/office/officeart/2008/layout/LinedList"/>
    <dgm:cxn modelId="{4762301E-A62F-45F2-97E7-E489BA14334A}" srcId="{901F0E3F-4B26-4F44-910F-21B3D0B2B7E5}" destId="{CEBD3278-C9DA-486B-9E73-02C706FCFF51}" srcOrd="0" destOrd="0" parTransId="{85F70B88-4AAC-423D-B5B9-0D37B0DE3C4C}" sibTransId="{37695EBF-E505-46CA-98A9-0C1CB635090A}"/>
    <dgm:cxn modelId="{4CEE9523-FF23-4EBA-8AD2-74F356C26971}" type="presOf" srcId="{CEBD3278-C9DA-486B-9E73-02C706FCFF51}" destId="{DF41ADA5-F314-4FE2-9ED3-E53CBEE7CA6D}" srcOrd="0" destOrd="0" presId="urn:microsoft.com/office/officeart/2008/layout/LinedList"/>
    <dgm:cxn modelId="{DE6B4040-3D45-47C2-BE05-8DEE89C1CE06}" type="presOf" srcId="{FB99F4F4-6001-4C24-8BBD-E39D9F70C496}" destId="{8A208A62-9165-4AF8-BF70-7065C56CD581}" srcOrd="0" destOrd="0" presId="urn:microsoft.com/office/officeart/2008/layout/LinedList"/>
    <dgm:cxn modelId="{7ED33D60-D4CA-4678-B681-8CA7BFC5CB1C}" srcId="{901F0E3F-4B26-4F44-910F-21B3D0B2B7E5}" destId="{DB968C25-EF02-41C9-8456-320ECE7E98DB}" srcOrd="3" destOrd="0" parTransId="{2AB1DD2B-C2E7-4482-84F3-78EAAEB17A38}" sibTransId="{8BC919F4-4E3D-4BB9-AD9C-356F4409FEDB}"/>
    <dgm:cxn modelId="{28D98B60-50EA-4306-999B-725529787BE4}" type="presOf" srcId="{7E9E3AA9-6807-486D-9B6B-91F49DE47DEC}" destId="{487BE94B-E2F7-4347-8F38-07EACEE90A46}" srcOrd="0" destOrd="0" presId="urn:microsoft.com/office/officeart/2008/layout/LinedList"/>
    <dgm:cxn modelId="{E5C1FA44-69B4-42E8-822C-66D909D29CD6}" type="presOf" srcId="{45D54700-6622-4B15-9128-F2E82C957757}" destId="{C9ABDD61-F7AF-4F21-A896-EE47C70B5C0E}" srcOrd="0" destOrd="0" presId="urn:microsoft.com/office/officeart/2008/layout/LinedList"/>
    <dgm:cxn modelId="{5B98FE68-26B1-4DC5-BA10-EDA9FF46A3AF}" srcId="{901F0E3F-4B26-4F44-910F-21B3D0B2B7E5}" destId="{A5D2475E-5F08-41E1-87D4-55CF3186B90C}" srcOrd="7" destOrd="0" parTransId="{64E27AFB-99EC-43DA-8C37-56037322C633}" sibTransId="{C9051E02-FA86-4B5A-9DFA-8B60280D616E}"/>
    <dgm:cxn modelId="{79439D77-A84E-4FC7-B7E0-EDDBFF0A108D}" type="presOf" srcId="{BB1E8060-EE65-464C-9AB7-44734A34BB7D}" destId="{64C8013B-8D31-4F64-B8CA-3CC7824856C2}" srcOrd="0" destOrd="0" presId="urn:microsoft.com/office/officeart/2008/layout/LinedList"/>
    <dgm:cxn modelId="{0BA9E392-342D-41A3-ACEC-7E8D924987D5}" srcId="{901F0E3F-4B26-4F44-910F-21B3D0B2B7E5}" destId="{45D54700-6622-4B15-9128-F2E82C957757}" srcOrd="1" destOrd="0" parTransId="{FA833A59-33D1-4403-87E2-445E490E53CD}" sibTransId="{AE959DB8-5E8D-4185-99BA-C3219986E2EB}"/>
    <dgm:cxn modelId="{110E2E9B-3833-496F-8D51-F6D31CD6003A}" srcId="{901F0E3F-4B26-4F44-910F-21B3D0B2B7E5}" destId="{BB1E8060-EE65-464C-9AB7-44734A34BB7D}" srcOrd="5" destOrd="0" parTransId="{C6CD09E6-5213-4F68-A6BB-468997A67E5F}" sibTransId="{BB37C95F-0C23-437C-8795-EAFE44DED717}"/>
    <dgm:cxn modelId="{1C063E9B-1E2B-4CFD-B3AD-436462B737E9}" srcId="{901F0E3F-4B26-4F44-910F-21B3D0B2B7E5}" destId="{7E9E3AA9-6807-486D-9B6B-91F49DE47DEC}" srcOrd="8" destOrd="0" parTransId="{BE377A1F-4AEB-495D-AD05-312F721277AD}" sibTransId="{0C2FCFF7-B185-489E-B989-1829D3B3B2CB}"/>
    <dgm:cxn modelId="{14E391B3-F2A5-4E95-8288-C59C5C390972}" srcId="{901F0E3F-4B26-4F44-910F-21B3D0B2B7E5}" destId="{12B73686-EB59-48AF-A0AA-EE559B4B23A0}" srcOrd="6" destOrd="0" parTransId="{8B6F1326-A133-40A4-B243-736127CC7E00}" sibTransId="{E0B3F4FF-6E9C-4F3A-A0F8-BA5A3E3281D9}"/>
    <dgm:cxn modelId="{F58339B9-21DF-4C28-8433-ABDAE1E30E46}" srcId="{901F0E3F-4B26-4F44-910F-21B3D0B2B7E5}" destId="{FB99F4F4-6001-4C24-8BBD-E39D9F70C496}" srcOrd="4" destOrd="0" parTransId="{82D053F7-6176-4CC5-97A4-631626EF1E02}" sibTransId="{1B1258E1-DFF1-499D-84D9-4EBF8389CC05}"/>
    <dgm:cxn modelId="{EAB43DDF-E94F-4E62-AD9F-1BC92488462C}" type="presOf" srcId="{901F0E3F-4B26-4F44-910F-21B3D0B2B7E5}" destId="{E7DD9451-182E-4B35-8B67-E3E79C5A5164}" srcOrd="0" destOrd="0" presId="urn:microsoft.com/office/officeart/2008/layout/LinedList"/>
    <dgm:cxn modelId="{B539FBE0-CC87-41B6-A08C-D2A66D629BA2}" type="presOf" srcId="{DB968C25-EF02-41C9-8456-320ECE7E98DB}" destId="{BE689243-A008-41F9-B777-F1D412E081D9}" srcOrd="0" destOrd="0" presId="urn:microsoft.com/office/officeart/2008/layout/LinedList"/>
    <dgm:cxn modelId="{4B1247F8-8551-4FE1-A5F6-2DBB2443D54E}" srcId="{901F0E3F-4B26-4F44-910F-21B3D0B2B7E5}" destId="{6E756559-95E9-41A3-AC7A-0964AC6ACA71}" srcOrd="2" destOrd="0" parTransId="{078C3F74-DDAA-49EC-9919-CE6020AC4D3E}" sibTransId="{38D38582-9A80-4D9D-AC34-99956A259EE5}"/>
    <dgm:cxn modelId="{32795FFC-ACFE-4FC1-B300-B82CBB649708}" type="presOf" srcId="{6E756559-95E9-41A3-AC7A-0964AC6ACA71}" destId="{36803CD1-1CB5-4728-8FE0-E06F85E5AE20}" srcOrd="0" destOrd="0" presId="urn:microsoft.com/office/officeart/2008/layout/LinedList"/>
    <dgm:cxn modelId="{5117E0EE-4557-4487-BBCE-316AEF3178BB}" type="presParOf" srcId="{E7DD9451-182E-4B35-8B67-E3E79C5A5164}" destId="{CE038BA6-B87A-4269-B168-80B8897E7675}" srcOrd="0" destOrd="0" presId="urn:microsoft.com/office/officeart/2008/layout/LinedList"/>
    <dgm:cxn modelId="{BEAA7284-7F1A-4614-A4EB-2D9FBB0D374C}" type="presParOf" srcId="{E7DD9451-182E-4B35-8B67-E3E79C5A5164}" destId="{DD6BBB08-A2B4-443E-A48D-672277021497}" srcOrd="1" destOrd="0" presId="urn:microsoft.com/office/officeart/2008/layout/LinedList"/>
    <dgm:cxn modelId="{A70AFFD0-16B4-4BD9-BCD3-84D3042511C0}" type="presParOf" srcId="{DD6BBB08-A2B4-443E-A48D-672277021497}" destId="{DF41ADA5-F314-4FE2-9ED3-E53CBEE7CA6D}" srcOrd="0" destOrd="0" presId="urn:microsoft.com/office/officeart/2008/layout/LinedList"/>
    <dgm:cxn modelId="{AF65B7DD-EF59-452D-8CB2-D3CA08A0CD11}" type="presParOf" srcId="{DD6BBB08-A2B4-443E-A48D-672277021497}" destId="{2BA776AC-04F3-41BD-8A90-278BFFB0B3FE}" srcOrd="1" destOrd="0" presId="urn:microsoft.com/office/officeart/2008/layout/LinedList"/>
    <dgm:cxn modelId="{2D77A5C9-9ACC-4EF3-BE00-6246855F976D}" type="presParOf" srcId="{E7DD9451-182E-4B35-8B67-E3E79C5A5164}" destId="{FD7C83C4-3289-406D-B333-F3F35892708C}" srcOrd="2" destOrd="0" presId="urn:microsoft.com/office/officeart/2008/layout/LinedList"/>
    <dgm:cxn modelId="{354ED339-1F7D-4321-8364-372F3CE9EB6C}" type="presParOf" srcId="{E7DD9451-182E-4B35-8B67-E3E79C5A5164}" destId="{0DF96BE0-3CE0-48B1-909D-B87192A06993}" srcOrd="3" destOrd="0" presId="urn:microsoft.com/office/officeart/2008/layout/LinedList"/>
    <dgm:cxn modelId="{BA920DF3-6E3C-446D-927C-8CEA331597A1}" type="presParOf" srcId="{0DF96BE0-3CE0-48B1-909D-B87192A06993}" destId="{C9ABDD61-F7AF-4F21-A896-EE47C70B5C0E}" srcOrd="0" destOrd="0" presId="urn:microsoft.com/office/officeart/2008/layout/LinedList"/>
    <dgm:cxn modelId="{030E7654-4D68-4453-A4B1-AFB6543D75C4}" type="presParOf" srcId="{0DF96BE0-3CE0-48B1-909D-B87192A06993}" destId="{B5357782-AB90-473B-B9F2-D520D424D18C}" srcOrd="1" destOrd="0" presId="urn:microsoft.com/office/officeart/2008/layout/LinedList"/>
    <dgm:cxn modelId="{A1355B76-ACD9-4018-8733-AC20E3911508}" type="presParOf" srcId="{E7DD9451-182E-4B35-8B67-E3E79C5A5164}" destId="{02AED142-D0ED-40CD-9069-683B998EEF62}" srcOrd="4" destOrd="0" presId="urn:microsoft.com/office/officeart/2008/layout/LinedList"/>
    <dgm:cxn modelId="{C9FAEC66-EEB9-4C37-A1F9-B0FB0DA2DD98}" type="presParOf" srcId="{E7DD9451-182E-4B35-8B67-E3E79C5A5164}" destId="{30026E5A-A607-4A4B-A0A9-A1D23825EEF2}" srcOrd="5" destOrd="0" presId="urn:microsoft.com/office/officeart/2008/layout/LinedList"/>
    <dgm:cxn modelId="{DBF3E8F2-25A5-4B52-8D98-1A1860D19DF0}" type="presParOf" srcId="{30026E5A-A607-4A4B-A0A9-A1D23825EEF2}" destId="{36803CD1-1CB5-4728-8FE0-E06F85E5AE20}" srcOrd="0" destOrd="0" presId="urn:microsoft.com/office/officeart/2008/layout/LinedList"/>
    <dgm:cxn modelId="{CD283C4C-9D78-4B15-A3B2-80A886D2C5DF}" type="presParOf" srcId="{30026E5A-A607-4A4B-A0A9-A1D23825EEF2}" destId="{DC973504-CB3A-4520-BB34-F73AE624F3CA}" srcOrd="1" destOrd="0" presId="urn:microsoft.com/office/officeart/2008/layout/LinedList"/>
    <dgm:cxn modelId="{90AF849B-44B1-4902-8F8D-960A674C665F}" type="presParOf" srcId="{E7DD9451-182E-4B35-8B67-E3E79C5A5164}" destId="{59F1E70B-1793-439C-BBE5-B400D73B7B6E}" srcOrd="6" destOrd="0" presId="urn:microsoft.com/office/officeart/2008/layout/LinedList"/>
    <dgm:cxn modelId="{05974B88-7EF6-40E6-9891-87320D8F7AC5}" type="presParOf" srcId="{E7DD9451-182E-4B35-8B67-E3E79C5A5164}" destId="{E16DD58E-7F9D-4033-B09D-5493B61C946B}" srcOrd="7" destOrd="0" presId="urn:microsoft.com/office/officeart/2008/layout/LinedList"/>
    <dgm:cxn modelId="{92E7FC95-A541-45D6-B6A8-E8A9E7B9612E}" type="presParOf" srcId="{E16DD58E-7F9D-4033-B09D-5493B61C946B}" destId="{BE689243-A008-41F9-B777-F1D412E081D9}" srcOrd="0" destOrd="0" presId="urn:microsoft.com/office/officeart/2008/layout/LinedList"/>
    <dgm:cxn modelId="{12923E5D-1084-4E57-AB39-FE0DAB9CA5EA}" type="presParOf" srcId="{E16DD58E-7F9D-4033-B09D-5493B61C946B}" destId="{A339E659-412D-4BB0-BBCD-AF57EB32B0AB}" srcOrd="1" destOrd="0" presId="urn:microsoft.com/office/officeart/2008/layout/LinedList"/>
    <dgm:cxn modelId="{8B3EA266-4A56-4700-9887-021229C86B25}" type="presParOf" srcId="{E7DD9451-182E-4B35-8B67-E3E79C5A5164}" destId="{99BD0438-052B-409D-BEAD-3AA8E268EF1A}" srcOrd="8" destOrd="0" presId="urn:microsoft.com/office/officeart/2008/layout/LinedList"/>
    <dgm:cxn modelId="{C6D43FE0-08F9-4157-84D4-641BF0B70AE1}" type="presParOf" srcId="{E7DD9451-182E-4B35-8B67-E3E79C5A5164}" destId="{BAD4BBAC-E395-4B2F-8B4B-3754005BD42B}" srcOrd="9" destOrd="0" presId="urn:microsoft.com/office/officeart/2008/layout/LinedList"/>
    <dgm:cxn modelId="{316944FF-F70B-46D3-8FF8-B9DBE523A6B7}" type="presParOf" srcId="{BAD4BBAC-E395-4B2F-8B4B-3754005BD42B}" destId="{8A208A62-9165-4AF8-BF70-7065C56CD581}" srcOrd="0" destOrd="0" presId="urn:microsoft.com/office/officeart/2008/layout/LinedList"/>
    <dgm:cxn modelId="{40778F9D-A37E-4B73-8C3B-C3AB1ECDE594}" type="presParOf" srcId="{BAD4BBAC-E395-4B2F-8B4B-3754005BD42B}" destId="{5C37DA9F-FFF2-47AB-B18E-4A0E2C3A1FE1}" srcOrd="1" destOrd="0" presId="urn:microsoft.com/office/officeart/2008/layout/LinedList"/>
    <dgm:cxn modelId="{E97E1DDA-D277-44F5-A06D-CA57A122610E}" type="presParOf" srcId="{E7DD9451-182E-4B35-8B67-E3E79C5A5164}" destId="{4A8B2545-1380-4A7C-921A-A2C0E7F298F8}" srcOrd="10" destOrd="0" presId="urn:microsoft.com/office/officeart/2008/layout/LinedList"/>
    <dgm:cxn modelId="{93597AF6-B0A8-4402-9E86-B78E1AAB6CEB}" type="presParOf" srcId="{E7DD9451-182E-4B35-8B67-E3E79C5A5164}" destId="{3EEBA577-81FC-4268-968B-CBA73D6D8726}" srcOrd="11" destOrd="0" presId="urn:microsoft.com/office/officeart/2008/layout/LinedList"/>
    <dgm:cxn modelId="{EF68E227-3486-4F0C-94CD-35E858D2CB6E}" type="presParOf" srcId="{3EEBA577-81FC-4268-968B-CBA73D6D8726}" destId="{64C8013B-8D31-4F64-B8CA-3CC7824856C2}" srcOrd="0" destOrd="0" presId="urn:microsoft.com/office/officeart/2008/layout/LinedList"/>
    <dgm:cxn modelId="{54865E37-7F0A-4065-8E05-DF96ADB516DF}" type="presParOf" srcId="{3EEBA577-81FC-4268-968B-CBA73D6D8726}" destId="{994E2B01-83FE-49A4-806D-7AE94A8938E0}" srcOrd="1" destOrd="0" presId="urn:microsoft.com/office/officeart/2008/layout/LinedList"/>
    <dgm:cxn modelId="{FB1E32F4-ECFA-438D-8788-017971E90D6B}" type="presParOf" srcId="{E7DD9451-182E-4B35-8B67-E3E79C5A5164}" destId="{8C3340E5-945C-47A3-9A23-A268356A3FE7}" srcOrd="12" destOrd="0" presId="urn:microsoft.com/office/officeart/2008/layout/LinedList"/>
    <dgm:cxn modelId="{6E5668E0-D802-4B77-8DC1-D4CE1FB902E2}" type="presParOf" srcId="{E7DD9451-182E-4B35-8B67-E3E79C5A5164}" destId="{86CDA4A9-7253-40B1-A22A-85FF5B8A2EB9}" srcOrd="13" destOrd="0" presId="urn:microsoft.com/office/officeart/2008/layout/LinedList"/>
    <dgm:cxn modelId="{5CCAEB6F-E94F-4A25-BAC6-344246749D85}" type="presParOf" srcId="{86CDA4A9-7253-40B1-A22A-85FF5B8A2EB9}" destId="{6A7D8FC9-733D-436F-A5B5-AD46AFD6140E}" srcOrd="0" destOrd="0" presId="urn:microsoft.com/office/officeart/2008/layout/LinedList"/>
    <dgm:cxn modelId="{135178CD-1D82-44E9-8115-5A7467E2B073}" type="presParOf" srcId="{86CDA4A9-7253-40B1-A22A-85FF5B8A2EB9}" destId="{92A4995D-6027-489E-977E-353F82CA4030}" srcOrd="1" destOrd="0" presId="urn:microsoft.com/office/officeart/2008/layout/LinedList"/>
    <dgm:cxn modelId="{0311158E-F018-4E0D-8D22-8A3393AD5115}" type="presParOf" srcId="{E7DD9451-182E-4B35-8B67-E3E79C5A5164}" destId="{1B7FBDEF-87C9-4954-817A-27AD0F89837B}" srcOrd="14" destOrd="0" presId="urn:microsoft.com/office/officeart/2008/layout/LinedList"/>
    <dgm:cxn modelId="{ED2EEF3E-FCFE-462A-8496-803B7CD024A6}" type="presParOf" srcId="{E7DD9451-182E-4B35-8B67-E3E79C5A5164}" destId="{E7DAB78C-6A4A-4039-B860-7390473D6F38}" srcOrd="15" destOrd="0" presId="urn:microsoft.com/office/officeart/2008/layout/LinedList"/>
    <dgm:cxn modelId="{3009DBD8-0EEE-4EBC-83E9-BD8FF1A7A080}" type="presParOf" srcId="{E7DAB78C-6A4A-4039-B860-7390473D6F38}" destId="{096BBB08-1CCF-4926-A826-C09359C81992}" srcOrd="0" destOrd="0" presId="urn:microsoft.com/office/officeart/2008/layout/LinedList"/>
    <dgm:cxn modelId="{9B8E531C-A1A9-4E34-AC0C-458D138AB5A5}" type="presParOf" srcId="{E7DAB78C-6A4A-4039-B860-7390473D6F38}" destId="{23B12E4B-11D8-4E7B-9A09-658827FE6590}" srcOrd="1" destOrd="0" presId="urn:microsoft.com/office/officeart/2008/layout/LinedList"/>
    <dgm:cxn modelId="{3AC27A8F-8BA0-4014-82A2-38BFA0760EFB}" type="presParOf" srcId="{E7DD9451-182E-4B35-8B67-E3E79C5A5164}" destId="{AC83B95B-9E4F-48FB-A6C1-11A3EDDD7271}" srcOrd="16" destOrd="0" presId="urn:microsoft.com/office/officeart/2008/layout/LinedList"/>
    <dgm:cxn modelId="{0A462061-8826-45CC-94AF-E9BE7B130D29}" type="presParOf" srcId="{E7DD9451-182E-4B35-8B67-E3E79C5A5164}" destId="{9535923C-33E2-440C-8580-F3BB93E4F303}" srcOrd="17" destOrd="0" presId="urn:microsoft.com/office/officeart/2008/layout/LinedList"/>
    <dgm:cxn modelId="{A1CBAB34-9E27-46C9-97BA-C3909880A625}" type="presParOf" srcId="{9535923C-33E2-440C-8580-F3BB93E4F303}" destId="{487BE94B-E2F7-4347-8F38-07EACEE90A46}" srcOrd="0" destOrd="0" presId="urn:microsoft.com/office/officeart/2008/layout/LinedList"/>
    <dgm:cxn modelId="{68F18829-660F-4396-9F0D-AA5F670353ED}" type="presParOf" srcId="{9535923C-33E2-440C-8580-F3BB93E4F303}" destId="{9382D70D-CD07-4CDB-AD64-5CF1FC579E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583CCB2-2913-431F-A440-D2D04A9382A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ED32562-A778-4893-91A1-167173D7537B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/>
            <a:t>Innovación Incremental:</a:t>
          </a:r>
          <a:r>
            <a:rPr lang="es-AR"/>
            <a:t> Consiste en pequeñas mejoras continuas aplicadas a productos, servicios o procesos ya existentes para aumentar su eficiencia, productividad o valor, como las actualizaciones de software o nuevos modelos de smartphones.</a:t>
          </a:r>
          <a:endParaRPr lang="en-US"/>
        </a:p>
      </dgm:t>
    </dgm:pt>
    <dgm:pt modelId="{1F3793DB-EA56-4955-9C3D-4A7F7BEAF222}" type="parTrans" cxnId="{DF323B77-C41A-4C38-A8C3-020A432F0505}">
      <dgm:prSet/>
      <dgm:spPr/>
      <dgm:t>
        <a:bodyPr/>
        <a:lstStyle/>
        <a:p>
          <a:endParaRPr lang="en-US"/>
        </a:p>
      </dgm:t>
    </dgm:pt>
    <dgm:pt modelId="{52EC4420-610D-4063-BB48-CC9AC391B798}" type="sibTrans" cxnId="{DF323B77-C41A-4C38-A8C3-020A432F050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CF057BF-0C1F-410E-AC46-09EAC7E960AA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dirty="0"/>
            <a:t>Innovación Radical:</a:t>
          </a:r>
          <a:r>
            <a:rPr lang="es-AR" dirty="0"/>
            <a:t> Introduce cambios revolucionarios que transforman la industria, crean mercados totalmente nuevos y dejan obsoletas tecnologías anteriores, como la invención de internet o los smartphones.</a:t>
          </a:r>
          <a:endParaRPr lang="en-US" dirty="0"/>
        </a:p>
      </dgm:t>
    </dgm:pt>
    <dgm:pt modelId="{37B685D0-D671-456F-A2E2-25D9337251C6}" type="parTrans" cxnId="{4E276173-EFC3-4D29-BE2D-47984C48FB06}">
      <dgm:prSet/>
      <dgm:spPr/>
      <dgm:t>
        <a:bodyPr/>
        <a:lstStyle/>
        <a:p>
          <a:endParaRPr lang="en-US"/>
        </a:p>
      </dgm:t>
    </dgm:pt>
    <dgm:pt modelId="{E8014430-5CCE-4444-A8A5-E8C99F8E0754}" type="sibTrans" cxnId="{4E276173-EFC3-4D29-BE2D-47984C48FB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67A9B8-BB41-4C7E-8C45-7537BBCC8087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/>
            <a:t>Innovación Disruptiva:</a:t>
          </a:r>
          <a:r>
            <a:rPr lang="es-AR"/>
            <a:t> A menudo comienza en nichos de mercado y termina desplazando a las tecnologías líderes, cambiando por completo la forma en que los consumidores acceden a un producto o servicio.</a:t>
          </a:r>
          <a:endParaRPr lang="en-US"/>
        </a:p>
      </dgm:t>
    </dgm:pt>
    <dgm:pt modelId="{2B11F89F-37E2-4F67-87C3-BF9521966E95}" type="parTrans" cxnId="{DCE2E5AC-13A5-4DF2-9243-7CE67CFABA8D}">
      <dgm:prSet/>
      <dgm:spPr/>
      <dgm:t>
        <a:bodyPr/>
        <a:lstStyle/>
        <a:p>
          <a:endParaRPr lang="en-US"/>
        </a:p>
      </dgm:t>
    </dgm:pt>
    <dgm:pt modelId="{54C611CA-CDE7-4354-84A2-D7C08A30AF79}" type="sibTrans" cxnId="{DCE2E5AC-13A5-4DF2-9243-7CE67CFABA8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BACE06-9E75-481D-8DBC-F99B50729495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/>
            <a:t>Innovación de Producto:</a:t>
          </a:r>
          <a:r>
            <a:rPr lang="es-AR"/>
            <a:t> Creación de nuevos productos o mejoras significativas en las características funcionales de los ya existentes.</a:t>
          </a:r>
          <a:endParaRPr lang="en-US"/>
        </a:p>
      </dgm:t>
    </dgm:pt>
    <dgm:pt modelId="{BCBE947E-9A04-4088-BA74-DF37A721D200}" type="parTrans" cxnId="{828CA6E9-7F6F-4BC5-9689-DDA485CD8965}">
      <dgm:prSet/>
      <dgm:spPr/>
      <dgm:t>
        <a:bodyPr/>
        <a:lstStyle/>
        <a:p>
          <a:endParaRPr lang="en-US"/>
        </a:p>
      </dgm:t>
    </dgm:pt>
    <dgm:pt modelId="{98598F69-C9BE-400F-B55C-39192ACD987C}" type="sibTrans" cxnId="{828CA6E9-7F6F-4BC5-9689-DDA485CD89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C34568-A015-4B29-9A84-71AD79B3E37B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/>
            <a:t>Innovación de Proceso:</a:t>
          </a:r>
          <a:r>
            <a:rPr lang="es-AR"/>
            <a:t> Implementación de métodos de producción o distribución nuevos o mejorados (ej. automatización, robótica).</a:t>
          </a:r>
          <a:endParaRPr lang="en-US"/>
        </a:p>
      </dgm:t>
    </dgm:pt>
    <dgm:pt modelId="{E7781617-7C1B-452B-8B2B-62B633FC42A1}" type="parTrans" cxnId="{BD2C2B69-B4C9-4CFF-92A5-08A32B5B3A20}">
      <dgm:prSet/>
      <dgm:spPr/>
      <dgm:t>
        <a:bodyPr/>
        <a:lstStyle/>
        <a:p>
          <a:endParaRPr lang="en-US"/>
        </a:p>
      </dgm:t>
    </dgm:pt>
    <dgm:pt modelId="{84566BD6-573A-4147-8115-C872E9B900D4}" type="sibTrans" cxnId="{BD2C2B69-B4C9-4CFF-92A5-08A32B5B3A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0E9C49-67F8-4276-801E-39887B006E6C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/>
            <a:t>Innovación Tecnológica Sostenible:</a:t>
          </a:r>
          <a:r>
            <a:rPr lang="es-AR"/>
            <a:t> Enfocada en desarrollar soluciones que mejoran la eficiencia sin cambiar drásticamente el mercado, orientada a la sostenibilidad</a:t>
          </a:r>
          <a:endParaRPr lang="en-US"/>
        </a:p>
      </dgm:t>
    </dgm:pt>
    <dgm:pt modelId="{C909F690-FBA1-4E6F-AD2F-AE6766F25DD2}" type="parTrans" cxnId="{D59F08B9-7B2D-4AE0-8B7F-D3E044BE9B05}">
      <dgm:prSet/>
      <dgm:spPr/>
      <dgm:t>
        <a:bodyPr/>
        <a:lstStyle/>
        <a:p>
          <a:endParaRPr lang="en-US"/>
        </a:p>
      </dgm:t>
    </dgm:pt>
    <dgm:pt modelId="{26CEBE21-113F-46AA-A77F-55DC6FE72A56}" type="sibTrans" cxnId="{D59F08B9-7B2D-4AE0-8B7F-D3E044BE9B05}">
      <dgm:prSet/>
      <dgm:spPr/>
      <dgm:t>
        <a:bodyPr/>
        <a:lstStyle/>
        <a:p>
          <a:endParaRPr lang="en-US"/>
        </a:p>
      </dgm:t>
    </dgm:pt>
    <dgm:pt modelId="{7F21CD64-F173-494E-854D-64C04268EACC}" type="pres">
      <dgm:prSet presAssocID="{E583CCB2-2913-431F-A440-D2D04A9382A9}" presName="root" presStyleCnt="0">
        <dgm:presLayoutVars>
          <dgm:dir/>
          <dgm:resizeHandles val="exact"/>
        </dgm:presLayoutVars>
      </dgm:prSet>
      <dgm:spPr/>
    </dgm:pt>
    <dgm:pt modelId="{81EE9EDB-823A-4FB9-9FC4-CF88E08DB9CE}" type="pres">
      <dgm:prSet presAssocID="{E583CCB2-2913-431F-A440-D2D04A9382A9}" presName="container" presStyleCnt="0">
        <dgm:presLayoutVars>
          <dgm:dir/>
          <dgm:resizeHandles val="exact"/>
        </dgm:presLayoutVars>
      </dgm:prSet>
      <dgm:spPr/>
    </dgm:pt>
    <dgm:pt modelId="{62A10D94-DC04-4CEE-AC69-21637EADEE31}" type="pres">
      <dgm:prSet presAssocID="{CED32562-A778-4893-91A1-167173D7537B}" presName="compNode" presStyleCnt="0"/>
      <dgm:spPr/>
    </dgm:pt>
    <dgm:pt modelId="{8F6320FD-0BDA-473A-96E5-6791EF1208C9}" type="pres">
      <dgm:prSet presAssocID="{CED32562-A778-4893-91A1-167173D7537B}" presName="iconBgRect" presStyleLbl="bgShp" presStyleIdx="0" presStyleCnt="6"/>
      <dgm:spPr/>
    </dgm:pt>
    <dgm:pt modelId="{4D256A9F-5CAB-46E6-8CF3-9F93F29CAE4A}" type="pres">
      <dgm:prSet presAssocID="{CED32562-A778-4893-91A1-167173D7537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E6739439-E015-49D4-8CE6-18F635F9C611}" type="pres">
      <dgm:prSet presAssocID="{CED32562-A778-4893-91A1-167173D7537B}" presName="spaceRect" presStyleCnt="0"/>
      <dgm:spPr/>
    </dgm:pt>
    <dgm:pt modelId="{CDD22584-662A-4CBB-91A7-41DE041CBF9D}" type="pres">
      <dgm:prSet presAssocID="{CED32562-A778-4893-91A1-167173D7537B}" presName="textRect" presStyleLbl="revTx" presStyleIdx="0" presStyleCnt="6">
        <dgm:presLayoutVars>
          <dgm:chMax val="1"/>
          <dgm:chPref val="1"/>
        </dgm:presLayoutVars>
      </dgm:prSet>
      <dgm:spPr/>
    </dgm:pt>
    <dgm:pt modelId="{3D5F7247-37B4-4E8F-9D3F-7D3460CB1D13}" type="pres">
      <dgm:prSet presAssocID="{52EC4420-610D-4063-BB48-CC9AC391B798}" presName="sibTrans" presStyleLbl="sibTrans2D1" presStyleIdx="0" presStyleCnt="0"/>
      <dgm:spPr/>
    </dgm:pt>
    <dgm:pt modelId="{F68D0885-A97B-42B0-8979-D6FC454D4425}" type="pres">
      <dgm:prSet presAssocID="{1CF057BF-0C1F-410E-AC46-09EAC7E960AA}" presName="compNode" presStyleCnt="0"/>
      <dgm:spPr/>
    </dgm:pt>
    <dgm:pt modelId="{50FFADD3-ECAD-4A8E-91B7-ACAFFF12BDD8}" type="pres">
      <dgm:prSet presAssocID="{1CF057BF-0C1F-410E-AC46-09EAC7E960AA}" presName="iconBgRect" presStyleLbl="bgShp" presStyleIdx="1" presStyleCnt="6"/>
      <dgm:spPr/>
    </dgm:pt>
    <dgm:pt modelId="{EAAFA839-EBA6-4545-AD68-624A625F7F15}" type="pres">
      <dgm:prSet presAssocID="{1CF057BF-0C1F-410E-AC46-09EAC7E960A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mbilla"/>
        </a:ext>
      </dgm:extLst>
    </dgm:pt>
    <dgm:pt modelId="{6C8AAA38-6CC4-4B3F-9207-427268E9FAEB}" type="pres">
      <dgm:prSet presAssocID="{1CF057BF-0C1F-410E-AC46-09EAC7E960AA}" presName="spaceRect" presStyleCnt="0"/>
      <dgm:spPr/>
    </dgm:pt>
    <dgm:pt modelId="{04CF01D7-3B28-4024-9D94-8E8B2A4FE3CD}" type="pres">
      <dgm:prSet presAssocID="{1CF057BF-0C1F-410E-AC46-09EAC7E960AA}" presName="textRect" presStyleLbl="revTx" presStyleIdx="1" presStyleCnt="6">
        <dgm:presLayoutVars>
          <dgm:chMax val="1"/>
          <dgm:chPref val="1"/>
        </dgm:presLayoutVars>
      </dgm:prSet>
      <dgm:spPr/>
    </dgm:pt>
    <dgm:pt modelId="{8CE672EE-A022-406E-A707-D0C929B3611F}" type="pres">
      <dgm:prSet presAssocID="{E8014430-5CCE-4444-A8A5-E8C99F8E0754}" presName="sibTrans" presStyleLbl="sibTrans2D1" presStyleIdx="0" presStyleCnt="0"/>
      <dgm:spPr/>
    </dgm:pt>
    <dgm:pt modelId="{0F035021-E831-45F4-A974-6128CF0AC060}" type="pres">
      <dgm:prSet presAssocID="{C667A9B8-BB41-4C7E-8C45-7537BBCC8087}" presName="compNode" presStyleCnt="0"/>
      <dgm:spPr/>
    </dgm:pt>
    <dgm:pt modelId="{AC8A2A08-AE33-4DD1-9CC7-1CD9A87C375A}" type="pres">
      <dgm:prSet presAssocID="{C667A9B8-BB41-4C7E-8C45-7537BBCC8087}" presName="iconBgRect" presStyleLbl="bgShp" presStyleIdx="2" presStyleCnt="6"/>
      <dgm:spPr/>
    </dgm:pt>
    <dgm:pt modelId="{47B98D74-A97D-43FD-8E34-04A75B0AAB1E}" type="pres">
      <dgm:prSet presAssocID="{C667A9B8-BB41-4C7E-8C45-7537BBCC808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ar"/>
        </a:ext>
      </dgm:extLst>
    </dgm:pt>
    <dgm:pt modelId="{E8451FF2-0066-49C5-9422-F968785B124E}" type="pres">
      <dgm:prSet presAssocID="{C667A9B8-BB41-4C7E-8C45-7537BBCC8087}" presName="spaceRect" presStyleCnt="0"/>
      <dgm:spPr/>
    </dgm:pt>
    <dgm:pt modelId="{978A07DE-63FE-43F0-921B-14CAD7A5EEAF}" type="pres">
      <dgm:prSet presAssocID="{C667A9B8-BB41-4C7E-8C45-7537BBCC8087}" presName="textRect" presStyleLbl="revTx" presStyleIdx="2" presStyleCnt="6">
        <dgm:presLayoutVars>
          <dgm:chMax val="1"/>
          <dgm:chPref val="1"/>
        </dgm:presLayoutVars>
      </dgm:prSet>
      <dgm:spPr/>
    </dgm:pt>
    <dgm:pt modelId="{106E6BF3-E845-4845-B651-25A9F52BA611}" type="pres">
      <dgm:prSet presAssocID="{54C611CA-CDE7-4354-84A2-D7C08A30AF79}" presName="sibTrans" presStyleLbl="sibTrans2D1" presStyleIdx="0" presStyleCnt="0"/>
      <dgm:spPr/>
    </dgm:pt>
    <dgm:pt modelId="{6D51CF81-3E98-4FD8-896F-DDAC4C12EFA1}" type="pres">
      <dgm:prSet presAssocID="{FDBACE06-9E75-481D-8DBC-F99B50729495}" presName="compNode" presStyleCnt="0"/>
      <dgm:spPr/>
    </dgm:pt>
    <dgm:pt modelId="{BBEE400F-0058-460F-8536-6CFCF2B173F9}" type="pres">
      <dgm:prSet presAssocID="{FDBACE06-9E75-481D-8DBC-F99B50729495}" presName="iconBgRect" presStyleLbl="bgShp" presStyleIdx="3" presStyleCnt="6"/>
      <dgm:spPr/>
    </dgm:pt>
    <dgm:pt modelId="{BBA36626-D4EF-4E38-99A9-99E47E6D6E88}" type="pres">
      <dgm:prSet presAssocID="{FDBACE06-9E75-481D-8DBC-F99B5072949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149D317-FE2A-4C4B-B535-488AF8682FEB}" type="pres">
      <dgm:prSet presAssocID="{FDBACE06-9E75-481D-8DBC-F99B50729495}" presName="spaceRect" presStyleCnt="0"/>
      <dgm:spPr/>
    </dgm:pt>
    <dgm:pt modelId="{B60BB7F5-7257-4379-BD4F-13D52CE622E7}" type="pres">
      <dgm:prSet presAssocID="{FDBACE06-9E75-481D-8DBC-F99B50729495}" presName="textRect" presStyleLbl="revTx" presStyleIdx="3" presStyleCnt="6">
        <dgm:presLayoutVars>
          <dgm:chMax val="1"/>
          <dgm:chPref val="1"/>
        </dgm:presLayoutVars>
      </dgm:prSet>
      <dgm:spPr/>
    </dgm:pt>
    <dgm:pt modelId="{2F7C8A71-7605-4DDA-AC16-4FDD05166CAB}" type="pres">
      <dgm:prSet presAssocID="{98598F69-C9BE-400F-B55C-39192ACD987C}" presName="sibTrans" presStyleLbl="sibTrans2D1" presStyleIdx="0" presStyleCnt="0"/>
      <dgm:spPr/>
    </dgm:pt>
    <dgm:pt modelId="{857712B9-7A19-49CF-BEF0-73CC14695997}" type="pres">
      <dgm:prSet presAssocID="{5AC34568-A015-4B29-9A84-71AD79B3E37B}" presName="compNode" presStyleCnt="0"/>
      <dgm:spPr/>
    </dgm:pt>
    <dgm:pt modelId="{73C28DE5-3387-450C-8BC6-A37A23910729}" type="pres">
      <dgm:prSet presAssocID="{5AC34568-A015-4B29-9A84-71AD79B3E37B}" presName="iconBgRect" presStyleLbl="bgShp" presStyleIdx="4" presStyleCnt="6"/>
      <dgm:spPr/>
    </dgm:pt>
    <dgm:pt modelId="{3D158627-A524-4DE2-8D23-D10AE4E8B46B}" type="pres">
      <dgm:prSet presAssocID="{5AC34568-A015-4B29-9A84-71AD79B3E37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55DD8581-2BB7-44DA-BFE8-18FABAC6F325}" type="pres">
      <dgm:prSet presAssocID="{5AC34568-A015-4B29-9A84-71AD79B3E37B}" presName="spaceRect" presStyleCnt="0"/>
      <dgm:spPr/>
    </dgm:pt>
    <dgm:pt modelId="{46B39619-A269-48C6-ABEF-FA9F178F0AB3}" type="pres">
      <dgm:prSet presAssocID="{5AC34568-A015-4B29-9A84-71AD79B3E37B}" presName="textRect" presStyleLbl="revTx" presStyleIdx="4" presStyleCnt="6">
        <dgm:presLayoutVars>
          <dgm:chMax val="1"/>
          <dgm:chPref val="1"/>
        </dgm:presLayoutVars>
      </dgm:prSet>
      <dgm:spPr/>
    </dgm:pt>
    <dgm:pt modelId="{A900BBEB-D3B8-4245-A512-D69A495A1925}" type="pres">
      <dgm:prSet presAssocID="{84566BD6-573A-4147-8115-C872E9B900D4}" presName="sibTrans" presStyleLbl="sibTrans2D1" presStyleIdx="0" presStyleCnt="0"/>
      <dgm:spPr/>
    </dgm:pt>
    <dgm:pt modelId="{D8546141-7EE9-46F9-99BA-AB21561D0F0C}" type="pres">
      <dgm:prSet presAssocID="{750E9C49-67F8-4276-801E-39887B006E6C}" presName="compNode" presStyleCnt="0"/>
      <dgm:spPr/>
    </dgm:pt>
    <dgm:pt modelId="{C1678CBA-C131-4D71-AC13-19C1127DB954}" type="pres">
      <dgm:prSet presAssocID="{750E9C49-67F8-4276-801E-39887B006E6C}" presName="iconBgRect" presStyleLbl="bgShp" presStyleIdx="5" presStyleCnt="6"/>
      <dgm:spPr/>
    </dgm:pt>
    <dgm:pt modelId="{FABB7B6F-19E5-4A40-BD6B-10F68180165E}" type="pres">
      <dgm:prSet presAssocID="{750E9C49-67F8-4276-801E-39887B006E6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13DCA976-B51F-449D-8B29-C81AB98FC6F1}" type="pres">
      <dgm:prSet presAssocID="{750E9C49-67F8-4276-801E-39887B006E6C}" presName="spaceRect" presStyleCnt="0"/>
      <dgm:spPr/>
    </dgm:pt>
    <dgm:pt modelId="{86FCED60-F968-4396-B977-6A7149871369}" type="pres">
      <dgm:prSet presAssocID="{750E9C49-67F8-4276-801E-39887B006E6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0DEA802-0E8B-46B6-810A-D7ACB115EFF6}" type="presOf" srcId="{E583CCB2-2913-431F-A440-D2D04A9382A9}" destId="{7F21CD64-F173-494E-854D-64C04268EACC}" srcOrd="0" destOrd="0" presId="urn:microsoft.com/office/officeart/2018/2/layout/IconCircleList"/>
    <dgm:cxn modelId="{D3E1CD06-05C8-46F9-B091-A3C5597CC700}" type="presOf" srcId="{98598F69-C9BE-400F-B55C-39192ACD987C}" destId="{2F7C8A71-7605-4DDA-AC16-4FDD05166CAB}" srcOrd="0" destOrd="0" presId="urn:microsoft.com/office/officeart/2018/2/layout/IconCircleList"/>
    <dgm:cxn modelId="{7C6E1209-4FD6-40A4-AAED-AAAEF644132A}" type="presOf" srcId="{5AC34568-A015-4B29-9A84-71AD79B3E37B}" destId="{46B39619-A269-48C6-ABEF-FA9F178F0AB3}" srcOrd="0" destOrd="0" presId="urn:microsoft.com/office/officeart/2018/2/layout/IconCircleList"/>
    <dgm:cxn modelId="{E9F7A60D-D875-40B5-890C-2A5D93F633D6}" type="presOf" srcId="{C667A9B8-BB41-4C7E-8C45-7537BBCC8087}" destId="{978A07DE-63FE-43F0-921B-14CAD7A5EEAF}" srcOrd="0" destOrd="0" presId="urn:microsoft.com/office/officeart/2018/2/layout/IconCircleList"/>
    <dgm:cxn modelId="{7A82ED1B-EC80-4A57-AD3E-57ED2CB22C12}" type="presOf" srcId="{54C611CA-CDE7-4354-84A2-D7C08A30AF79}" destId="{106E6BF3-E845-4845-B651-25A9F52BA611}" srcOrd="0" destOrd="0" presId="urn:microsoft.com/office/officeart/2018/2/layout/IconCircleList"/>
    <dgm:cxn modelId="{DE58A829-860A-49DE-9809-B561ED48C1A7}" type="presOf" srcId="{84566BD6-573A-4147-8115-C872E9B900D4}" destId="{A900BBEB-D3B8-4245-A512-D69A495A1925}" srcOrd="0" destOrd="0" presId="urn:microsoft.com/office/officeart/2018/2/layout/IconCircleList"/>
    <dgm:cxn modelId="{715B2C2B-2111-4DB4-902A-6BEB98B49767}" type="presOf" srcId="{1CF057BF-0C1F-410E-AC46-09EAC7E960AA}" destId="{04CF01D7-3B28-4024-9D94-8E8B2A4FE3CD}" srcOrd="0" destOrd="0" presId="urn:microsoft.com/office/officeart/2018/2/layout/IconCircleList"/>
    <dgm:cxn modelId="{04192341-A47E-4EC2-B8CD-78327945B393}" type="presOf" srcId="{750E9C49-67F8-4276-801E-39887B006E6C}" destId="{86FCED60-F968-4396-B977-6A7149871369}" srcOrd="0" destOrd="0" presId="urn:microsoft.com/office/officeart/2018/2/layout/IconCircleList"/>
    <dgm:cxn modelId="{0C7A3B41-ABE4-4DC6-9859-9764C1172FB9}" type="presOf" srcId="{CED32562-A778-4893-91A1-167173D7537B}" destId="{CDD22584-662A-4CBB-91A7-41DE041CBF9D}" srcOrd="0" destOrd="0" presId="urn:microsoft.com/office/officeart/2018/2/layout/IconCircleList"/>
    <dgm:cxn modelId="{BD2C2B69-B4C9-4CFF-92A5-08A32B5B3A20}" srcId="{E583CCB2-2913-431F-A440-D2D04A9382A9}" destId="{5AC34568-A015-4B29-9A84-71AD79B3E37B}" srcOrd="4" destOrd="0" parTransId="{E7781617-7C1B-452B-8B2B-62B633FC42A1}" sibTransId="{84566BD6-573A-4147-8115-C872E9B900D4}"/>
    <dgm:cxn modelId="{4E276173-EFC3-4D29-BE2D-47984C48FB06}" srcId="{E583CCB2-2913-431F-A440-D2D04A9382A9}" destId="{1CF057BF-0C1F-410E-AC46-09EAC7E960AA}" srcOrd="1" destOrd="0" parTransId="{37B685D0-D671-456F-A2E2-25D9337251C6}" sibTransId="{E8014430-5CCE-4444-A8A5-E8C99F8E0754}"/>
    <dgm:cxn modelId="{DF323B77-C41A-4C38-A8C3-020A432F0505}" srcId="{E583CCB2-2913-431F-A440-D2D04A9382A9}" destId="{CED32562-A778-4893-91A1-167173D7537B}" srcOrd="0" destOrd="0" parTransId="{1F3793DB-EA56-4955-9C3D-4A7F7BEAF222}" sibTransId="{52EC4420-610D-4063-BB48-CC9AC391B798}"/>
    <dgm:cxn modelId="{B3D39995-BD87-4E67-A340-DE6C4C7CF7A3}" type="presOf" srcId="{E8014430-5CCE-4444-A8A5-E8C99F8E0754}" destId="{8CE672EE-A022-406E-A707-D0C929B3611F}" srcOrd="0" destOrd="0" presId="urn:microsoft.com/office/officeart/2018/2/layout/IconCircleList"/>
    <dgm:cxn modelId="{FCF5D0A3-9ACB-43A1-9FA3-744EDE8EAD44}" type="presOf" srcId="{52EC4420-610D-4063-BB48-CC9AC391B798}" destId="{3D5F7247-37B4-4E8F-9D3F-7D3460CB1D13}" srcOrd="0" destOrd="0" presId="urn:microsoft.com/office/officeart/2018/2/layout/IconCircleList"/>
    <dgm:cxn modelId="{DCE2E5AC-13A5-4DF2-9243-7CE67CFABA8D}" srcId="{E583CCB2-2913-431F-A440-D2D04A9382A9}" destId="{C667A9B8-BB41-4C7E-8C45-7537BBCC8087}" srcOrd="2" destOrd="0" parTransId="{2B11F89F-37E2-4F67-87C3-BF9521966E95}" sibTransId="{54C611CA-CDE7-4354-84A2-D7C08A30AF79}"/>
    <dgm:cxn modelId="{D59F08B9-7B2D-4AE0-8B7F-D3E044BE9B05}" srcId="{E583CCB2-2913-431F-A440-D2D04A9382A9}" destId="{750E9C49-67F8-4276-801E-39887B006E6C}" srcOrd="5" destOrd="0" parTransId="{C909F690-FBA1-4E6F-AD2F-AE6766F25DD2}" sibTransId="{26CEBE21-113F-46AA-A77F-55DC6FE72A56}"/>
    <dgm:cxn modelId="{828CA6E9-7F6F-4BC5-9689-DDA485CD8965}" srcId="{E583CCB2-2913-431F-A440-D2D04A9382A9}" destId="{FDBACE06-9E75-481D-8DBC-F99B50729495}" srcOrd="3" destOrd="0" parTransId="{BCBE947E-9A04-4088-BA74-DF37A721D200}" sibTransId="{98598F69-C9BE-400F-B55C-39192ACD987C}"/>
    <dgm:cxn modelId="{9C8E06F4-FD13-4A84-9C42-7068B5033C21}" type="presOf" srcId="{FDBACE06-9E75-481D-8DBC-F99B50729495}" destId="{B60BB7F5-7257-4379-BD4F-13D52CE622E7}" srcOrd="0" destOrd="0" presId="urn:microsoft.com/office/officeart/2018/2/layout/IconCircleList"/>
    <dgm:cxn modelId="{98766095-14D9-4D1C-85E6-078BFBD9681A}" type="presParOf" srcId="{7F21CD64-F173-494E-854D-64C04268EACC}" destId="{81EE9EDB-823A-4FB9-9FC4-CF88E08DB9CE}" srcOrd="0" destOrd="0" presId="urn:microsoft.com/office/officeart/2018/2/layout/IconCircleList"/>
    <dgm:cxn modelId="{99CBD78B-5034-4AF4-B496-52C862495AD0}" type="presParOf" srcId="{81EE9EDB-823A-4FB9-9FC4-CF88E08DB9CE}" destId="{62A10D94-DC04-4CEE-AC69-21637EADEE31}" srcOrd="0" destOrd="0" presId="urn:microsoft.com/office/officeart/2018/2/layout/IconCircleList"/>
    <dgm:cxn modelId="{4163C699-2F6F-4831-8EB7-CF74D793F0F2}" type="presParOf" srcId="{62A10D94-DC04-4CEE-AC69-21637EADEE31}" destId="{8F6320FD-0BDA-473A-96E5-6791EF1208C9}" srcOrd="0" destOrd="0" presId="urn:microsoft.com/office/officeart/2018/2/layout/IconCircleList"/>
    <dgm:cxn modelId="{7D4C39B8-C57C-4F8C-84B8-F7F7E0795316}" type="presParOf" srcId="{62A10D94-DC04-4CEE-AC69-21637EADEE31}" destId="{4D256A9F-5CAB-46E6-8CF3-9F93F29CAE4A}" srcOrd="1" destOrd="0" presId="urn:microsoft.com/office/officeart/2018/2/layout/IconCircleList"/>
    <dgm:cxn modelId="{52455BAF-C9FF-4BB8-A70F-27E2EEEE0261}" type="presParOf" srcId="{62A10D94-DC04-4CEE-AC69-21637EADEE31}" destId="{E6739439-E015-49D4-8CE6-18F635F9C611}" srcOrd="2" destOrd="0" presId="urn:microsoft.com/office/officeart/2018/2/layout/IconCircleList"/>
    <dgm:cxn modelId="{D1420A8B-5DF4-47A6-8F97-A43E53451E9B}" type="presParOf" srcId="{62A10D94-DC04-4CEE-AC69-21637EADEE31}" destId="{CDD22584-662A-4CBB-91A7-41DE041CBF9D}" srcOrd="3" destOrd="0" presId="urn:microsoft.com/office/officeart/2018/2/layout/IconCircleList"/>
    <dgm:cxn modelId="{D5D2A4C7-D0C1-4E7D-931B-5596C9C4A4BF}" type="presParOf" srcId="{81EE9EDB-823A-4FB9-9FC4-CF88E08DB9CE}" destId="{3D5F7247-37B4-4E8F-9D3F-7D3460CB1D13}" srcOrd="1" destOrd="0" presId="urn:microsoft.com/office/officeart/2018/2/layout/IconCircleList"/>
    <dgm:cxn modelId="{FF93670D-7DEA-43B5-8285-86093BBA5F68}" type="presParOf" srcId="{81EE9EDB-823A-4FB9-9FC4-CF88E08DB9CE}" destId="{F68D0885-A97B-42B0-8979-D6FC454D4425}" srcOrd="2" destOrd="0" presId="urn:microsoft.com/office/officeart/2018/2/layout/IconCircleList"/>
    <dgm:cxn modelId="{81EE7312-A703-4C35-AD24-84603D0131C1}" type="presParOf" srcId="{F68D0885-A97B-42B0-8979-D6FC454D4425}" destId="{50FFADD3-ECAD-4A8E-91B7-ACAFFF12BDD8}" srcOrd="0" destOrd="0" presId="urn:microsoft.com/office/officeart/2018/2/layout/IconCircleList"/>
    <dgm:cxn modelId="{83D5F38E-2852-40FF-8DEF-923663ACCF2E}" type="presParOf" srcId="{F68D0885-A97B-42B0-8979-D6FC454D4425}" destId="{EAAFA839-EBA6-4545-AD68-624A625F7F15}" srcOrd="1" destOrd="0" presId="urn:microsoft.com/office/officeart/2018/2/layout/IconCircleList"/>
    <dgm:cxn modelId="{55C4854F-3BC2-4390-9C70-46CAF0BD5527}" type="presParOf" srcId="{F68D0885-A97B-42B0-8979-D6FC454D4425}" destId="{6C8AAA38-6CC4-4B3F-9207-427268E9FAEB}" srcOrd="2" destOrd="0" presId="urn:microsoft.com/office/officeart/2018/2/layout/IconCircleList"/>
    <dgm:cxn modelId="{24D058EA-C601-424C-ACEF-905EBBC99A21}" type="presParOf" srcId="{F68D0885-A97B-42B0-8979-D6FC454D4425}" destId="{04CF01D7-3B28-4024-9D94-8E8B2A4FE3CD}" srcOrd="3" destOrd="0" presId="urn:microsoft.com/office/officeart/2018/2/layout/IconCircleList"/>
    <dgm:cxn modelId="{65085C6A-87D0-4046-9774-95505C5EAFE8}" type="presParOf" srcId="{81EE9EDB-823A-4FB9-9FC4-CF88E08DB9CE}" destId="{8CE672EE-A022-406E-A707-D0C929B3611F}" srcOrd="3" destOrd="0" presId="urn:microsoft.com/office/officeart/2018/2/layout/IconCircleList"/>
    <dgm:cxn modelId="{CFED6260-6DB4-4FCD-BF93-8D9B9B2C55D3}" type="presParOf" srcId="{81EE9EDB-823A-4FB9-9FC4-CF88E08DB9CE}" destId="{0F035021-E831-45F4-A974-6128CF0AC060}" srcOrd="4" destOrd="0" presId="urn:microsoft.com/office/officeart/2018/2/layout/IconCircleList"/>
    <dgm:cxn modelId="{AD7DB399-5B09-4DCB-B319-90FBDD7A9BAD}" type="presParOf" srcId="{0F035021-E831-45F4-A974-6128CF0AC060}" destId="{AC8A2A08-AE33-4DD1-9CC7-1CD9A87C375A}" srcOrd="0" destOrd="0" presId="urn:microsoft.com/office/officeart/2018/2/layout/IconCircleList"/>
    <dgm:cxn modelId="{601C7CFF-1EDC-42C2-B5F6-4EB4E76ACA5A}" type="presParOf" srcId="{0F035021-E831-45F4-A974-6128CF0AC060}" destId="{47B98D74-A97D-43FD-8E34-04A75B0AAB1E}" srcOrd="1" destOrd="0" presId="urn:microsoft.com/office/officeart/2018/2/layout/IconCircleList"/>
    <dgm:cxn modelId="{D01DB807-98B8-4F90-A0A2-F904A3D4B878}" type="presParOf" srcId="{0F035021-E831-45F4-A974-6128CF0AC060}" destId="{E8451FF2-0066-49C5-9422-F968785B124E}" srcOrd="2" destOrd="0" presId="urn:microsoft.com/office/officeart/2018/2/layout/IconCircleList"/>
    <dgm:cxn modelId="{C570B867-A4E8-4271-B117-9AC8ECF2A182}" type="presParOf" srcId="{0F035021-E831-45F4-A974-6128CF0AC060}" destId="{978A07DE-63FE-43F0-921B-14CAD7A5EEAF}" srcOrd="3" destOrd="0" presId="urn:microsoft.com/office/officeart/2018/2/layout/IconCircleList"/>
    <dgm:cxn modelId="{F5F0CEEA-2757-475A-9CF8-CEF5691BEF52}" type="presParOf" srcId="{81EE9EDB-823A-4FB9-9FC4-CF88E08DB9CE}" destId="{106E6BF3-E845-4845-B651-25A9F52BA611}" srcOrd="5" destOrd="0" presId="urn:microsoft.com/office/officeart/2018/2/layout/IconCircleList"/>
    <dgm:cxn modelId="{4EDC7A78-0050-4873-BEDC-25F31F9CF1D0}" type="presParOf" srcId="{81EE9EDB-823A-4FB9-9FC4-CF88E08DB9CE}" destId="{6D51CF81-3E98-4FD8-896F-DDAC4C12EFA1}" srcOrd="6" destOrd="0" presId="urn:microsoft.com/office/officeart/2018/2/layout/IconCircleList"/>
    <dgm:cxn modelId="{7019DC50-D4D3-41AB-A8A0-D2BCF3687146}" type="presParOf" srcId="{6D51CF81-3E98-4FD8-896F-DDAC4C12EFA1}" destId="{BBEE400F-0058-460F-8536-6CFCF2B173F9}" srcOrd="0" destOrd="0" presId="urn:microsoft.com/office/officeart/2018/2/layout/IconCircleList"/>
    <dgm:cxn modelId="{E8CAB5D7-C0E3-45B3-B4CA-CC3E9CC0E85F}" type="presParOf" srcId="{6D51CF81-3E98-4FD8-896F-DDAC4C12EFA1}" destId="{BBA36626-D4EF-4E38-99A9-99E47E6D6E88}" srcOrd="1" destOrd="0" presId="urn:microsoft.com/office/officeart/2018/2/layout/IconCircleList"/>
    <dgm:cxn modelId="{725EEF36-801A-4861-B7B1-4A8CF2D7C195}" type="presParOf" srcId="{6D51CF81-3E98-4FD8-896F-DDAC4C12EFA1}" destId="{3149D317-FE2A-4C4B-B535-488AF8682FEB}" srcOrd="2" destOrd="0" presId="urn:microsoft.com/office/officeart/2018/2/layout/IconCircleList"/>
    <dgm:cxn modelId="{53993EC6-2BA2-487D-B336-D05816AE9EAE}" type="presParOf" srcId="{6D51CF81-3E98-4FD8-896F-DDAC4C12EFA1}" destId="{B60BB7F5-7257-4379-BD4F-13D52CE622E7}" srcOrd="3" destOrd="0" presId="urn:microsoft.com/office/officeart/2018/2/layout/IconCircleList"/>
    <dgm:cxn modelId="{9E9BC8B7-3FCE-4218-9C2E-BD985D809004}" type="presParOf" srcId="{81EE9EDB-823A-4FB9-9FC4-CF88E08DB9CE}" destId="{2F7C8A71-7605-4DDA-AC16-4FDD05166CAB}" srcOrd="7" destOrd="0" presId="urn:microsoft.com/office/officeart/2018/2/layout/IconCircleList"/>
    <dgm:cxn modelId="{1EFCE52B-9CAC-4B1B-B834-D0C11F88D170}" type="presParOf" srcId="{81EE9EDB-823A-4FB9-9FC4-CF88E08DB9CE}" destId="{857712B9-7A19-49CF-BEF0-73CC14695997}" srcOrd="8" destOrd="0" presId="urn:microsoft.com/office/officeart/2018/2/layout/IconCircleList"/>
    <dgm:cxn modelId="{78366D68-C6D8-4765-AA67-C25544658705}" type="presParOf" srcId="{857712B9-7A19-49CF-BEF0-73CC14695997}" destId="{73C28DE5-3387-450C-8BC6-A37A23910729}" srcOrd="0" destOrd="0" presId="urn:microsoft.com/office/officeart/2018/2/layout/IconCircleList"/>
    <dgm:cxn modelId="{40772125-B16C-4620-9670-72F0FE4BC3F4}" type="presParOf" srcId="{857712B9-7A19-49CF-BEF0-73CC14695997}" destId="{3D158627-A524-4DE2-8D23-D10AE4E8B46B}" srcOrd="1" destOrd="0" presId="urn:microsoft.com/office/officeart/2018/2/layout/IconCircleList"/>
    <dgm:cxn modelId="{3CCFCDE3-1402-49D0-97F7-0A3910A2F8B0}" type="presParOf" srcId="{857712B9-7A19-49CF-BEF0-73CC14695997}" destId="{55DD8581-2BB7-44DA-BFE8-18FABAC6F325}" srcOrd="2" destOrd="0" presId="urn:microsoft.com/office/officeart/2018/2/layout/IconCircleList"/>
    <dgm:cxn modelId="{406C4157-7ABA-4AD7-96E2-F13C84DBA7A6}" type="presParOf" srcId="{857712B9-7A19-49CF-BEF0-73CC14695997}" destId="{46B39619-A269-48C6-ABEF-FA9F178F0AB3}" srcOrd="3" destOrd="0" presId="urn:microsoft.com/office/officeart/2018/2/layout/IconCircleList"/>
    <dgm:cxn modelId="{F2ED6EEC-D69F-46A4-BD73-3B0F36D46A84}" type="presParOf" srcId="{81EE9EDB-823A-4FB9-9FC4-CF88E08DB9CE}" destId="{A900BBEB-D3B8-4245-A512-D69A495A1925}" srcOrd="9" destOrd="0" presId="urn:microsoft.com/office/officeart/2018/2/layout/IconCircleList"/>
    <dgm:cxn modelId="{6F97FEBE-F07A-4F95-A1C8-27E501579407}" type="presParOf" srcId="{81EE9EDB-823A-4FB9-9FC4-CF88E08DB9CE}" destId="{D8546141-7EE9-46F9-99BA-AB21561D0F0C}" srcOrd="10" destOrd="0" presId="urn:microsoft.com/office/officeart/2018/2/layout/IconCircleList"/>
    <dgm:cxn modelId="{F9F8D85C-F615-4170-8BE7-FCD3FA5B15A1}" type="presParOf" srcId="{D8546141-7EE9-46F9-99BA-AB21561D0F0C}" destId="{C1678CBA-C131-4D71-AC13-19C1127DB954}" srcOrd="0" destOrd="0" presId="urn:microsoft.com/office/officeart/2018/2/layout/IconCircleList"/>
    <dgm:cxn modelId="{C2284795-DB90-4BAB-870C-C0440C52EA1E}" type="presParOf" srcId="{D8546141-7EE9-46F9-99BA-AB21561D0F0C}" destId="{FABB7B6F-19E5-4A40-BD6B-10F68180165E}" srcOrd="1" destOrd="0" presId="urn:microsoft.com/office/officeart/2018/2/layout/IconCircleList"/>
    <dgm:cxn modelId="{E9B64175-F0D3-4A0C-A895-0622A875BAC0}" type="presParOf" srcId="{D8546141-7EE9-46F9-99BA-AB21561D0F0C}" destId="{13DCA976-B51F-449D-8B29-C81AB98FC6F1}" srcOrd="2" destOrd="0" presId="urn:microsoft.com/office/officeart/2018/2/layout/IconCircleList"/>
    <dgm:cxn modelId="{3F09B3A9-4CE1-4AF4-839A-361F98CC54A0}" type="presParOf" srcId="{D8546141-7EE9-46F9-99BA-AB21561D0F0C}" destId="{86FCED60-F968-4396-B977-6A714987136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52D15B8-8C28-4EA5-8109-66C14425BE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EFA54DF-6F31-4AEF-9DE6-C990927A6EF4}">
      <dgm:prSet/>
      <dgm:spPr/>
      <dgm:t>
        <a:bodyPr/>
        <a:lstStyle/>
        <a:p>
          <a:r>
            <a:rPr lang="es-AR" b="1" i="0" baseline="0" dirty="0"/>
            <a:t>Eficiencia Operativa y Productividad:</a:t>
          </a:r>
          <a:endParaRPr lang="en-US" dirty="0"/>
        </a:p>
      </dgm:t>
    </dgm:pt>
    <dgm:pt modelId="{07CD2D62-85E0-42C1-8D21-14CA0BFAA435}" type="parTrans" cxnId="{D002C16C-4B54-4228-A9DC-B228756ADECA}">
      <dgm:prSet/>
      <dgm:spPr/>
      <dgm:t>
        <a:bodyPr/>
        <a:lstStyle/>
        <a:p>
          <a:endParaRPr lang="en-US"/>
        </a:p>
      </dgm:t>
    </dgm:pt>
    <dgm:pt modelId="{31F276FD-254E-46A9-8488-8C516F0379BC}" type="sibTrans" cxnId="{D002C16C-4B54-4228-A9DC-B228756ADECA}">
      <dgm:prSet/>
      <dgm:spPr/>
      <dgm:t>
        <a:bodyPr/>
        <a:lstStyle/>
        <a:p>
          <a:endParaRPr lang="en-US"/>
        </a:p>
      </dgm:t>
    </dgm:pt>
    <dgm:pt modelId="{1A78AE74-5210-47B6-B8DF-D5B77444AB9D}">
      <dgm:prSet/>
      <dgm:spPr/>
      <dgm:t>
        <a:bodyPr/>
        <a:lstStyle/>
        <a:p>
          <a:r>
            <a:rPr lang="es-AR" b="1" i="0" baseline="0"/>
            <a:t>Automatización de procesos:</a:t>
          </a:r>
          <a:r>
            <a:rPr lang="es-AR" b="0" i="0" baseline="0"/>
            <a:t> La adopción de tecnología permite realizar tareas repetitivas de forma más rápida y precisa, reduciendo errores humanos.</a:t>
          </a:r>
          <a:endParaRPr lang="en-US"/>
        </a:p>
      </dgm:t>
    </dgm:pt>
    <dgm:pt modelId="{38759F0F-C11B-43A6-B810-59AF7A9DF1B7}" type="parTrans" cxnId="{7D5267FB-75CD-4C35-8CA3-429530181DDD}">
      <dgm:prSet/>
      <dgm:spPr/>
      <dgm:t>
        <a:bodyPr/>
        <a:lstStyle/>
        <a:p>
          <a:endParaRPr lang="en-US"/>
        </a:p>
      </dgm:t>
    </dgm:pt>
    <dgm:pt modelId="{1036752E-CCAA-476B-A7ED-B81E7B0A005F}" type="sibTrans" cxnId="{7D5267FB-75CD-4C35-8CA3-429530181DDD}">
      <dgm:prSet/>
      <dgm:spPr/>
      <dgm:t>
        <a:bodyPr/>
        <a:lstStyle/>
        <a:p>
          <a:endParaRPr lang="en-US"/>
        </a:p>
      </dgm:t>
    </dgm:pt>
    <dgm:pt modelId="{0B780BC6-2595-496D-9AE3-71FB44268A54}">
      <dgm:prSet/>
      <dgm:spPr/>
      <dgm:t>
        <a:bodyPr/>
        <a:lstStyle/>
        <a:p>
          <a:r>
            <a:rPr lang="es-AR" b="1" i="0" baseline="0" dirty="0"/>
            <a:t>Reducción de costos:</a:t>
          </a:r>
          <a:r>
            <a:rPr lang="es-AR" b="0" i="0" baseline="0" dirty="0"/>
            <a:t> Mejora la gestión de recursos, lo que disminuye gastos operativos y maximiza la rentabilidad.</a:t>
          </a:r>
          <a:endParaRPr lang="en-US" dirty="0"/>
        </a:p>
      </dgm:t>
    </dgm:pt>
    <dgm:pt modelId="{74B0E7C0-0B77-4D2C-8D2D-9E8196DB2BE8}" type="parTrans" cxnId="{05867E3F-7961-4EBB-873D-EB81DE60E177}">
      <dgm:prSet/>
      <dgm:spPr/>
      <dgm:t>
        <a:bodyPr/>
        <a:lstStyle/>
        <a:p>
          <a:endParaRPr lang="en-US"/>
        </a:p>
      </dgm:t>
    </dgm:pt>
    <dgm:pt modelId="{4E99BFC3-6600-4EA1-80C5-6B4F5BF835D6}" type="sibTrans" cxnId="{05867E3F-7961-4EBB-873D-EB81DE60E177}">
      <dgm:prSet/>
      <dgm:spPr/>
      <dgm:t>
        <a:bodyPr/>
        <a:lstStyle/>
        <a:p>
          <a:endParaRPr lang="en-US"/>
        </a:p>
      </dgm:t>
    </dgm:pt>
    <dgm:pt modelId="{7140D902-E067-484C-9C45-E064E35B80DF}">
      <dgm:prSet/>
      <dgm:spPr/>
      <dgm:t>
        <a:bodyPr/>
        <a:lstStyle/>
        <a:p>
          <a:r>
            <a:rPr lang="es-AR" b="1" i="0" baseline="0"/>
            <a:t>Monitoreo en tiempo real:</a:t>
          </a:r>
          <a:r>
            <a:rPr lang="es-AR" b="0" i="0" baseline="0"/>
            <a:t> Facilita el seguimiento de inventarios, producción y finanzas.</a:t>
          </a:r>
          <a:endParaRPr lang="en-US"/>
        </a:p>
      </dgm:t>
    </dgm:pt>
    <dgm:pt modelId="{108E8390-335C-4567-ACB6-6FD1F9DE7B2F}" type="parTrans" cxnId="{96ADBE29-DD4A-4F20-AEE8-7FB804377BA3}">
      <dgm:prSet/>
      <dgm:spPr/>
      <dgm:t>
        <a:bodyPr/>
        <a:lstStyle/>
        <a:p>
          <a:endParaRPr lang="en-US"/>
        </a:p>
      </dgm:t>
    </dgm:pt>
    <dgm:pt modelId="{B7151982-B264-47A4-8934-B860DE569C9C}" type="sibTrans" cxnId="{96ADBE29-DD4A-4F20-AEE8-7FB804377BA3}">
      <dgm:prSet/>
      <dgm:spPr/>
      <dgm:t>
        <a:bodyPr/>
        <a:lstStyle/>
        <a:p>
          <a:endParaRPr lang="en-US"/>
        </a:p>
      </dgm:t>
    </dgm:pt>
    <dgm:pt modelId="{F4E407BB-E066-4C5E-887F-AFF36F1F8719}">
      <dgm:prSet/>
      <dgm:spPr/>
      <dgm:t>
        <a:bodyPr/>
        <a:lstStyle/>
        <a:p>
          <a:r>
            <a:rPr lang="es-AR" b="1" i="0" baseline="0"/>
            <a:t>Competitividad y Crecimiento Empresarial:</a:t>
          </a:r>
          <a:endParaRPr lang="en-US"/>
        </a:p>
      </dgm:t>
    </dgm:pt>
    <dgm:pt modelId="{734D4B3C-0F07-4BD6-9630-DAC33E54B32B}" type="parTrans" cxnId="{50D618AB-9762-485D-961B-932F0C00EDFB}">
      <dgm:prSet/>
      <dgm:spPr/>
      <dgm:t>
        <a:bodyPr/>
        <a:lstStyle/>
        <a:p>
          <a:endParaRPr lang="en-US"/>
        </a:p>
      </dgm:t>
    </dgm:pt>
    <dgm:pt modelId="{F71DB5C3-E831-470E-8661-E602796B17CB}" type="sibTrans" cxnId="{50D618AB-9762-485D-961B-932F0C00EDFB}">
      <dgm:prSet/>
      <dgm:spPr/>
      <dgm:t>
        <a:bodyPr/>
        <a:lstStyle/>
        <a:p>
          <a:endParaRPr lang="en-US"/>
        </a:p>
      </dgm:t>
    </dgm:pt>
    <dgm:pt modelId="{57B8A073-3CED-4376-A2DD-F2236B1911B1}">
      <dgm:prSet/>
      <dgm:spPr/>
      <dgm:t>
        <a:bodyPr/>
        <a:lstStyle/>
        <a:p>
          <a:r>
            <a:rPr lang="es-AR" b="1" i="0" baseline="0"/>
            <a:t>Ventaja competitiva:</a:t>
          </a:r>
          <a:r>
            <a:rPr lang="es-AR" b="0" i="0" baseline="0"/>
            <a:t> Permite a las empresas diferenciarse en el mercado y adaptarse a cambios constantes.</a:t>
          </a:r>
          <a:endParaRPr lang="en-US"/>
        </a:p>
      </dgm:t>
    </dgm:pt>
    <dgm:pt modelId="{C244F35C-27EF-4B8F-8802-E06D940C3F32}" type="parTrans" cxnId="{4F7DF742-5E4A-4C8D-A783-A5C82807E552}">
      <dgm:prSet/>
      <dgm:spPr/>
      <dgm:t>
        <a:bodyPr/>
        <a:lstStyle/>
        <a:p>
          <a:endParaRPr lang="en-US"/>
        </a:p>
      </dgm:t>
    </dgm:pt>
    <dgm:pt modelId="{31293956-5CE2-4717-8946-0F44B8D289FA}" type="sibTrans" cxnId="{4F7DF742-5E4A-4C8D-A783-A5C82807E552}">
      <dgm:prSet/>
      <dgm:spPr/>
      <dgm:t>
        <a:bodyPr/>
        <a:lstStyle/>
        <a:p>
          <a:endParaRPr lang="en-US"/>
        </a:p>
      </dgm:t>
    </dgm:pt>
    <dgm:pt modelId="{6C227FC1-BC37-4E76-8EC2-4F92EFA21002}">
      <dgm:prSet/>
      <dgm:spPr/>
      <dgm:t>
        <a:bodyPr/>
        <a:lstStyle/>
        <a:p>
          <a:r>
            <a:rPr lang="es-AR" b="1" i="0" baseline="0"/>
            <a:t>Acceso a nuevos mercados:</a:t>
          </a:r>
          <a:r>
            <a:rPr lang="es-AR" b="0" i="0" baseline="0"/>
            <a:t> Abre oportunidades de negocio globales y facilita el trabajo remoto.</a:t>
          </a:r>
          <a:endParaRPr lang="en-US"/>
        </a:p>
      </dgm:t>
    </dgm:pt>
    <dgm:pt modelId="{EE8CCC80-9E61-4B1D-A3FD-A5136BDA9273}" type="parTrans" cxnId="{5CE7FCA6-B55D-49E9-B5CB-E0F8E1F18B02}">
      <dgm:prSet/>
      <dgm:spPr/>
      <dgm:t>
        <a:bodyPr/>
        <a:lstStyle/>
        <a:p>
          <a:endParaRPr lang="en-US"/>
        </a:p>
      </dgm:t>
    </dgm:pt>
    <dgm:pt modelId="{5729C88E-E74B-4019-B637-DB1ACACF1144}" type="sibTrans" cxnId="{5CE7FCA6-B55D-49E9-B5CB-E0F8E1F18B02}">
      <dgm:prSet/>
      <dgm:spPr/>
      <dgm:t>
        <a:bodyPr/>
        <a:lstStyle/>
        <a:p>
          <a:endParaRPr lang="en-US"/>
        </a:p>
      </dgm:t>
    </dgm:pt>
    <dgm:pt modelId="{655E5871-170C-43AD-B63C-B108867E0016}">
      <dgm:prSet/>
      <dgm:spPr/>
      <dgm:t>
        <a:bodyPr/>
        <a:lstStyle/>
        <a:p>
          <a:r>
            <a:rPr lang="es-AR" b="1" i="0" baseline="0"/>
            <a:t>Innovación en productos/servicios:</a:t>
          </a:r>
          <a:r>
            <a:rPr lang="es-AR" b="0" i="0" baseline="0"/>
            <a:t> Fomenta la creación de nuevas ofertas de valor que satisfacen mejor las necesidades de los clientes.</a:t>
          </a:r>
          <a:endParaRPr lang="en-US"/>
        </a:p>
      </dgm:t>
    </dgm:pt>
    <dgm:pt modelId="{F6DA147C-D77C-4C64-A6C8-54CE24310840}" type="parTrans" cxnId="{D24A4688-DE8B-4478-80E7-478C43FAA1F8}">
      <dgm:prSet/>
      <dgm:spPr/>
      <dgm:t>
        <a:bodyPr/>
        <a:lstStyle/>
        <a:p>
          <a:endParaRPr lang="en-US"/>
        </a:p>
      </dgm:t>
    </dgm:pt>
    <dgm:pt modelId="{8924787D-ED8A-4C1B-8465-13B9D3CFA485}" type="sibTrans" cxnId="{D24A4688-DE8B-4478-80E7-478C43FAA1F8}">
      <dgm:prSet/>
      <dgm:spPr/>
      <dgm:t>
        <a:bodyPr/>
        <a:lstStyle/>
        <a:p>
          <a:endParaRPr lang="en-US"/>
        </a:p>
      </dgm:t>
    </dgm:pt>
    <dgm:pt modelId="{91512F8F-46F8-43A2-8624-CE440128314A}">
      <dgm:prSet/>
      <dgm:spPr/>
      <dgm:t>
        <a:bodyPr/>
        <a:lstStyle/>
        <a:p>
          <a:r>
            <a:rPr lang="es-AR" b="1" i="0" baseline="0"/>
            <a:t>Mejora en la Toma de Decisiones y Comunicación:</a:t>
          </a:r>
          <a:endParaRPr lang="en-US"/>
        </a:p>
      </dgm:t>
    </dgm:pt>
    <dgm:pt modelId="{58F9DB2D-4E6B-4BD9-A495-5EA35526C616}" type="parTrans" cxnId="{50F2AF09-3B2C-4E02-ADBB-020E320E92CD}">
      <dgm:prSet/>
      <dgm:spPr/>
      <dgm:t>
        <a:bodyPr/>
        <a:lstStyle/>
        <a:p>
          <a:endParaRPr lang="en-US"/>
        </a:p>
      </dgm:t>
    </dgm:pt>
    <dgm:pt modelId="{E6796FD5-44FC-4AF6-822E-0BC44F637335}" type="sibTrans" cxnId="{50F2AF09-3B2C-4E02-ADBB-020E320E92CD}">
      <dgm:prSet/>
      <dgm:spPr/>
      <dgm:t>
        <a:bodyPr/>
        <a:lstStyle/>
        <a:p>
          <a:endParaRPr lang="en-US"/>
        </a:p>
      </dgm:t>
    </dgm:pt>
    <dgm:pt modelId="{C7E5153A-26DE-4095-B743-BE5034FB28F0}">
      <dgm:prSet/>
      <dgm:spPr/>
      <dgm:t>
        <a:bodyPr/>
        <a:lstStyle/>
        <a:p>
          <a:r>
            <a:rPr lang="es-AR" b="1" i="0" baseline="0"/>
            <a:t>Uso de datos (Big Data/IA):</a:t>
          </a:r>
          <a:r>
            <a:rPr lang="es-AR" b="0" i="0" baseline="0"/>
            <a:t> Proporciona información precisa y rápida, mejorando las decisiones estratégicas.</a:t>
          </a:r>
          <a:endParaRPr lang="en-US"/>
        </a:p>
      </dgm:t>
    </dgm:pt>
    <dgm:pt modelId="{27A67F99-F7DD-46EE-8A2F-8F6E32B710B4}" type="parTrans" cxnId="{9E5E37FE-D107-4F88-A859-13ACEB1A511C}">
      <dgm:prSet/>
      <dgm:spPr/>
      <dgm:t>
        <a:bodyPr/>
        <a:lstStyle/>
        <a:p>
          <a:endParaRPr lang="en-US"/>
        </a:p>
      </dgm:t>
    </dgm:pt>
    <dgm:pt modelId="{3E534321-35D3-4168-8C19-1642BCE1F68E}" type="sibTrans" cxnId="{9E5E37FE-D107-4F88-A859-13ACEB1A511C}">
      <dgm:prSet/>
      <dgm:spPr/>
      <dgm:t>
        <a:bodyPr/>
        <a:lstStyle/>
        <a:p>
          <a:endParaRPr lang="en-US"/>
        </a:p>
      </dgm:t>
    </dgm:pt>
    <dgm:pt modelId="{58AFCD10-EF4E-4011-9812-B75C77672FB9}">
      <dgm:prSet/>
      <dgm:spPr/>
      <dgm:t>
        <a:bodyPr/>
        <a:lstStyle/>
        <a:p>
          <a:r>
            <a:rPr lang="es-AR" b="1" i="0" baseline="0"/>
            <a:t>Mejor experiencia del cliente:</a:t>
          </a:r>
          <a:r>
            <a:rPr lang="es-AR" b="0" i="0" baseline="0"/>
            <a:t> Permite personalización y comunicación más eficiente, por ejemplo, a través de chatbots.</a:t>
          </a:r>
          <a:endParaRPr lang="en-US"/>
        </a:p>
      </dgm:t>
    </dgm:pt>
    <dgm:pt modelId="{2FE0DE52-07C1-4D85-AB37-3AF76844FBF9}" type="parTrans" cxnId="{30AD2FC2-E490-4C6E-AD78-70EF582CAF3E}">
      <dgm:prSet/>
      <dgm:spPr/>
      <dgm:t>
        <a:bodyPr/>
        <a:lstStyle/>
        <a:p>
          <a:endParaRPr lang="en-US"/>
        </a:p>
      </dgm:t>
    </dgm:pt>
    <dgm:pt modelId="{2ACCBD4C-B6C8-4D9F-BF0C-88FB43AC0179}" type="sibTrans" cxnId="{30AD2FC2-E490-4C6E-AD78-70EF582CAF3E}">
      <dgm:prSet/>
      <dgm:spPr/>
      <dgm:t>
        <a:bodyPr/>
        <a:lstStyle/>
        <a:p>
          <a:endParaRPr lang="en-US"/>
        </a:p>
      </dgm:t>
    </dgm:pt>
    <dgm:pt modelId="{A0E5484C-EF36-4DE4-B35A-630E264231D8}">
      <dgm:prSet/>
      <dgm:spPr/>
      <dgm:t>
        <a:bodyPr/>
        <a:lstStyle/>
        <a:p>
          <a:r>
            <a:rPr lang="es-AR" b="1" i="0" baseline="0"/>
            <a:t>Conectividad y colaboración:</a:t>
          </a:r>
          <a:r>
            <a:rPr lang="es-AR" b="0" i="0" baseline="0"/>
            <a:t> Mejora la comunicación interna y externa, facilitando la colaboración entre equipos.</a:t>
          </a:r>
          <a:endParaRPr lang="en-US"/>
        </a:p>
      </dgm:t>
    </dgm:pt>
    <dgm:pt modelId="{4E1C6EE1-7980-4F40-A4E1-ADBA748D8394}" type="parTrans" cxnId="{5926B7C2-0873-4D07-B47A-B31410793F3E}">
      <dgm:prSet/>
      <dgm:spPr/>
      <dgm:t>
        <a:bodyPr/>
        <a:lstStyle/>
        <a:p>
          <a:endParaRPr lang="en-US"/>
        </a:p>
      </dgm:t>
    </dgm:pt>
    <dgm:pt modelId="{B3B92F8A-E7D7-4795-BF07-F25A873D605E}" type="sibTrans" cxnId="{5926B7C2-0873-4D07-B47A-B31410793F3E}">
      <dgm:prSet/>
      <dgm:spPr/>
      <dgm:t>
        <a:bodyPr/>
        <a:lstStyle/>
        <a:p>
          <a:endParaRPr lang="en-US"/>
        </a:p>
      </dgm:t>
    </dgm:pt>
    <dgm:pt modelId="{C69EC91C-D43E-459C-9612-BE321D571FB1}">
      <dgm:prSet/>
      <dgm:spPr/>
      <dgm:t>
        <a:bodyPr/>
        <a:lstStyle/>
        <a:p>
          <a:r>
            <a:rPr lang="es-AR" b="1" i="0" baseline="0"/>
            <a:t>Beneficios en la Sociedad y el Empleo:</a:t>
          </a:r>
          <a:endParaRPr lang="en-US"/>
        </a:p>
      </dgm:t>
    </dgm:pt>
    <dgm:pt modelId="{CB6F2F0E-09F9-439C-BDD3-596F457ABF07}" type="parTrans" cxnId="{9CADDEEF-4515-4E91-836E-D7D6129C846B}">
      <dgm:prSet/>
      <dgm:spPr/>
      <dgm:t>
        <a:bodyPr/>
        <a:lstStyle/>
        <a:p>
          <a:endParaRPr lang="en-US"/>
        </a:p>
      </dgm:t>
    </dgm:pt>
    <dgm:pt modelId="{FAF62B0A-8151-4A37-B9C4-ECB304061FC5}" type="sibTrans" cxnId="{9CADDEEF-4515-4E91-836E-D7D6129C846B}">
      <dgm:prSet/>
      <dgm:spPr/>
      <dgm:t>
        <a:bodyPr/>
        <a:lstStyle/>
        <a:p>
          <a:endParaRPr lang="en-US"/>
        </a:p>
      </dgm:t>
    </dgm:pt>
    <dgm:pt modelId="{38A1A632-79E1-439F-B5B9-6265F8ACA9A1}">
      <dgm:prSet/>
      <dgm:spPr/>
      <dgm:t>
        <a:bodyPr/>
        <a:lstStyle/>
        <a:p>
          <a:r>
            <a:rPr lang="es-AR" b="1" i="0" baseline="0"/>
            <a:t>Tareas de mayor valor:</a:t>
          </a:r>
          <a:r>
            <a:rPr lang="es-AR" b="0" i="0" baseline="0"/>
            <a:t> Permite a los empleados enfocarse en actividades creativas o estratégicas en lugar de manuales.</a:t>
          </a:r>
          <a:endParaRPr lang="en-US"/>
        </a:p>
      </dgm:t>
    </dgm:pt>
    <dgm:pt modelId="{5CD4A4C1-2E19-4537-91E2-AA499C26ECCC}" type="parTrans" cxnId="{7E1548F4-7B7B-4262-9CE6-D170FB54F892}">
      <dgm:prSet/>
      <dgm:spPr/>
      <dgm:t>
        <a:bodyPr/>
        <a:lstStyle/>
        <a:p>
          <a:endParaRPr lang="en-US"/>
        </a:p>
      </dgm:t>
    </dgm:pt>
    <dgm:pt modelId="{C8DE5B40-6B10-4482-8449-2979407641F0}" type="sibTrans" cxnId="{7E1548F4-7B7B-4262-9CE6-D170FB54F892}">
      <dgm:prSet/>
      <dgm:spPr/>
      <dgm:t>
        <a:bodyPr/>
        <a:lstStyle/>
        <a:p>
          <a:endParaRPr lang="en-US"/>
        </a:p>
      </dgm:t>
    </dgm:pt>
    <dgm:pt modelId="{554FEFAA-F23D-4E59-B367-F805CCBF13C8}">
      <dgm:prSet/>
      <dgm:spPr/>
      <dgm:t>
        <a:bodyPr/>
        <a:lstStyle/>
        <a:p>
          <a:r>
            <a:rPr lang="es-AR" b="1" i="0" baseline="0"/>
            <a:t>Mejora en la salud y calidad de vida:</a:t>
          </a:r>
          <a:r>
            <a:rPr lang="es-AR" b="0" i="0" baseline="0"/>
            <a:t> Avances en telemedicina y diagnósticos asistidos.</a:t>
          </a:r>
          <a:endParaRPr lang="en-US"/>
        </a:p>
      </dgm:t>
    </dgm:pt>
    <dgm:pt modelId="{658E94A3-208A-400A-9971-A455352C07B5}" type="parTrans" cxnId="{E4046195-74CC-44B2-A48D-7A17A22C73D1}">
      <dgm:prSet/>
      <dgm:spPr/>
      <dgm:t>
        <a:bodyPr/>
        <a:lstStyle/>
        <a:p>
          <a:endParaRPr lang="en-US"/>
        </a:p>
      </dgm:t>
    </dgm:pt>
    <dgm:pt modelId="{58F8CC2C-BC91-4BD1-914D-DAADD949C62E}" type="sibTrans" cxnId="{E4046195-74CC-44B2-A48D-7A17A22C73D1}">
      <dgm:prSet/>
      <dgm:spPr/>
      <dgm:t>
        <a:bodyPr/>
        <a:lstStyle/>
        <a:p>
          <a:endParaRPr lang="en-US"/>
        </a:p>
      </dgm:t>
    </dgm:pt>
    <dgm:pt modelId="{38CC5F57-A5AC-45CC-BD68-BFAD0A597A46}">
      <dgm:prSet/>
      <dgm:spPr/>
      <dgm:t>
        <a:bodyPr/>
        <a:lstStyle/>
        <a:p>
          <a:r>
            <a:rPr lang="es-AR" b="1" i="0" baseline="0"/>
            <a:t>Educación y formación:</a:t>
          </a:r>
          <a:r>
            <a:rPr lang="es-AR" b="0" i="0" baseline="0"/>
            <a:t> Facilita el aprendizaje personalizado y continuo. </a:t>
          </a:r>
          <a:endParaRPr lang="en-US"/>
        </a:p>
      </dgm:t>
    </dgm:pt>
    <dgm:pt modelId="{A96C6AC7-FBF8-48E9-9E8C-0FFA28FD92BE}" type="parTrans" cxnId="{27CACFCF-501B-4017-88B8-038525DEC129}">
      <dgm:prSet/>
      <dgm:spPr/>
      <dgm:t>
        <a:bodyPr/>
        <a:lstStyle/>
        <a:p>
          <a:endParaRPr lang="en-US"/>
        </a:p>
      </dgm:t>
    </dgm:pt>
    <dgm:pt modelId="{40DE1031-B938-45B1-B1C4-220EC0831B07}" type="sibTrans" cxnId="{27CACFCF-501B-4017-88B8-038525DEC129}">
      <dgm:prSet/>
      <dgm:spPr/>
      <dgm:t>
        <a:bodyPr/>
        <a:lstStyle/>
        <a:p>
          <a:endParaRPr lang="en-US"/>
        </a:p>
      </dgm:t>
    </dgm:pt>
    <dgm:pt modelId="{3BD063C6-19BD-4987-8D5B-77B7ECA2FC32}" type="pres">
      <dgm:prSet presAssocID="{352D15B8-8C28-4EA5-8109-66C14425BE93}" presName="root" presStyleCnt="0">
        <dgm:presLayoutVars>
          <dgm:dir/>
          <dgm:resizeHandles val="exact"/>
        </dgm:presLayoutVars>
      </dgm:prSet>
      <dgm:spPr/>
    </dgm:pt>
    <dgm:pt modelId="{5F43A5BA-3A0E-4937-B28F-6D029BDF0D65}" type="pres">
      <dgm:prSet presAssocID="{CEFA54DF-6F31-4AEF-9DE6-C990927A6EF4}" presName="compNode" presStyleCnt="0"/>
      <dgm:spPr/>
    </dgm:pt>
    <dgm:pt modelId="{DAA3B4BA-89D8-457B-9C76-79DCAD2E3677}" type="pres">
      <dgm:prSet presAssocID="{CEFA54DF-6F31-4AEF-9DE6-C990927A6EF4}" presName="bgRect" presStyleLbl="bgShp" presStyleIdx="0" presStyleCnt="4"/>
      <dgm:spPr/>
    </dgm:pt>
    <dgm:pt modelId="{8083B4DC-FBE9-4C93-944B-0C5FA1781ABB}" type="pres">
      <dgm:prSet presAssocID="{CEFA54DF-6F31-4AEF-9DE6-C990927A6E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D36C1822-75A4-46D4-B328-6FF98596B388}" type="pres">
      <dgm:prSet presAssocID="{CEFA54DF-6F31-4AEF-9DE6-C990927A6EF4}" presName="spaceRect" presStyleCnt="0"/>
      <dgm:spPr/>
    </dgm:pt>
    <dgm:pt modelId="{69A30A56-4271-4A29-80D6-529594FD9886}" type="pres">
      <dgm:prSet presAssocID="{CEFA54DF-6F31-4AEF-9DE6-C990927A6EF4}" presName="parTx" presStyleLbl="revTx" presStyleIdx="0" presStyleCnt="8">
        <dgm:presLayoutVars>
          <dgm:chMax val="0"/>
          <dgm:chPref val="0"/>
        </dgm:presLayoutVars>
      </dgm:prSet>
      <dgm:spPr/>
    </dgm:pt>
    <dgm:pt modelId="{AEF792F5-348D-4082-8D96-CA3100E010C2}" type="pres">
      <dgm:prSet presAssocID="{CEFA54DF-6F31-4AEF-9DE6-C990927A6EF4}" presName="desTx" presStyleLbl="revTx" presStyleIdx="1" presStyleCnt="8">
        <dgm:presLayoutVars/>
      </dgm:prSet>
      <dgm:spPr/>
    </dgm:pt>
    <dgm:pt modelId="{107067BF-1FC6-4CF0-9336-57C3045E681D}" type="pres">
      <dgm:prSet presAssocID="{31F276FD-254E-46A9-8488-8C516F0379BC}" presName="sibTrans" presStyleCnt="0"/>
      <dgm:spPr/>
    </dgm:pt>
    <dgm:pt modelId="{8A5858C7-F91E-47F9-9EB1-93A97B1FA897}" type="pres">
      <dgm:prSet presAssocID="{F4E407BB-E066-4C5E-887F-AFF36F1F8719}" presName="compNode" presStyleCnt="0"/>
      <dgm:spPr/>
    </dgm:pt>
    <dgm:pt modelId="{FC0C9B5F-6874-4F59-8786-92F039FC2C1C}" type="pres">
      <dgm:prSet presAssocID="{F4E407BB-E066-4C5E-887F-AFF36F1F8719}" presName="bgRect" presStyleLbl="bgShp" presStyleIdx="1" presStyleCnt="4"/>
      <dgm:spPr/>
    </dgm:pt>
    <dgm:pt modelId="{89DA77A5-EC0A-4C86-BC84-BF8D71042734}" type="pres">
      <dgm:prSet presAssocID="{F4E407BB-E066-4C5E-887F-AFF36F1F871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D3FA6D5-5F3B-41A7-AC98-F3406D921C65}" type="pres">
      <dgm:prSet presAssocID="{F4E407BB-E066-4C5E-887F-AFF36F1F8719}" presName="spaceRect" presStyleCnt="0"/>
      <dgm:spPr/>
    </dgm:pt>
    <dgm:pt modelId="{085F1D7B-8A80-43C6-A9D3-8261936AB323}" type="pres">
      <dgm:prSet presAssocID="{F4E407BB-E066-4C5E-887F-AFF36F1F8719}" presName="parTx" presStyleLbl="revTx" presStyleIdx="2" presStyleCnt="8">
        <dgm:presLayoutVars>
          <dgm:chMax val="0"/>
          <dgm:chPref val="0"/>
        </dgm:presLayoutVars>
      </dgm:prSet>
      <dgm:spPr/>
    </dgm:pt>
    <dgm:pt modelId="{FA94D8A1-8AF4-4213-AF32-8B3B7265CDD4}" type="pres">
      <dgm:prSet presAssocID="{F4E407BB-E066-4C5E-887F-AFF36F1F8719}" presName="desTx" presStyleLbl="revTx" presStyleIdx="3" presStyleCnt="8">
        <dgm:presLayoutVars/>
      </dgm:prSet>
      <dgm:spPr/>
    </dgm:pt>
    <dgm:pt modelId="{8616ACAC-9092-47EE-BCFD-96DC24DB1A55}" type="pres">
      <dgm:prSet presAssocID="{F71DB5C3-E831-470E-8661-E602796B17CB}" presName="sibTrans" presStyleCnt="0"/>
      <dgm:spPr/>
    </dgm:pt>
    <dgm:pt modelId="{D516A77B-849F-418C-9536-5D622908C92B}" type="pres">
      <dgm:prSet presAssocID="{91512F8F-46F8-43A2-8624-CE440128314A}" presName="compNode" presStyleCnt="0"/>
      <dgm:spPr/>
    </dgm:pt>
    <dgm:pt modelId="{4AB2E160-363F-4AA3-B726-B849A9B28F4B}" type="pres">
      <dgm:prSet presAssocID="{91512F8F-46F8-43A2-8624-CE440128314A}" presName="bgRect" presStyleLbl="bgShp" presStyleIdx="2" presStyleCnt="4"/>
      <dgm:spPr/>
    </dgm:pt>
    <dgm:pt modelId="{2C7C8589-0155-47D6-A9EE-16395953C0EE}" type="pres">
      <dgm:prSet presAssocID="{91512F8F-46F8-43A2-8624-CE44012831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793EBB6A-105E-4239-B8D4-3AB5F5019ECD}" type="pres">
      <dgm:prSet presAssocID="{91512F8F-46F8-43A2-8624-CE440128314A}" presName="spaceRect" presStyleCnt="0"/>
      <dgm:spPr/>
    </dgm:pt>
    <dgm:pt modelId="{25076CB6-8B0B-4AE8-94A3-C762D3A3CEBF}" type="pres">
      <dgm:prSet presAssocID="{91512F8F-46F8-43A2-8624-CE440128314A}" presName="parTx" presStyleLbl="revTx" presStyleIdx="4" presStyleCnt="8">
        <dgm:presLayoutVars>
          <dgm:chMax val="0"/>
          <dgm:chPref val="0"/>
        </dgm:presLayoutVars>
      </dgm:prSet>
      <dgm:spPr/>
    </dgm:pt>
    <dgm:pt modelId="{50CCFF12-2196-41F7-BC1D-29018C7D894B}" type="pres">
      <dgm:prSet presAssocID="{91512F8F-46F8-43A2-8624-CE440128314A}" presName="desTx" presStyleLbl="revTx" presStyleIdx="5" presStyleCnt="8">
        <dgm:presLayoutVars/>
      </dgm:prSet>
      <dgm:spPr/>
    </dgm:pt>
    <dgm:pt modelId="{6BC71F54-0510-463D-9B29-12A26FED6D6B}" type="pres">
      <dgm:prSet presAssocID="{E6796FD5-44FC-4AF6-822E-0BC44F637335}" presName="sibTrans" presStyleCnt="0"/>
      <dgm:spPr/>
    </dgm:pt>
    <dgm:pt modelId="{1DE5490B-AD33-49F6-AA97-F41EF45614FC}" type="pres">
      <dgm:prSet presAssocID="{C69EC91C-D43E-459C-9612-BE321D571FB1}" presName="compNode" presStyleCnt="0"/>
      <dgm:spPr/>
    </dgm:pt>
    <dgm:pt modelId="{181A9E90-479B-467E-AF50-6F6E0F25BD46}" type="pres">
      <dgm:prSet presAssocID="{C69EC91C-D43E-459C-9612-BE321D571FB1}" presName="bgRect" presStyleLbl="bgShp" presStyleIdx="3" presStyleCnt="4"/>
      <dgm:spPr/>
    </dgm:pt>
    <dgm:pt modelId="{C849A623-D0FC-4CDC-AFB3-DC216DC054E0}" type="pres">
      <dgm:prSet presAssocID="{C69EC91C-D43E-459C-9612-BE321D571FB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AD225C90-B338-433A-BAF3-502234980105}" type="pres">
      <dgm:prSet presAssocID="{C69EC91C-D43E-459C-9612-BE321D571FB1}" presName="spaceRect" presStyleCnt="0"/>
      <dgm:spPr/>
    </dgm:pt>
    <dgm:pt modelId="{F48F1536-209F-4791-8A8D-D0FD087CFCE6}" type="pres">
      <dgm:prSet presAssocID="{C69EC91C-D43E-459C-9612-BE321D571FB1}" presName="parTx" presStyleLbl="revTx" presStyleIdx="6" presStyleCnt="8">
        <dgm:presLayoutVars>
          <dgm:chMax val="0"/>
          <dgm:chPref val="0"/>
        </dgm:presLayoutVars>
      </dgm:prSet>
      <dgm:spPr/>
    </dgm:pt>
    <dgm:pt modelId="{D26A21AC-0806-4AAA-A3F3-37FFA8E903BD}" type="pres">
      <dgm:prSet presAssocID="{C69EC91C-D43E-459C-9612-BE321D571FB1}" presName="desTx" presStyleLbl="revTx" presStyleIdx="7" presStyleCnt="8">
        <dgm:presLayoutVars/>
      </dgm:prSet>
      <dgm:spPr/>
    </dgm:pt>
  </dgm:ptLst>
  <dgm:cxnLst>
    <dgm:cxn modelId="{5F5E1308-C22A-4D0F-8B17-0A1FE9315E98}" type="presOf" srcId="{57B8A073-3CED-4376-A2DD-F2236B1911B1}" destId="{FA94D8A1-8AF4-4213-AF32-8B3B7265CDD4}" srcOrd="0" destOrd="0" presId="urn:microsoft.com/office/officeart/2018/2/layout/IconVerticalSolidList"/>
    <dgm:cxn modelId="{50F2AF09-3B2C-4E02-ADBB-020E320E92CD}" srcId="{352D15B8-8C28-4EA5-8109-66C14425BE93}" destId="{91512F8F-46F8-43A2-8624-CE440128314A}" srcOrd="2" destOrd="0" parTransId="{58F9DB2D-4E6B-4BD9-A495-5EA35526C616}" sibTransId="{E6796FD5-44FC-4AF6-822E-0BC44F637335}"/>
    <dgm:cxn modelId="{23CCDD09-972E-4921-A35E-FD5268EFAFE7}" type="presOf" srcId="{C7E5153A-26DE-4095-B743-BE5034FB28F0}" destId="{50CCFF12-2196-41F7-BC1D-29018C7D894B}" srcOrd="0" destOrd="0" presId="urn:microsoft.com/office/officeart/2018/2/layout/IconVerticalSolidList"/>
    <dgm:cxn modelId="{ED5D8D15-76A8-45A3-A9C4-D7D065C3B472}" type="presOf" srcId="{C69EC91C-D43E-459C-9612-BE321D571FB1}" destId="{F48F1536-209F-4791-8A8D-D0FD087CFCE6}" srcOrd="0" destOrd="0" presId="urn:microsoft.com/office/officeart/2018/2/layout/IconVerticalSolidList"/>
    <dgm:cxn modelId="{DA4B3721-EB3F-473B-80F0-680C77FA4C20}" type="presOf" srcId="{352D15B8-8C28-4EA5-8109-66C14425BE93}" destId="{3BD063C6-19BD-4987-8D5B-77B7ECA2FC32}" srcOrd="0" destOrd="0" presId="urn:microsoft.com/office/officeart/2018/2/layout/IconVerticalSolidList"/>
    <dgm:cxn modelId="{88206429-5182-4CD0-A8F4-DAB2F696B54C}" type="presOf" srcId="{1A78AE74-5210-47B6-B8DF-D5B77444AB9D}" destId="{AEF792F5-348D-4082-8D96-CA3100E010C2}" srcOrd="0" destOrd="0" presId="urn:microsoft.com/office/officeart/2018/2/layout/IconVerticalSolidList"/>
    <dgm:cxn modelId="{96ADBE29-DD4A-4F20-AEE8-7FB804377BA3}" srcId="{CEFA54DF-6F31-4AEF-9DE6-C990927A6EF4}" destId="{7140D902-E067-484C-9C45-E064E35B80DF}" srcOrd="2" destOrd="0" parTransId="{108E8390-335C-4567-ACB6-6FD1F9DE7B2F}" sibTransId="{B7151982-B264-47A4-8934-B860DE569C9C}"/>
    <dgm:cxn modelId="{C2685C31-4937-46AF-BD30-8DF8CA2F5845}" type="presOf" srcId="{91512F8F-46F8-43A2-8624-CE440128314A}" destId="{25076CB6-8B0B-4AE8-94A3-C762D3A3CEBF}" srcOrd="0" destOrd="0" presId="urn:microsoft.com/office/officeart/2018/2/layout/IconVerticalSolidList"/>
    <dgm:cxn modelId="{EA65183D-CE00-4F01-9E77-F536999533C2}" type="presOf" srcId="{0B780BC6-2595-496D-9AE3-71FB44268A54}" destId="{AEF792F5-348D-4082-8D96-CA3100E010C2}" srcOrd="0" destOrd="1" presId="urn:microsoft.com/office/officeart/2018/2/layout/IconVerticalSolidList"/>
    <dgm:cxn modelId="{05867E3F-7961-4EBB-873D-EB81DE60E177}" srcId="{CEFA54DF-6F31-4AEF-9DE6-C990927A6EF4}" destId="{0B780BC6-2595-496D-9AE3-71FB44268A54}" srcOrd="1" destOrd="0" parTransId="{74B0E7C0-0B77-4D2C-8D2D-9E8196DB2BE8}" sibTransId="{4E99BFC3-6600-4EA1-80C5-6B4F5BF835D6}"/>
    <dgm:cxn modelId="{4F7DF742-5E4A-4C8D-A783-A5C82807E552}" srcId="{F4E407BB-E066-4C5E-887F-AFF36F1F8719}" destId="{57B8A073-3CED-4376-A2DD-F2236B1911B1}" srcOrd="0" destOrd="0" parTransId="{C244F35C-27EF-4B8F-8802-E06D940C3F32}" sibTransId="{31293956-5CE2-4717-8946-0F44B8D289FA}"/>
    <dgm:cxn modelId="{6AF91E44-C545-4DC4-8CB8-36D9A076E85B}" type="presOf" srcId="{6C227FC1-BC37-4E76-8EC2-4F92EFA21002}" destId="{FA94D8A1-8AF4-4213-AF32-8B3B7265CDD4}" srcOrd="0" destOrd="1" presId="urn:microsoft.com/office/officeart/2018/2/layout/IconVerticalSolidList"/>
    <dgm:cxn modelId="{D002C16C-4B54-4228-A9DC-B228756ADECA}" srcId="{352D15B8-8C28-4EA5-8109-66C14425BE93}" destId="{CEFA54DF-6F31-4AEF-9DE6-C990927A6EF4}" srcOrd="0" destOrd="0" parTransId="{07CD2D62-85E0-42C1-8D21-14CA0BFAA435}" sibTransId="{31F276FD-254E-46A9-8488-8C516F0379BC}"/>
    <dgm:cxn modelId="{CF763A7D-483D-4374-B713-54E89BBDF58A}" type="presOf" srcId="{F4E407BB-E066-4C5E-887F-AFF36F1F8719}" destId="{085F1D7B-8A80-43C6-A9D3-8261936AB323}" srcOrd="0" destOrd="0" presId="urn:microsoft.com/office/officeart/2018/2/layout/IconVerticalSolidList"/>
    <dgm:cxn modelId="{3184707E-8FB7-4299-B73B-B8995630036F}" type="presOf" srcId="{554FEFAA-F23D-4E59-B367-F805CCBF13C8}" destId="{D26A21AC-0806-4AAA-A3F3-37FFA8E903BD}" srcOrd="0" destOrd="1" presId="urn:microsoft.com/office/officeart/2018/2/layout/IconVerticalSolidList"/>
    <dgm:cxn modelId="{C2621884-2556-4746-BE5B-E4D803DC3A36}" type="presOf" srcId="{655E5871-170C-43AD-B63C-B108867E0016}" destId="{FA94D8A1-8AF4-4213-AF32-8B3B7265CDD4}" srcOrd="0" destOrd="2" presId="urn:microsoft.com/office/officeart/2018/2/layout/IconVerticalSolidList"/>
    <dgm:cxn modelId="{1BC46084-0FE6-4DA3-B23F-8A25CC22D317}" type="presOf" srcId="{58AFCD10-EF4E-4011-9812-B75C77672FB9}" destId="{50CCFF12-2196-41F7-BC1D-29018C7D894B}" srcOrd="0" destOrd="1" presId="urn:microsoft.com/office/officeart/2018/2/layout/IconVerticalSolidList"/>
    <dgm:cxn modelId="{D24A4688-DE8B-4478-80E7-478C43FAA1F8}" srcId="{F4E407BB-E066-4C5E-887F-AFF36F1F8719}" destId="{655E5871-170C-43AD-B63C-B108867E0016}" srcOrd="2" destOrd="0" parTransId="{F6DA147C-D77C-4C64-A6C8-54CE24310840}" sibTransId="{8924787D-ED8A-4C1B-8465-13B9D3CFA485}"/>
    <dgm:cxn modelId="{E4046195-74CC-44B2-A48D-7A17A22C73D1}" srcId="{C69EC91C-D43E-459C-9612-BE321D571FB1}" destId="{554FEFAA-F23D-4E59-B367-F805CCBF13C8}" srcOrd="1" destOrd="0" parTransId="{658E94A3-208A-400A-9971-A455352C07B5}" sibTransId="{58F8CC2C-BC91-4BD1-914D-DAADD949C62E}"/>
    <dgm:cxn modelId="{9EC23AA5-F369-428F-87A7-39E6E8708A01}" type="presOf" srcId="{38CC5F57-A5AC-45CC-BD68-BFAD0A597A46}" destId="{D26A21AC-0806-4AAA-A3F3-37FFA8E903BD}" srcOrd="0" destOrd="2" presId="urn:microsoft.com/office/officeart/2018/2/layout/IconVerticalSolidList"/>
    <dgm:cxn modelId="{5CE7FCA6-B55D-49E9-B5CB-E0F8E1F18B02}" srcId="{F4E407BB-E066-4C5E-887F-AFF36F1F8719}" destId="{6C227FC1-BC37-4E76-8EC2-4F92EFA21002}" srcOrd="1" destOrd="0" parTransId="{EE8CCC80-9E61-4B1D-A3FD-A5136BDA9273}" sibTransId="{5729C88E-E74B-4019-B637-DB1ACACF1144}"/>
    <dgm:cxn modelId="{50D618AB-9762-485D-961B-932F0C00EDFB}" srcId="{352D15B8-8C28-4EA5-8109-66C14425BE93}" destId="{F4E407BB-E066-4C5E-887F-AFF36F1F8719}" srcOrd="1" destOrd="0" parTransId="{734D4B3C-0F07-4BD6-9630-DAC33E54B32B}" sibTransId="{F71DB5C3-E831-470E-8661-E602796B17CB}"/>
    <dgm:cxn modelId="{2E9B1DB8-934C-4FFC-A112-C3877D290EFC}" type="presOf" srcId="{38A1A632-79E1-439F-B5B9-6265F8ACA9A1}" destId="{D26A21AC-0806-4AAA-A3F3-37FFA8E903BD}" srcOrd="0" destOrd="0" presId="urn:microsoft.com/office/officeart/2018/2/layout/IconVerticalSolidList"/>
    <dgm:cxn modelId="{FFC9FDBE-1AA6-4263-B075-01CFAD7EC33A}" type="presOf" srcId="{7140D902-E067-484C-9C45-E064E35B80DF}" destId="{AEF792F5-348D-4082-8D96-CA3100E010C2}" srcOrd="0" destOrd="2" presId="urn:microsoft.com/office/officeart/2018/2/layout/IconVerticalSolidList"/>
    <dgm:cxn modelId="{30AD2FC2-E490-4C6E-AD78-70EF582CAF3E}" srcId="{91512F8F-46F8-43A2-8624-CE440128314A}" destId="{58AFCD10-EF4E-4011-9812-B75C77672FB9}" srcOrd="1" destOrd="0" parTransId="{2FE0DE52-07C1-4D85-AB37-3AF76844FBF9}" sibTransId="{2ACCBD4C-B6C8-4D9F-BF0C-88FB43AC0179}"/>
    <dgm:cxn modelId="{5926B7C2-0873-4D07-B47A-B31410793F3E}" srcId="{91512F8F-46F8-43A2-8624-CE440128314A}" destId="{A0E5484C-EF36-4DE4-B35A-630E264231D8}" srcOrd="2" destOrd="0" parTransId="{4E1C6EE1-7980-4F40-A4E1-ADBA748D8394}" sibTransId="{B3B92F8A-E7D7-4795-BF07-F25A873D605E}"/>
    <dgm:cxn modelId="{3C469DC9-694D-47B2-9B5B-F1D7A1C0E562}" type="presOf" srcId="{CEFA54DF-6F31-4AEF-9DE6-C990927A6EF4}" destId="{69A30A56-4271-4A29-80D6-529594FD9886}" srcOrd="0" destOrd="0" presId="urn:microsoft.com/office/officeart/2018/2/layout/IconVerticalSolidList"/>
    <dgm:cxn modelId="{27CACFCF-501B-4017-88B8-038525DEC129}" srcId="{C69EC91C-D43E-459C-9612-BE321D571FB1}" destId="{38CC5F57-A5AC-45CC-BD68-BFAD0A597A46}" srcOrd="2" destOrd="0" parTransId="{A96C6AC7-FBF8-48E9-9E8C-0FFA28FD92BE}" sibTransId="{40DE1031-B938-45B1-B1C4-220EC0831B07}"/>
    <dgm:cxn modelId="{8BFC7AEA-9B8F-4474-8777-25F066A3E92E}" type="presOf" srcId="{A0E5484C-EF36-4DE4-B35A-630E264231D8}" destId="{50CCFF12-2196-41F7-BC1D-29018C7D894B}" srcOrd="0" destOrd="2" presId="urn:microsoft.com/office/officeart/2018/2/layout/IconVerticalSolidList"/>
    <dgm:cxn modelId="{9CADDEEF-4515-4E91-836E-D7D6129C846B}" srcId="{352D15B8-8C28-4EA5-8109-66C14425BE93}" destId="{C69EC91C-D43E-459C-9612-BE321D571FB1}" srcOrd="3" destOrd="0" parTransId="{CB6F2F0E-09F9-439C-BDD3-596F457ABF07}" sibTransId="{FAF62B0A-8151-4A37-B9C4-ECB304061FC5}"/>
    <dgm:cxn modelId="{7E1548F4-7B7B-4262-9CE6-D170FB54F892}" srcId="{C69EC91C-D43E-459C-9612-BE321D571FB1}" destId="{38A1A632-79E1-439F-B5B9-6265F8ACA9A1}" srcOrd="0" destOrd="0" parTransId="{5CD4A4C1-2E19-4537-91E2-AA499C26ECCC}" sibTransId="{C8DE5B40-6B10-4482-8449-2979407641F0}"/>
    <dgm:cxn modelId="{7D5267FB-75CD-4C35-8CA3-429530181DDD}" srcId="{CEFA54DF-6F31-4AEF-9DE6-C990927A6EF4}" destId="{1A78AE74-5210-47B6-B8DF-D5B77444AB9D}" srcOrd="0" destOrd="0" parTransId="{38759F0F-C11B-43A6-B810-59AF7A9DF1B7}" sibTransId="{1036752E-CCAA-476B-A7ED-B81E7B0A005F}"/>
    <dgm:cxn modelId="{9E5E37FE-D107-4F88-A859-13ACEB1A511C}" srcId="{91512F8F-46F8-43A2-8624-CE440128314A}" destId="{C7E5153A-26DE-4095-B743-BE5034FB28F0}" srcOrd="0" destOrd="0" parTransId="{27A67F99-F7DD-46EE-8A2F-8F6E32B710B4}" sibTransId="{3E534321-35D3-4168-8C19-1642BCE1F68E}"/>
    <dgm:cxn modelId="{BDE638E3-8AD6-4763-9882-9AE5522A96B5}" type="presParOf" srcId="{3BD063C6-19BD-4987-8D5B-77B7ECA2FC32}" destId="{5F43A5BA-3A0E-4937-B28F-6D029BDF0D65}" srcOrd="0" destOrd="0" presId="urn:microsoft.com/office/officeart/2018/2/layout/IconVerticalSolidList"/>
    <dgm:cxn modelId="{9BD9709A-203E-4311-B088-A4EDD3F5AB06}" type="presParOf" srcId="{5F43A5BA-3A0E-4937-B28F-6D029BDF0D65}" destId="{DAA3B4BA-89D8-457B-9C76-79DCAD2E3677}" srcOrd="0" destOrd="0" presId="urn:microsoft.com/office/officeart/2018/2/layout/IconVerticalSolidList"/>
    <dgm:cxn modelId="{39A77502-8536-4C61-A8F4-6662958860A2}" type="presParOf" srcId="{5F43A5BA-3A0E-4937-B28F-6D029BDF0D65}" destId="{8083B4DC-FBE9-4C93-944B-0C5FA1781ABB}" srcOrd="1" destOrd="0" presId="urn:microsoft.com/office/officeart/2018/2/layout/IconVerticalSolidList"/>
    <dgm:cxn modelId="{A7A879C7-6CA2-4D2E-87E8-1E35A0406861}" type="presParOf" srcId="{5F43A5BA-3A0E-4937-B28F-6D029BDF0D65}" destId="{D36C1822-75A4-46D4-B328-6FF98596B388}" srcOrd="2" destOrd="0" presId="urn:microsoft.com/office/officeart/2018/2/layout/IconVerticalSolidList"/>
    <dgm:cxn modelId="{3D15FE53-69D5-4D20-B03D-4C44B7DD8D8C}" type="presParOf" srcId="{5F43A5BA-3A0E-4937-B28F-6D029BDF0D65}" destId="{69A30A56-4271-4A29-80D6-529594FD9886}" srcOrd="3" destOrd="0" presId="urn:microsoft.com/office/officeart/2018/2/layout/IconVerticalSolidList"/>
    <dgm:cxn modelId="{DB77BCCC-F261-4E1D-86A0-87B74E961D59}" type="presParOf" srcId="{5F43A5BA-3A0E-4937-B28F-6D029BDF0D65}" destId="{AEF792F5-348D-4082-8D96-CA3100E010C2}" srcOrd="4" destOrd="0" presId="urn:microsoft.com/office/officeart/2018/2/layout/IconVerticalSolidList"/>
    <dgm:cxn modelId="{4D7878C4-1C68-4CE5-9CD3-55132688319B}" type="presParOf" srcId="{3BD063C6-19BD-4987-8D5B-77B7ECA2FC32}" destId="{107067BF-1FC6-4CF0-9336-57C3045E681D}" srcOrd="1" destOrd="0" presId="urn:microsoft.com/office/officeart/2018/2/layout/IconVerticalSolidList"/>
    <dgm:cxn modelId="{2F1A808D-12FB-4496-A7CF-2A24B5669831}" type="presParOf" srcId="{3BD063C6-19BD-4987-8D5B-77B7ECA2FC32}" destId="{8A5858C7-F91E-47F9-9EB1-93A97B1FA897}" srcOrd="2" destOrd="0" presId="urn:microsoft.com/office/officeart/2018/2/layout/IconVerticalSolidList"/>
    <dgm:cxn modelId="{4AAEA05A-ACBC-4676-8E0D-55F11DE6F655}" type="presParOf" srcId="{8A5858C7-F91E-47F9-9EB1-93A97B1FA897}" destId="{FC0C9B5F-6874-4F59-8786-92F039FC2C1C}" srcOrd="0" destOrd="0" presId="urn:microsoft.com/office/officeart/2018/2/layout/IconVerticalSolidList"/>
    <dgm:cxn modelId="{80E0AE40-541B-4F65-996E-8A4AC98D6686}" type="presParOf" srcId="{8A5858C7-F91E-47F9-9EB1-93A97B1FA897}" destId="{89DA77A5-EC0A-4C86-BC84-BF8D71042734}" srcOrd="1" destOrd="0" presId="urn:microsoft.com/office/officeart/2018/2/layout/IconVerticalSolidList"/>
    <dgm:cxn modelId="{7112888D-890B-402F-BA97-68C871D71A01}" type="presParOf" srcId="{8A5858C7-F91E-47F9-9EB1-93A97B1FA897}" destId="{1D3FA6D5-5F3B-41A7-AC98-F3406D921C65}" srcOrd="2" destOrd="0" presId="urn:microsoft.com/office/officeart/2018/2/layout/IconVerticalSolidList"/>
    <dgm:cxn modelId="{F6912793-6366-46E8-9606-4050EAEB5C32}" type="presParOf" srcId="{8A5858C7-F91E-47F9-9EB1-93A97B1FA897}" destId="{085F1D7B-8A80-43C6-A9D3-8261936AB323}" srcOrd="3" destOrd="0" presId="urn:microsoft.com/office/officeart/2018/2/layout/IconVerticalSolidList"/>
    <dgm:cxn modelId="{55D7B751-FCAF-4F6F-A59B-41DFC6C71F4B}" type="presParOf" srcId="{8A5858C7-F91E-47F9-9EB1-93A97B1FA897}" destId="{FA94D8A1-8AF4-4213-AF32-8B3B7265CDD4}" srcOrd="4" destOrd="0" presId="urn:microsoft.com/office/officeart/2018/2/layout/IconVerticalSolidList"/>
    <dgm:cxn modelId="{5F872948-2817-4245-A7AE-513F8BEF63B0}" type="presParOf" srcId="{3BD063C6-19BD-4987-8D5B-77B7ECA2FC32}" destId="{8616ACAC-9092-47EE-BCFD-96DC24DB1A55}" srcOrd="3" destOrd="0" presId="urn:microsoft.com/office/officeart/2018/2/layout/IconVerticalSolidList"/>
    <dgm:cxn modelId="{F2F02FEC-77E4-47E2-9E13-8861EE5F3D61}" type="presParOf" srcId="{3BD063C6-19BD-4987-8D5B-77B7ECA2FC32}" destId="{D516A77B-849F-418C-9536-5D622908C92B}" srcOrd="4" destOrd="0" presId="urn:microsoft.com/office/officeart/2018/2/layout/IconVerticalSolidList"/>
    <dgm:cxn modelId="{46870007-2A5B-4A33-8C67-A0EFAB02FEBE}" type="presParOf" srcId="{D516A77B-849F-418C-9536-5D622908C92B}" destId="{4AB2E160-363F-4AA3-B726-B849A9B28F4B}" srcOrd="0" destOrd="0" presId="urn:microsoft.com/office/officeart/2018/2/layout/IconVerticalSolidList"/>
    <dgm:cxn modelId="{33EE0C94-0CB5-4CFA-A74D-132293DBE24C}" type="presParOf" srcId="{D516A77B-849F-418C-9536-5D622908C92B}" destId="{2C7C8589-0155-47D6-A9EE-16395953C0EE}" srcOrd="1" destOrd="0" presId="urn:microsoft.com/office/officeart/2018/2/layout/IconVerticalSolidList"/>
    <dgm:cxn modelId="{9DE0C9D3-9B72-4B40-A535-1DA8C0FD44D0}" type="presParOf" srcId="{D516A77B-849F-418C-9536-5D622908C92B}" destId="{793EBB6A-105E-4239-B8D4-3AB5F5019ECD}" srcOrd="2" destOrd="0" presId="urn:microsoft.com/office/officeart/2018/2/layout/IconVerticalSolidList"/>
    <dgm:cxn modelId="{44A98E50-D172-41C0-A71C-28AE36ECDDFC}" type="presParOf" srcId="{D516A77B-849F-418C-9536-5D622908C92B}" destId="{25076CB6-8B0B-4AE8-94A3-C762D3A3CEBF}" srcOrd="3" destOrd="0" presId="urn:microsoft.com/office/officeart/2018/2/layout/IconVerticalSolidList"/>
    <dgm:cxn modelId="{68722173-0354-4FF5-A894-8F5FA83A419C}" type="presParOf" srcId="{D516A77B-849F-418C-9536-5D622908C92B}" destId="{50CCFF12-2196-41F7-BC1D-29018C7D894B}" srcOrd="4" destOrd="0" presId="urn:microsoft.com/office/officeart/2018/2/layout/IconVerticalSolidList"/>
    <dgm:cxn modelId="{1692368C-53EF-4AC8-92F0-E022F20957B3}" type="presParOf" srcId="{3BD063C6-19BD-4987-8D5B-77B7ECA2FC32}" destId="{6BC71F54-0510-463D-9B29-12A26FED6D6B}" srcOrd="5" destOrd="0" presId="urn:microsoft.com/office/officeart/2018/2/layout/IconVerticalSolidList"/>
    <dgm:cxn modelId="{30F0FF53-9AB2-4996-B3CE-A91EFB42E85B}" type="presParOf" srcId="{3BD063C6-19BD-4987-8D5B-77B7ECA2FC32}" destId="{1DE5490B-AD33-49F6-AA97-F41EF45614FC}" srcOrd="6" destOrd="0" presId="urn:microsoft.com/office/officeart/2018/2/layout/IconVerticalSolidList"/>
    <dgm:cxn modelId="{EAFB3653-20B7-4768-AFC5-8592B257328E}" type="presParOf" srcId="{1DE5490B-AD33-49F6-AA97-F41EF45614FC}" destId="{181A9E90-479B-467E-AF50-6F6E0F25BD46}" srcOrd="0" destOrd="0" presId="urn:microsoft.com/office/officeart/2018/2/layout/IconVerticalSolidList"/>
    <dgm:cxn modelId="{D44EDEEF-1B39-49BB-9FC1-EB510DEAE879}" type="presParOf" srcId="{1DE5490B-AD33-49F6-AA97-F41EF45614FC}" destId="{C849A623-D0FC-4CDC-AFB3-DC216DC054E0}" srcOrd="1" destOrd="0" presId="urn:microsoft.com/office/officeart/2018/2/layout/IconVerticalSolidList"/>
    <dgm:cxn modelId="{A07DB494-2149-49D4-84AF-4F82C9983193}" type="presParOf" srcId="{1DE5490B-AD33-49F6-AA97-F41EF45614FC}" destId="{AD225C90-B338-433A-BAF3-502234980105}" srcOrd="2" destOrd="0" presId="urn:microsoft.com/office/officeart/2018/2/layout/IconVerticalSolidList"/>
    <dgm:cxn modelId="{3B47EDA2-739A-4EF0-A199-AC8E3CFAAFB8}" type="presParOf" srcId="{1DE5490B-AD33-49F6-AA97-F41EF45614FC}" destId="{F48F1536-209F-4791-8A8D-D0FD087CFCE6}" srcOrd="3" destOrd="0" presId="urn:microsoft.com/office/officeart/2018/2/layout/IconVerticalSolidList"/>
    <dgm:cxn modelId="{8E33FB89-D6DE-4AF2-AD7C-6D5956D458B0}" type="presParOf" srcId="{1DE5490B-AD33-49F6-AA97-F41EF45614FC}" destId="{D26A21AC-0806-4AAA-A3F3-37FFA8E903B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449975C-D945-407B-A3B6-BA54B3E2757B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5E0A28-E9FA-4831-8689-FE6C1ADB65C8}">
      <dgm:prSet/>
      <dgm:spPr/>
      <dgm:t>
        <a:bodyPr/>
        <a:lstStyle/>
        <a:p>
          <a:r>
            <a:rPr lang="es-AR" b="1"/>
            <a:t>Inteligencia Artificial (IA) y Machine Learning:</a:t>
          </a:r>
          <a:r>
            <a:rPr lang="es-AR"/>
            <a:t> Utilizada para diagnósticos médicos precisos, atención al cliente mediante chatbots y análisis predictivo en empresas, mejorando la eficiencia operativa.</a:t>
          </a:r>
          <a:endParaRPr lang="en-US"/>
        </a:p>
      </dgm:t>
    </dgm:pt>
    <dgm:pt modelId="{185A9BCD-CF23-4A23-875D-77AECB918777}" type="parTrans" cxnId="{36A7F828-105D-43B0-A002-E195555EA22D}">
      <dgm:prSet/>
      <dgm:spPr/>
      <dgm:t>
        <a:bodyPr/>
        <a:lstStyle/>
        <a:p>
          <a:endParaRPr lang="en-US"/>
        </a:p>
      </dgm:t>
    </dgm:pt>
    <dgm:pt modelId="{F6ACDD6D-C2E4-46BC-9B3E-0FF1CDA3B6ED}" type="sibTrans" cxnId="{36A7F828-105D-43B0-A002-E195555EA22D}">
      <dgm:prSet/>
      <dgm:spPr/>
      <dgm:t>
        <a:bodyPr/>
        <a:lstStyle/>
        <a:p>
          <a:endParaRPr lang="en-US"/>
        </a:p>
      </dgm:t>
    </dgm:pt>
    <dgm:pt modelId="{D7B9AD2B-EA6E-4183-856F-5B441386DD11}">
      <dgm:prSet/>
      <dgm:spPr/>
      <dgm:t>
        <a:bodyPr/>
        <a:lstStyle/>
        <a:p>
          <a:r>
            <a:rPr lang="es-AR" b="1"/>
            <a:t>Internet de las Cosas (IoT):</a:t>
          </a:r>
          <a:r>
            <a:rPr lang="es-AR"/>
            <a:t> Dispositivos conectados que permiten la automatización industrial, hogares inteligentes y monitorización de salud, como biosensores y rastreadores.</a:t>
          </a:r>
          <a:endParaRPr lang="en-US"/>
        </a:p>
      </dgm:t>
    </dgm:pt>
    <dgm:pt modelId="{854EC8A9-3FB2-46C1-B3E4-DCB65F4BFBFD}" type="parTrans" cxnId="{A45607D2-7B0A-48CC-8FA2-EA4DE61CCCC0}">
      <dgm:prSet/>
      <dgm:spPr/>
      <dgm:t>
        <a:bodyPr/>
        <a:lstStyle/>
        <a:p>
          <a:endParaRPr lang="en-US"/>
        </a:p>
      </dgm:t>
    </dgm:pt>
    <dgm:pt modelId="{C0CA67A4-DDF2-41F3-B478-85D639780789}" type="sibTrans" cxnId="{A45607D2-7B0A-48CC-8FA2-EA4DE61CCCC0}">
      <dgm:prSet/>
      <dgm:spPr/>
      <dgm:t>
        <a:bodyPr/>
        <a:lstStyle/>
        <a:p>
          <a:endParaRPr lang="en-US"/>
        </a:p>
      </dgm:t>
    </dgm:pt>
    <dgm:pt modelId="{E8E7DAED-7310-4CAF-8333-B707ABE17B62}">
      <dgm:prSet/>
      <dgm:spPr/>
      <dgm:t>
        <a:bodyPr/>
        <a:lstStyle/>
        <a:p>
          <a:r>
            <a:rPr lang="es-AR" b="1"/>
            <a:t>Tecnología 5G:</a:t>
          </a:r>
          <a:r>
            <a:rPr lang="es-AR"/>
            <a:t> Redes de banda ancha de altísima velocidad que permiten la conectividad simultánea de múltiples dispositivos y el desarrollo de ciudades inteligentes.</a:t>
          </a:r>
          <a:endParaRPr lang="en-US"/>
        </a:p>
      </dgm:t>
    </dgm:pt>
    <dgm:pt modelId="{F778960F-23B0-4DFD-9EF5-7FF4CB8D36E2}" type="parTrans" cxnId="{DEF7A58A-1B83-4A6B-BD5E-61C532CF36D7}">
      <dgm:prSet/>
      <dgm:spPr/>
      <dgm:t>
        <a:bodyPr/>
        <a:lstStyle/>
        <a:p>
          <a:endParaRPr lang="en-US"/>
        </a:p>
      </dgm:t>
    </dgm:pt>
    <dgm:pt modelId="{6C0D58DF-F517-4924-B867-4CE47FC3DACC}" type="sibTrans" cxnId="{DEF7A58A-1B83-4A6B-BD5E-61C532CF36D7}">
      <dgm:prSet/>
      <dgm:spPr/>
      <dgm:t>
        <a:bodyPr/>
        <a:lstStyle/>
        <a:p>
          <a:endParaRPr lang="en-US"/>
        </a:p>
      </dgm:t>
    </dgm:pt>
    <dgm:pt modelId="{8DAD7BB5-3FB4-412D-99C4-55936236660F}" type="pres">
      <dgm:prSet presAssocID="{6449975C-D945-407B-A3B6-BA54B3E2757B}" presName="outerComposite" presStyleCnt="0">
        <dgm:presLayoutVars>
          <dgm:chMax val="5"/>
          <dgm:dir/>
          <dgm:resizeHandles val="exact"/>
        </dgm:presLayoutVars>
      </dgm:prSet>
      <dgm:spPr/>
    </dgm:pt>
    <dgm:pt modelId="{7C452FCA-1B80-4381-B2E1-C34AFEF06F49}" type="pres">
      <dgm:prSet presAssocID="{6449975C-D945-407B-A3B6-BA54B3E2757B}" presName="dummyMaxCanvas" presStyleCnt="0">
        <dgm:presLayoutVars/>
      </dgm:prSet>
      <dgm:spPr/>
    </dgm:pt>
    <dgm:pt modelId="{D7C02224-92A5-44C9-AC4C-A7DF3B609759}" type="pres">
      <dgm:prSet presAssocID="{6449975C-D945-407B-A3B6-BA54B3E2757B}" presName="ThreeNodes_1" presStyleLbl="node1" presStyleIdx="0" presStyleCnt="3">
        <dgm:presLayoutVars>
          <dgm:bulletEnabled val="1"/>
        </dgm:presLayoutVars>
      </dgm:prSet>
      <dgm:spPr/>
    </dgm:pt>
    <dgm:pt modelId="{C7103142-2DD0-43EC-951C-160846FA3D9A}" type="pres">
      <dgm:prSet presAssocID="{6449975C-D945-407B-A3B6-BA54B3E2757B}" presName="ThreeNodes_2" presStyleLbl="node1" presStyleIdx="1" presStyleCnt="3">
        <dgm:presLayoutVars>
          <dgm:bulletEnabled val="1"/>
        </dgm:presLayoutVars>
      </dgm:prSet>
      <dgm:spPr/>
    </dgm:pt>
    <dgm:pt modelId="{355A1163-702E-4710-B88C-BF8116110A8D}" type="pres">
      <dgm:prSet presAssocID="{6449975C-D945-407B-A3B6-BA54B3E2757B}" presName="ThreeNodes_3" presStyleLbl="node1" presStyleIdx="2" presStyleCnt="3">
        <dgm:presLayoutVars>
          <dgm:bulletEnabled val="1"/>
        </dgm:presLayoutVars>
      </dgm:prSet>
      <dgm:spPr/>
    </dgm:pt>
    <dgm:pt modelId="{9BB64C1A-2A13-41A5-A27B-01269FE3C068}" type="pres">
      <dgm:prSet presAssocID="{6449975C-D945-407B-A3B6-BA54B3E2757B}" presName="ThreeConn_1-2" presStyleLbl="fgAccFollowNode1" presStyleIdx="0" presStyleCnt="2">
        <dgm:presLayoutVars>
          <dgm:bulletEnabled val="1"/>
        </dgm:presLayoutVars>
      </dgm:prSet>
      <dgm:spPr/>
    </dgm:pt>
    <dgm:pt modelId="{FDE5A9CA-1C1B-4439-8358-8C6356DB99E6}" type="pres">
      <dgm:prSet presAssocID="{6449975C-D945-407B-A3B6-BA54B3E2757B}" presName="ThreeConn_2-3" presStyleLbl="fgAccFollowNode1" presStyleIdx="1" presStyleCnt="2">
        <dgm:presLayoutVars>
          <dgm:bulletEnabled val="1"/>
        </dgm:presLayoutVars>
      </dgm:prSet>
      <dgm:spPr/>
    </dgm:pt>
    <dgm:pt modelId="{FD62EE1D-F2A1-4222-9BB0-72DF96AE154F}" type="pres">
      <dgm:prSet presAssocID="{6449975C-D945-407B-A3B6-BA54B3E2757B}" presName="ThreeNodes_1_text" presStyleLbl="node1" presStyleIdx="2" presStyleCnt="3">
        <dgm:presLayoutVars>
          <dgm:bulletEnabled val="1"/>
        </dgm:presLayoutVars>
      </dgm:prSet>
      <dgm:spPr/>
    </dgm:pt>
    <dgm:pt modelId="{26511BD6-2F18-4F4B-8514-C3EC970B5415}" type="pres">
      <dgm:prSet presAssocID="{6449975C-D945-407B-A3B6-BA54B3E2757B}" presName="ThreeNodes_2_text" presStyleLbl="node1" presStyleIdx="2" presStyleCnt="3">
        <dgm:presLayoutVars>
          <dgm:bulletEnabled val="1"/>
        </dgm:presLayoutVars>
      </dgm:prSet>
      <dgm:spPr/>
    </dgm:pt>
    <dgm:pt modelId="{ECA8A2B9-B19E-42A0-9C35-1CC737E27EC2}" type="pres">
      <dgm:prSet presAssocID="{6449975C-D945-407B-A3B6-BA54B3E2757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16BA901-E5F0-47DA-AFA8-744BA801531B}" type="presOf" srcId="{D7B9AD2B-EA6E-4183-856F-5B441386DD11}" destId="{26511BD6-2F18-4F4B-8514-C3EC970B5415}" srcOrd="1" destOrd="0" presId="urn:microsoft.com/office/officeart/2005/8/layout/vProcess5"/>
    <dgm:cxn modelId="{C972BB17-FB80-4A16-BCFB-852FEECC83EF}" type="presOf" srcId="{F6ACDD6D-C2E4-46BC-9B3E-0FF1CDA3B6ED}" destId="{9BB64C1A-2A13-41A5-A27B-01269FE3C068}" srcOrd="0" destOrd="0" presId="urn:microsoft.com/office/officeart/2005/8/layout/vProcess5"/>
    <dgm:cxn modelId="{36A7F828-105D-43B0-A002-E195555EA22D}" srcId="{6449975C-D945-407B-A3B6-BA54B3E2757B}" destId="{E05E0A28-E9FA-4831-8689-FE6C1ADB65C8}" srcOrd="0" destOrd="0" parTransId="{185A9BCD-CF23-4A23-875D-77AECB918777}" sibTransId="{F6ACDD6D-C2E4-46BC-9B3E-0FF1CDA3B6ED}"/>
    <dgm:cxn modelId="{45445339-1F78-4048-B1A8-6E8B072DC7AC}" type="presOf" srcId="{E8E7DAED-7310-4CAF-8333-B707ABE17B62}" destId="{ECA8A2B9-B19E-42A0-9C35-1CC737E27EC2}" srcOrd="1" destOrd="0" presId="urn:microsoft.com/office/officeart/2005/8/layout/vProcess5"/>
    <dgm:cxn modelId="{94D3DB6B-95BE-463C-9F2B-459DB213A0AC}" type="presOf" srcId="{C0CA67A4-DDF2-41F3-B478-85D639780789}" destId="{FDE5A9CA-1C1B-4439-8358-8C6356DB99E6}" srcOrd="0" destOrd="0" presId="urn:microsoft.com/office/officeart/2005/8/layout/vProcess5"/>
    <dgm:cxn modelId="{DEF7A58A-1B83-4A6B-BD5E-61C532CF36D7}" srcId="{6449975C-D945-407B-A3B6-BA54B3E2757B}" destId="{E8E7DAED-7310-4CAF-8333-B707ABE17B62}" srcOrd="2" destOrd="0" parTransId="{F778960F-23B0-4DFD-9EF5-7FF4CB8D36E2}" sibTransId="{6C0D58DF-F517-4924-B867-4CE47FC3DACC}"/>
    <dgm:cxn modelId="{385C2B9D-6B76-4F93-ABC3-7120A2FD260C}" type="presOf" srcId="{6449975C-D945-407B-A3B6-BA54B3E2757B}" destId="{8DAD7BB5-3FB4-412D-99C4-55936236660F}" srcOrd="0" destOrd="0" presId="urn:microsoft.com/office/officeart/2005/8/layout/vProcess5"/>
    <dgm:cxn modelId="{CB92D0BE-AE88-4003-824B-019683AA5DF3}" type="presOf" srcId="{E05E0A28-E9FA-4831-8689-FE6C1ADB65C8}" destId="{FD62EE1D-F2A1-4222-9BB0-72DF96AE154F}" srcOrd="1" destOrd="0" presId="urn:microsoft.com/office/officeart/2005/8/layout/vProcess5"/>
    <dgm:cxn modelId="{A45607D2-7B0A-48CC-8FA2-EA4DE61CCCC0}" srcId="{6449975C-D945-407B-A3B6-BA54B3E2757B}" destId="{D7B9AD2B-EA6E-4183-856F-5B441386DD11}" srcOrd="1" destOrd="0" parTransId="{854EC8A9-3FB2-46C1-B3E4-DCB65F4BFBFD}" sibTransId="{C0CA67A4-DDF2-41F3-B478-85D639780789}"/>
    <dgm:cxn modelId="{E9FD4FE2-48DB-4E51-860A-0CF61464A8DC}" type="presOf" srcId="{E8E7DAED-7310-4CAF-8333-B707ABE17B62}" destId="{355A1163-702E-4710-B88C-BF8116110A8D}" srcOrd="0" destOrd="0" presId="urn:microsoft.com/office/officeart/2005/8/layout/vProcess5"/>
    <dgm:cxn modelId="{13D2D9ED-B47D-49BA-87B3-498C96820434}" type="presOf" srcId="{E05E0A28-E9FA-4831-8689-FE6C1ADB65C8}" destId="{D7C02224-92A5-44C9-AC4C-A7DF3B609759}" srcOrd="0" destOrd="0" presId="urn:microsoft.com/office/officeart/2005/8/layout/vProcess5"/>
    <dgm:cxn modelId="{415EA0F1-5D4F-45ED-9BE6-88BE5AC6426F}" type="presOf" srcId="{D7B9AD2B-EA6E-4183-856F-5B441386DD11}" destId="{C7103142-2DD0-43EC-951C-160846FA3D9A}" srcOrd="0" destOrd="0" presId="urn:microsoft.com/office/officeart/2005/8/layout/vProcess5"/>
    <dgm:cxn modelId="{D0BD8A5C-A0A8-41DE-AB7E-CFD2BA067984}" type="presParOf" srcId="{8DAD7BB5-3FB4-412D-99C4-55936236660F}" destId="{7C452FCA-1B80-4381-B2E1-C34AFEF06F49}" srcOrd="0" destOrd="0" presId="urn:microsoft.com/office/officeart/2005/8/layout/vProcess5"/>
    <dgm:cxn modelId="{6FAF4B7D-5218-4D67-9DAF-AC39DE353A59}" type="presParOf" srcId="{8DAD7BB5-3FB4-412D-99C4-55936236660F}" destId="{D7C02224-92A5-44C9-AC4C-A7DF3B609759}" srcOrd="1" destOrd="0" presId="urn:microsoft.com/office/officeart/2005/8/layout/vProcess5"/>
    <dgm:cxn modelId="{3B9B22D8-7988-4593-A636-FFE12F4C4E23}" type="presParOf" srcId="{8DAD7BB5-3FB4-412D-99C4-55936236660F}" destId="{C7103142-2DD0-43EC-951C-160846FA3D9A}" srcOrd="2" destOrd="0" presId="urn:microsoft.com/office/officeart/2005/8/layout/vProcess5"/>
    <dgm:cxn modelId="{93AADFC7-76B7-4216-8C9C-2E5C23443203}" type="presParOf" srcId="{8DAD7BB5-3FB4-412D-99C4-55936236660F}" destId="{355A1163-702E-4710-B88C-BF8116110A8D}" srcOrd="3" destOrd="0" presId="urn:microsoft.com/office/officeart/2005/8/layout/vProcess5"/>
    <dgm:cxn modelId="{0CABC72B-CCAF-4F33-9908-749C0AB6A839}" type="presParOf" srcId="{8DAD7BB5-3FB4-412D-99C4-55936236660F}" destId="{9BB64C1A-2A13-41A5-A27B-01269FE3C068}" srcOrd="4" destOrd="0" presId="urn:microsoft.com/office/officeart/2005/8/layout/vProcess5"/>
    <dgm:cxn modelId="{06025229-4EAD-489D-8DEE-F75B75B6D907}" type="presParOf" srcId="{8DAD7BB5-3FB4-412D-99C4-55936236660F}" destId="{FDE5A9CA-1C1B-4439-8358-8C6356DB99E6}" srcOrd="5" destOrd="0" presId="urn:microsoft.com/office/officeart/2005/8/layout/vProcess5"/>
    <dgm:cxn modelId="{2AC1AC73-9523-4238-AD19-0349B0B884B8}" type="presParOf" srcId="{8DAD7BB5-3FB4-412D-99C4-55936236660F}" destId="{FD62EE1D-F2A1-4222-9BB0-72DF96AE154F}" srcOrd="6" destOrd="0" presId="urn:microsoft.com/office/officeart/2005/8/layout/vProcess5"/>
    <dgm:cxn modelId="{B869C58D-3B4F-4C0C-9C1E-66305C389F9B}" type="presParOf" srcId="{8DAD7BB5-3FB4-412D-99C4-55936236660F}" destId="{26511BD6-2F18-4F4B-8514-C3EC970B5415}" srcOrd="7" destOrd="0" presId="urn:microsoft.com/office/officeart/2005/8/layout/vProcess5"/>
    <dgm:cxn modelId="{D7E515AE-1E33-4E2D-AD6B-A3980AA3004E}" type="presParOf" srcId="{8DAD7BB5-3FB4-412D-99C4-55936236660F}" destId="{ECA8A2B9-B19E-42A0-9C35-1CC737E27EC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BB13A40-0073-4760-9E2B-5BC5B0903F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FD8757-9ED4-4B0D-941E-7A182F54EE72}">
      <dgm:prSet/>
      <dgm:spPr/>
      <dgm:t>
        <a:bodyPr/>
        <a:lstStyle/>
        <a:p>
          <a:r>
            <a:rPr lang="es-AR" b="1" dirty="0"/>
            <a:t>Impresión 3D:</a:t>
          </a:r>
          <a:r>
            <a:rPr lang="es-AR" dirty="0"/>
            <a:t> Revolución en la fabricación de prototipos, piezas industriales y medicina, permitiendo la creación de prótesis personalizadas.</a:t>
          </a:r>
          <a:endParaRPr lang="en-US" dirty="0"/>
        </a:p>
      </dgm:t>
    </dgm:pt>
    <dgm:pt modelId="{C8C509ED-585E-464A-80BF-6A67D858D2D4}" type="parTrans" cxnId="{72CCE837-935D-4020-8C78-E259D2F65AA7}">
      <dgm:prSet/>
      <dgm:spPr/>
      <dgm:t>
        <a:bodyPr/>
        <a:lstStyle/>
        <a:p>
          <a:endParaRPr lang="en-US"/>
        </a:p>
      </dgm:t>
    </dgm:pt>
    <dgm:pt modelId="{5B5AF2F0-505A-4A1A-BF8C-112BFD60E46D}" type="sibTrans" cxnId="{72CCE837-935D-4020-8C78-E259D2F65AA7}">
      <dgm:prSet/>
      <dgm:spPr/>
      <dgm:t>
        <a:bodyPr/>
        <a:lstStyle/>
        <a:p>
          <a:endParaRPr lang="en-US"/>
        </a:p>
      </dgm:t>
    </dgm:pt>
    <dgm:pt modelId="{7BE37315-3294-45A5-A8F0-F5E36E2B504D}">
      <dgm:prSet/>
      <dgm:spPr/>
      <dgm:t>
        <a:bodyPr/>
        <a:lstStyle/>
        <a:p>
          <a:r>
            <a:rPr lang="es-AR" b="1"/>
            <a:t>Realidad Virtual (RV) y Aumentada (RA):</a:t>
          </a:r>
          <a:r>
            <a:rPr lang="es-AR"/>
            <a:t> Herramientas aplicadas en educación, entrenamiento industrial y experiencias de consumo inmersivas.</a:t>
          </a:r>
          <a:endParaRPr lang="en-US"/>
        </a:p>
      </dgm:t>
    </dgm:pt>
    <dgm:pt modelId="{34B6FD35-1CE3-47F9-98D8-1FE135682A5A}" type="parTrans" cxnId="{17940E06-796B-49B3-9F9F-8BABC5A868C6}">
      <dgm:prSet/>
      <dgm:spPr/>
      <dgm:t>
        <a:bodyPr/>
        <a:lstStyle/>
        <a:p>
          <a:endParaRPr lang="en-US"/>
        </a:p>
      </dgm:t>
    </dgm:pt>
    <dgm:pt modelId="{E1B881CD-882F-46A2-ACCF-B3DFE252E5FD}" type="sibTrans" cxnId="{17940E06-796B-49B3-9F9F-8BABC5A868C6}">
      <dgm:prSet/>
      <dgm:spPr/>
      <dgm:t>
        <a:bodyPr/>
        <a:lstStyle/>
        <a:p>
          <a:endParaRPr lang="en-US"/>
        </a:p>
      </dgm:t>
    </dgm:pt>
    <dgm:pt modelId="{5080BED1-48BA-4F8B-9B09-CE9828E74B18}">
      <dgm:prSet/>
      <dgm:spPr/>
      <dgm:t>
        <a:bodyPr/>
        <a:lstStyle/>
        <a:p>
          <a:r>
            <a:rPr lang="es-AR" b="1"/>
            <a:t>Drones Autónomos:</a:t>
          </a:r>
          <a:r>
            <a:rPr lang="es-AR"/>
            <a:t> Utilizados para logística (entregas), agricultura de precisión y vigilancia, optimizando tareas complejas.</a:t>
          </a:r>
          <a:endParaRPr lang="en-US"/>
        </a:p>
      </dgm:t>
    </dgm:pt>
    <dgm:pt modelId="{02576095-F552-4C45-ACB3-56D9D9798FB7}" type="parTrans" cxnId="{BEE69E42-579A-4DE5-A210-918B4FFD31F5}">
      <dgm:prSet/>
      <dgm:spPr/>
      <dgm:t>
        <a:bodyPr/>
        <a:lstStyle/>
        <a:p>
          <a:endParaRPr lang="en-US"/>
        </a:p>
      </dgm:t>
    </dgm:pt>
    <dgm:pt modelId="{CBD3CE02-1BC3-4FAB-BE59-8F765C396278}" type="sibTrans" cxnId="{BEE69E42-579A-4DE5-A210-918B4FFD31F5}">
      <dgm:prSet/>
      <dgm:spPr/>
      <dgm:t>
        <a:bodyPr/>
        <a:lstStyle/>
        <a:p>
          <a:endParaRPr lang="en-US"/>
        </a:p>
      </dgm:t>
    </dgm:pt>
    <dgm:pt modelId="{8496FA90-65F0-4852-9BFF-0A06670066F2}">
      <dgm:prSet/>
      <dgm:spPr/>
      <dgm:t>
        <a:bodyPr/>
        <a:lstStyle/>
        <a:p>
          <a:r>
            <a:rPr lang="es-AR" b="1"/>
            <a:t>Sistemas de Reconocimiento Facial:</a:t>
          </a:r>
          <a:r>
            <a:rPr lang="es-AR"/>
            <a:t> Tecnología aplicada a la seguridad urbana, control de acceso y autenticación en dispositivos móviles.</a:t>
          </a:r>
          <a:endParaRPr lang="en-US"/>
        </a:p>
      </dgm:t>
    </dgm:pt>
    <dgm:pt modelId="{DDEBC90A-AC7D-4CD2-94DE-5043675B26F2}" type="parTrans" cxnId="{3BBB0E6A-4C0C-4414-8867-EA2D3E46C7F3}">
      <dgm:prSet/>
      <dgm:spPr/>
      <dgm:t>
        <a:bodyPr/>
        <a:lstStyle/>
        <a:p>
          <a:endParaRPr lang="en-US"/>
        </a:p>
      </dgm:t>
    </dgm:pt>
    <dgm:pt modelId="{5B68B072-1700-4F29-8825-F9FD62D9037F}" type="sibTrans" cxnId="{3BBB0E6A-4C0C-4414-8867-EA2D3E46C7F3}">
      <dgm:prSet/>
      <dgm:spPr/>
      <dgm:t>
        <a:bodyPr/>
        <a:lstStyle/>
        <a:p>
          <a:endParaRPr lang="en-US"/>
        </a:p>
      </dgm:t>
    </dgm:pt>
    <dgm:pt modelId="{A9D4205D-806C-4510-8F21-7A4D88E841E7}">
      <dgm:prSet/>
      <dgm:spPr/>
      <dgm:t>
        <a:bodyPr/>
        <a:lstStyle/>
        <a:p>
          <a:r>
            <a:rPr lang="es-AR" b="1"/>
            <a:t>Blockchain:</a:t>
          </a:r>
          <a:r>
            <a:rPr lang="es-AR"/>
            <a:t> Sistemas de registro descentralizados que garantizan la seguridad y transparencia en transacciones financieras y logística.</a:t>
          </a:r>
          <a:endParaRPr lang="en-US"/>
        </a:p>
      </dgm:t>
    </dgm:pt>
    <dgm:pt modelId="{3EDA2068-A4A4-4CBF-A7A1-1B8FD120774A}" type="parTrans" cxnId="{46F93496-4E49-4B1F-9B9D-CA9C14F8D341}">
      <dgm:prSet/>
      <dgm:spPr/>
      <dgm:t>
        <a:bodyPr/>
        <a:lstStyle/>
        <a:p>
          <a:endParaRPr lang="en-US"/>
        </a:p>
      </dgm:t>
    </dgm:pt>
    <dgm:pt modelId="{5CF43252-26C5-435B-B8E7-E23B4F504699}" type="sibTrans" cxnId="{46F93496-4E49-4B1F-9B9D-CA9C14F8D341}">
      <dgm:prSet/>
      <dgm:spPr/>
      <dgm:t>
        <a:bodyPr/>
        <a:lstStyle/>
        <a:p>
          <a:endParaRPr lang="en-US"/>
        </a:p>
      </dgm:t>
    </dgm:pt>
    <dgm:pt modelId="{D58BA2B2-22C9-41FE-8A56-6018F95D0D74}">
      <dgm:prSet/>
      <dgm:spPr/>
      <dgm:t>
        <a:bodyPr/>
        <a:lstStyle/>
        <a:p>
          <a:r>
            <a:rPr lang="es-AR" b="1"/>
            <a:t>Energías Renovables Innovadoras:</a:t>
          </a:r>
          <a:r>
            <a:rPr lang="es-AR"/>
            <a:t> Paneles solares de alta eficiencia, baterías de litio de gran capacidad y turbinas eólicas avanzadas para la sostenibilidad</a:t>
          </a:r>
          <a:endParaRPr lang="en-US"/>
        </a:p>
      </dgm:t>
    </dgm:pt>
    <dgm:pt modelId="{1E8AB710-0357-41B0-BE12-CD0407EF9D82}" type="parTrans" cxnId="{0656CF91-4E8B-44CF-A966-369A6751FD30}">
      <dgm:prSet/>
      <dgm:spPr/>
      <dgm:t>
        <a:bodyPr/>
        <a:lstStyle/>
        <a:p>
          <a:endParaRPr lang="en-US"/>
        </a:p>
      </dgm:t>
    </dgm:pt>
    <dgm:pt modelId="{E24013DF-F198-4D2C-B17C-1DEFBC116FD5}" type="sibTrans" cxnId="{0656CF91-4E8B-44CF-A966-369A6751FD30}">
      <dgm:prSet/>
      <dgm:spPr/>
      <dgm:t>
        <a:bodyPr/>
        <a:lstStyle/>
        <a:p>
          <a:endParaRPr lang="en-US"/>
        </a:p>
      </dgm:t>
    </dgm:pt>
    <dgm:pt modelId="{84648668-61E2-4211-854D-F6B143034508}" type="pres">
      <dgm:prSet presAssocID="{CBB13A40-0073-4760-9E2B-5BC5B0903F08}" presName="linear" presStyleCnt="0">
        <dgm:presLayoutVars>
          <dgm:animLvl val="lvl"/>
          <dgm:resizeHandles val="exact"/>
        </dgm:presLayoutVars>
      </dgm:prSet>
      <dgm:spPr/>
    </dgm:pt>
    <dgm:pt modelId="{0ACAEBF6-41CE-43C1-9262-1CD73B561D19}" type="pres">
      <dgm:prSet presAssocID="{C6FD8757-9ED4-4B0D-941E-7A182F54EE7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66BB56E-1536-4FE0-B250-6353CADF824A}" type="pres">
      <dgm:prSet presAssocID="{5B5AF2F0-505A-4A1A-BF8C-112BFD60E46D}" presName="spacer" presStyleCnt="0"/>
      <dgm:spPr/>
    </dgm:pt>
    <dgm:pt modelId="{DE5763FE-6DFA-429A-9BC8-E40B2D5E8DEA}" type="pres">
      <dgm:prSet presAssocID="{7BE37315-3294-45A5-A8F0-F5E36E2B504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2269AB4-6664-445C-8454-A8955136DFEB}" type="pres">
      <dgm:prSet presAssocID="{E1B881CD-882F-46A2-ACCF-B3DFE252E5FD}" presName="spacer" presStyleCnt="0"/>
      <dgm:spPr/>
    </dgm:pt>
    <dgm:pt modelId="{DAA00E6F-3D1E-406F-A3FE-AA0AA0F61833}" type="pres">
      <dgm:prSet presAssocID="{5080BED1-48BA-4F8B-9B09-CE9828E74B1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370C61B-D865-4E4E-919B-EB6956FBFDBC}" type="pres">
      <dgm:prSet presAssocID="{CBD3CE02-1BC3-4FAB-BE59-8F765C396278}" presName="spacer" presStyleCnt="0"/>
      <dgm:spPr/>
    </dgm:pt>
    <dgm:pt modelId="{18F663E2-DD86-4108-AE10-9374F479EC90}" type="pres">
      <dgm:prSet presAssocID="{8496FA90-65F0-4852-9BFF-0A06670066F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40A3967-EBDB-4FC0-B129-72283E6FA52C}" type="pres">
      <dgm:prSet presAssocID="{5B68B072-1700-4F29-8825-F9FD62D9037F}" presName="spacer" presStyleCnt="0"/>
      <dgm:spPr/>
    </dgm:pt>
    <dgm:pt modelId="{424EC1F4-2E5A-4C48-8196-72F7F3CEFDF0}" type="pres">
      <dgm:prSet presAssocID="{A9D4205D-806C-4510-8F21-7A4D88E841E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3F09235-0BF2-497E-B159-DA617BF2E878}" type="pres">
      <dgm:prSet presAssocID="{5CF43252-26C5-435B-B8E7-E23B4F504699}" presName="spacer" presStyleCnt="0"/>
      <dgm:spPr/>
    </dgm:pt>
    <dgm:pt modelId="{FF6A5AC0-B63C-46C3-A97C-6D92D298F121}" type="pres">
      <dgm:prSet presAssocID="{D58BA2B2-22C9-41FE-8A56-6018F95D0D7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17940E06-796B-49B3-9F9F-8BABC5A868C6}" srcId="{CBB13A40-0073-4760-9E2B-5BC5B0903F08}" destId="{7BE37315-3294-45A5-A8F0-F5E36E2B504D}" srcOrd="1" destOrd="0" parTransId="{34B6FD35-1CE3-47F9-98D8-1FE135682A5A}" sibTransId="{E1B881CD-882F-46A2-ACCF-B3DFE252E5FD}"/>
    <dgm:cxn modelId="{88BEB919-A479-4E31-B1F4-1EC354DBDC41}" type="presOf" srcId="{5080BED1-48BA-4F8B-9B09-CE9828E74B18}" destId="{DAA00E6F-3D1E-406F-A3FE-AA0AA0F61833}" srcOrd="0" destOrd="0" presId="urn:microsoft.com/office/officeart/2005/8/layout/vList2"/>
    <dgm:cxn modelId="{72CCE837-935D-4020-8C78-E259D2F65AA7}" srcId="{CBB13A40-0073-4760-9E2B-5BC5B0903F08}" destId="{C6FD8757-9ED4-4B0D-941E-7A182F54EE72}" srcOrd="0" destOrd="0" parTransId="{C8C509ED-585E-464A-80BF-6A67D858D2D4}" sibTransId="{5B5AF2F0-505A-4A1A-BF8C-112BFD60E46D}"/>
    <dgm:cxn modelId="{BEE69E42-579A-4DE5-A210-918B4FFD31F5}" srcId="{CBB13A40-0073-4760-9E2B-5BC5B0903F08}" destId="{5080BED1-48BA-4F8B-9B09-CE9828E74B18}" srcOrd="2" destOrd="0" parTransId="{02576095-F552-4C45-ACB3-56D9D9798FB7}" sibTransId="{CBD3CE02-1BC3-4FAB-BE59-8F765C396278}"/>
    <dgm:cxn modelId="{3BBB0E6A-4C0C-4414-8867-EA2D3E46C7F3}" srcId="{CBB13A40-0073-4760-9E2B-5BC5B0903F08}" destId="{8496FA90-65F0-4852-9BFF-0A06670066F2}" srcOrd="3" destOrd="0" parTransId="{DDEBC90A-AC7D-4CD2-94DE-5043675B26F2}" sibTransId="{5B68B072-1700-4F29-8825-F9FD62D9037F}"/>
    <dgm:cxn modelId="{8C17F46A-A4E7-43F7-80D7-8928BEF02729}" type="presOf" srcId="{D58BA2B2-22C9-41FE-8A56-6018F95D0D74}" destId="{FF6A5AC0-B63C-46C3-A97C-6D92D298F121}" srcOrd="0" destOrd="0" presId="urn:microsoft.com/office/officeart/2005/8/layout/vList2"/>
    <dgm:cxn modelId="{0656CF91-4E8B-44CF-A966-369A6751FD30}" srcId="{CBB13A40-0073-4760-9E2B-5BC5B0903F08}" destId="{D58BA2B2-22C9-41FE-8A56-6018F95D0D74}" srcOrd="5" destOrd="0" parTransId="{1E8AB710-0357-41B0-BE12-CD0407EF9D82}" sibTransId="{E24013DF-F198-4D2C-B17C-1DEFBC116FD5}"/>
    <dgm:cxn modelId="{76B98A93-F7FE-4DF6-838A-894E199C0C1B}" type="presOf" srcId="{CBB13A40-0073-4760-9E2B-5BC5B0903F08}" destId="{84648668-61E2-4211-854D-F6B143034508}" srcOrd="0" destOrd="0" presId="urn:microsoft.com/office/officeart/2005/8/layout/vList2"/>
    <dgm:cxn modelId="{46F93496-4E49-4B1F-9B9D-CA9C14F8D341}" srcId="{CBB13A40-0073-4760-9E2B-5BC5B0903F08}" destId="{A9D4205D-806C-4510-8F21-7A4D88E841E7}" srcOrd="4" destOrd="0" parTransId="{3EDA2068-A4A4-4CBF-A7A1-1B8FD120774A}" sibTransId="{5CF43252-26C5-435B-B8E7-E23B4F504699}"/>
    <dgm:cxn modelId="{A7EF0EB1-D53A-43B2-AA5F-57D3EB912328}" type="presOf" srcId="{A9D4205D-806C-4510-8F21-7A4D88E841E7}" destId="{424EC1F4-2E5A-4C48-8196-72F7F3CEFDF0}" srcOrd="0" destOrd="0" presId="urn:microsoft.com/office/officeart/2005/8/layout/vList2"/>
    <dgm:cxn modelId="{DDEEF0D2-DDFC-41B5-9E32-6006C60DA390}" type="presOf" srcId="{C6FD8757-9ED4-4B0D-941E-7A182F54EE72}" destId="{0ACAEBF6-41CE-43C1-9262-1CD73B561D19}" srcOrd="0" destOrd="0" presId="urn:microsoft.com/office/officeart/2005/8/layout/vList2"/>
    <dgm:cxn modelId="{934F56D3-0AB5-461C-B794-155B0FFF00C4}" type="presOf" srcId="{7BE37315-3294-45A5-A8F0-F5E36E2B504D}" destId="{DE5763FE-6DFA-429A-9BC8-E40B2D5E8DEA}" srcOrd="0" destOrd="0" presId="urn:microsoft.com/office/officeart/2005/8/layout/vList2"/>
    <dgm:cxn modelId="{3A6AFAFC-E975-40A1-A70F-32F263178FCC}" type="presOf" srcId="{8496FA90-65F0-4852-9BFF-0A06670066F2}" destId="{18F663E2-DD86-4108-AE10-9374F479EC90}" srcOrd="0" destOrd="0" presId="urn:microsoft.com/office/officeart/2005/8/layout/vList2"/>
    <dgm:cxn modelId="{6B69EE41-8BF5-4A5F-90A3-5D9F010D485A}" type="presParOf" srcId="{84648668-61E2-4211-854D-F6B143034508}" destId="{0ACAEBF6-41CE-43C1-9262-1CD73B561D19}" srcOrd="0" destOrd="0" presId="urn:microsoft.com/office/officeart/2005/8/layout/vList2"/>
    <dgm:cxn modelId="{22B5D17F-12C5-4209-A83C-7235AD605634}" type="presParOf" srcId="{84648668-61E2-4211-854D-F6B143034508}" destId="{B66BB56E-1536-4FE0-B250-6353CADF824A}" srcOrd="1" destOrd="0" presId="urn:microsoft.com/office/officeart/2005/8/layout/vList2"/>
    <dgm:cxn modelId="{0DC89773-ADE5-43FC-B5E7-78FE16851BF6}" type="presParOf" srcId="{84648668-61E2-4211-854D-F6B143034508}" destId="{DE5763FE-6DFA-429A-9BC8-E40B2D5E8DEA}" srcOrd="2" destOrd="0" presId="urn:microsoft.com/office/officeart/2005/8/layout/vList2"/>
    <dgm:cxn modelId="{7A083D1F-D15A-43E0-AE2F-48B9DECDF821}" type="presParOf" srcId="{84648668-61E2-4211-854D-F6B143034508}" destId="{22269AB4-6664-445C-8454-A8955136DFEB}" srcOrd="3" destOrd="0" presId="urn:microsoft.com/office/officeart/2005/8/layout/vList2"/>
    <dgm:cxn modelId="{6EDBFB18-A3A0-4FAE-9D2F-C3D570EC9564}" type="presParOf" srcId="{84648668-61E2-4211-854D-F6B143034508}" destId="{DAA00E6F-3D1E-406F-A3FE-AA0AA0F61833}" srcOrd="4" destOrd="0" presId="urn:microsoft.com/office/officeart/2005/8/layout/vList2"/>
    <dgm:cxn modelId="{3BF4162A-AEFA-4F7F-A260-B2673748CB56}" type="presParOf" srcId="{84648668-61E2-4211-854D-F6B143034508}" destId="{E370C61B-D865-4E4E-919B-EB6956FBFDBC}" srcOrd="5" destOrd="0" presId="urn:microsoft.com/office/officeart/2005/8/layout/vList2"/>
    <dgm:cxn modelId="{9C3DCAEE-E79C-4D2B-B944-35D9A0356751}" type="presParOf" srcId="{84648668-61E2-4211-854D-F6B143034508}" destId="{18F663E2-DD86-4108-AE10-9374F479EC90}" srcOrd="6" destOrd="0" presId="urn:microsoft.com/office/officeart/2005/8/layout/vList2"/>
    <dgm:cxn modelId="{A619F6AF-5849-4D5E-8A64-7F30BE72648A}" type="presParOf" srcId="{84648668-61E2-4211-854D-F6B143034508}" destId="{640A3967-EBDB-4FC0-B129-72283E6FA52C}" srcOrd="7" destOrd="0" presId="urn:microsoft.com/office/officeart/2005/8/layout/vList2"/>
    <dgm:cxn modelId="{0158A499-14AE-48BF-8F21-294E82D5AA56}" type="presParOf" srcId="{84648668-61E2-4211-854D-F6B143034508}" destId="{424EC1F4-2E5A-4C48-8196-72F7F3CEFDF0}" srcOrd="8" destOrd="0" presId="urn:microsoft.com/office/officeart/2005/8/layout/vList2"/>
    <dgm:cxn modelId="{99245602-3EA6-4E7C-BFD5-2DD95395BE24}" type="presParOf" srcId="{84648668-61E2-4211-854D-F6B143034508}" destId="{63F09235-0BF2-497E-B159-DA617BF2E878}" srcOrd="9" destOrd="0" presId="urn:microsoft.com/office/officeart/2005/8/layout/vList2"/>
    <dgm:cxn modelId="{93DDFC5E-9C9B-479D-A810-9C8F908F0972}" type="presParOf" srcId="{84648668-61E2-4211-854D-F6B143034508}" destId="{FF6A5AC0-B63C-46C3-A97C-6D92D298F12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2289FFA-EB40-48CB-B949-F1B31971942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68C5603-1982-4FB4-82F7-B55ACF199A7D}">
      <dgm:prSet/>
      <dgm:spPr/>
      <dgm:t>
        <a:bodyPr/>
        <a:lstStyle/>
        <a:p>
          <a:r>
            <a:rPr lang="es-AR"/>
            <a:t>¿La innovación mejora la vida… o la complica?</a:t>
          </a:r>
          <a:endParaRPr lang="en-US"/>
        </a:p>
      </dgm:t>
    </dgm:pt>
    <dgm:pt modelId="{182F3EF0-C440-47CF-A8A6-30172A8DB1FE}" type="parTrans" cxnId="{A53D7221-1FF3-44B1-999A-F1C0B39072AA}">
      <dgm:prSet/>
      <dgm:spPr/>
      <dgm:t>
        <a:bodyPr/>
        <a:lstStyle/>
        <a:p>
          <a:endParaRPr lang="en-US"/>
        </a:p>
      </dgm:t>
    </dgm:pt>
    <dgm:pt modelId="{36B15B86-2073-4B3F-9E92-4E74BFEFF000}" type="sibTrans" cxnId="{A53D7221-1FF3-44B1-999A-F1C0B39072AA}">
      <dgm:prSet/>
      <dgm:spPr/>
      <dgm:t>
        <a:bodyPr/>
        <a:lstStyle/>
        <a:p>
          <a:endParaRPr lang="en-US"/>
        </a:p>
      </dgm:t>
    </dgm:pt>
    <dgm:pt modelId="{5A0AEC4C-0AEB-4AC6-A431-E9E188E1992E}">
      <dgm:prSet/>
      <dgm:spPr/>
      <dgm:t>
        <a:bodyPr/>
        <a:lstStyle/>
        <a:p>
          <a:r>
            <a:rPr lang="es-AR"/>
            <a:t>¿Se puede innovar sin entender a las personas?</a:t>
          </a:r>
          <a:endParaRPr lang="en-US"/>
        </a:p>
      </dgm:t>
    </dgm:pt>
    <dgm:pt modelId="{EA41CD6F-EF63-4D0F-BD44-6281ABD8C51B}" type="parTrans" cxnId="{DE959EAA-F3F5-4832-ADD6-7AC501005B61}">
      <dgm:prSet/>
      <dgm:spPr/>
      <dgm:t>
        <a:bodyPr/>
        <a:lstStyle/>
        <a:p>
          <a:endParaRPr lang="en-US"/>
        </a:p>
      </dgm:t>
    </dgm:pt>
    <dgm:pt modelId="{2043A139-E5A0-4B2E-BC7A-2AB957DA2EC4}" type="sibTrans" cxnId="{DE959EAA-F3F5-4832-ADD6-7AC501005B61}">
      <dgm:prSet/>
      <dgm:spPr/>
      <dgm:t>
        <a:bodyPr/>
        <a:lstStyle/>
        <a:p>
          <a:endParaRPr lang="en-US"/>
        </a:p>
      </dgm:t>
    </dgm:pt>
    <dgm:pt modelId="{A63798D5-8D15-4659-BCFB-197572FC1D1B}" type="pres">
      <dgm:prSet presAssocID="{D2289FFA-EB40-48CB-B949-F1B31971942D}" presName="linear" presStyleCnt="0">
        <dgm:presLayoutVars>
          <dgm:animLvl val="lvl"/>
          <dgm:resizeHandles val="exact"/>
        </dgm:presLayoutVars>
      </dgm:prSet>
      <dgm:spPr/>
    </dgm:pt>
    <dgm:pt modelId="{041CABDF-6CC0-4B6F-A1F1-0615F49354A6}" type="pres">
      <dgm:prSet presAssocID="{168C5603-1982-4FB4-82F7-B55ACF199A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92E8E48-0A7A-44B0-89DB-D2592853B71D}" type="pres">
      <dgm:prSet presAssocID="{36B15B86-2073-4B3F-9E92-4E74BFEFF000}" presName="spacer" presStyleCnt="0"/>
      <dgm:spPr/>
    </dgm:pt>
    <dgm:pt modelId="{914659C0-AA97-4C8D-A9DC-C4DBF2E33AB0}" type="pres">
      <dgm:prSet presAssocID="{5A0AEC4C-0AEB-4AC6-A431-E9E188E1992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53D7221-1FF3-44B1-999A-F1C0B39072AA}" srcId="{D2289FFA-EB40-48CB-B949-F1B31971942D}" destId="{168C5603-1982-4FB4-82F7-B55ACF199A7D}" srcOrd="0" destOrd="0" parTransId="{182F3EF0-C440-47CF-A8A6-30172A8DB1FE}" sibTransId="{36B15B86-2073-4B3F-9E92-4E74BFEFF000}"/>
    <dgm:cxn modelId="{92F2002D-595E-4AC0-B1F6-E9A7D15BA460}" type="presOf" srcId="{168C5603-1982-4FB4-82F7-B55ACF199A7D}" destId="{041CABDF-6CC0-4B6F-A1F1-0615F49354A6}" srcOrd="0" destOrd="0" presId="urn:microsoft.com/office/officeart/2005/8/layout/vList2"/>
    <dgm:cxn modelId="{6891743F-1EBF-458B-BDBD-F7BDD049EABF}" type="presOf" srcId="{5A0AEC4C-0AEB-4AC6-A431-E9E188E1992E}" destId="{914659C0-AA97-4C8D-A9DC-C4DBF2E33AB0}" srcOrd="0" destOrd="0" presId="urn:microsoft.com/office/officeart/2005/8/layout/vList2"/>
    <dgm:cxn modelId="{EB9EFB66-4869-4BB8-9B99-D7A00EA74A28}" type="presOf" srcId="{D2289FFA-EB40-48CB-B949-F1B31971942D}" destId="{A63798D5-8D15-4659-BCFB-197572FC1D1B}" srcOrd="0" destOrd="0" presId="urn:microsoft.com/office/officeart/2005/8/layout/vList2"/>
    <dgm:cxn modelId="{DE959EAA-F3F5-4832-ADD6-7AC501005B61}" srcId="{D2289FFA-EB40-48CB-B949-F1B31971942D}" destId="{5A0AEC4C-0AEB-4AC6-A431-E9E188E1992E}" srcOrd="1" destOrd="0" parTransId="{EA41CD6F-EF63-4D0F-BD44-6281ABD8C51B}" sibTransId="{2043A139-E5A0-4B2E-BC7A-2AB957DA2EC4}"/>
    <dgm:cxn modelId="{B41E1226-1730-4972-9827-C18CDCF5139F}" type="presParOf" srcId="{A63798D5-8D15-4659-BCFB-197572FC1D1B}" destId="{041CABDF-6CC0-4B6F-A1F1-0615F49354A6}" srcOrd="0" destOrd="0" presId="urn:microsoft.com/office/officeart/2005/8/layout/vList2"/>
    <dgm:cxn modelId="{8D1790D4-F04C-4675-B3E0-04660CF9BB2E}" type="presParOf" srcId="{A63798D5-8D15-4659-BCFB-197572FC1D1B}" destId="{792E8E48-0A7A-44B0-89DB-D2592853B71D}" srcOrd="1" destOrd="0" presId="urn:microsoft.com/office/officeart/2005/8/layout/vList2"/>
    <dgm:cxn modelId="{0D8AE853-4ED6-4519-BF5A-94CF465CD2F6}" type="presParOf" srcId="{A63798D5-8D15-4659-BCFB-197572FC1D1B}" destId="{914659C0-AA97-4C8D-A9DC-C4DBF2E33AB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494EDBD-1FA0-4815-B50D-0EF09826A69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A29232F-1488-46BC-B57F-935D8FE851B8}">
      <dgm:prSet/>
      <dgm:spPr/>
      <dgm:t>
        <a:bodyPr/>
        <a:lstStyle/>
        <a:p>
          <a:r>
            <a:rPr lang="es-AR"/>
            <a:t>Capacidad de aprendizaje: A diferencia de la programación tradicional, la IA (especialmente el machine learning o aprendizaje automático) aprende de los datos para mejorar su precisión con el tiempo.</a:t>
          </a:r>
          <a:endParaRPr lang="en-US"/>
        </a:p>
      </dgm:t>
    </dgm:pt>
    <dgm:pt modelId="{617F178C-0B93-4CD4-B137-C88D58CB4B7C}" type="parTrans" cxnId="{BFA8A537-9794-4128-BF21-20AF3DE18657}">
      <dgm:prSet/>
      <dgm:spPr/>
      <dgm:t>
        <a:bodyPr/>
        <a:lstStyle/>
        <a:p>
          <a:endParaRPr lang="en-US"/>
        </a:p>
      </dgm:t>
    </dgm:pt>
    <dgm:pt modelId="{3E1BA3A6-A48D-4B48-B202-25BAE24EFD73}" type="sibTrans" cxnId="{BFA8A537-9794-4128-BF21-20AF3DE18657}">
      <dgm:prSet/>
      <dgm:spPr/>
      <dgm:t>
        <a:bodyPr/>
        <a:lstStyle/>
        <a:p>
          <a:endParaRPr lang="en-US"/>
        </a:p>
      </dgm:t>
    </dgm:pt>
    <dgm:pt modelId="{7EA3257E-5E1F-40E8-89B3-405DC9DBF42F}">
      <dgm:prSet/>
      <dgm:spPr/>
      <dgm:t>
        <a:bodyPr/>
        <a:lstStyle/>
        <a:p>
          <a:r>
            <a:rPr lang="es-AR"/>
            <a:t>Subcampos principales: Incluyen el aprendizaje automático (machine learning) y el aprendizaje profundo (deep learning), que imitan las redes neuronales humanas para procesar información compleja.</a:t>
          </a:r>
          <a:endParaRPr lang="en-US"/>
        </a:p>
      </dgm:t>
    </dgm:pt>
    <dgm:pt modelId="{FF1B26ED-7461-4DC6-9AB3-3DDF9C8C0D64}" type="parTrans" cxnId="{0E39C81C-C04E-4B02-9791-B2055003C622}">
      <dgm:prSet/>
      <dgm:spPr/>
      <dgm:t>
        <a:bodyPr/>
        <a:lstStyle/>
        <a:p>
          <a:endParaRPr lang="en-US"/>
        </a:p>
      </dgm:t>
    </dgm:pt>
    <dgm:pt modelId="{953565FE-12AC-4B5E-B4C0-2E16781DF9B8}" type="sibTrans" cxnId="{0E39C81C-C04E-4B02-9791-B2055003C622}">
      <dgm:prSet/>
      <dgm:spPr/>
      <dgm:t>
        <a:bodyPr/>
        <a:lstStyle/>
        <a:p>
          <a:endParaRPr lang="en-US"/>
        </a:p>
      </dgm:t>
    </dgm:pt>
    <dgm:pt modelId="{9E2D2F05-1896-4A58-853A-C31B875012BA}">
      <dgm:prSet/>
      <dgm:spPr/>
      <dgm:t>
        <a:bodyPr/>
        <a:lstStyle/>
        <a:p>
          <a:r>
            <a:rPr lang="es-AR"/>
            <a:t>Tipos de IA: La mayoría de la IA actual es "IA estrecha" o débil, diseñada para una tarea específica (como los filtros de spam o recomendaciones), mientras que la "IA general" o fuerte, que emularía la mente humana, sigue siendo un objetivo teórico.</a:t>
          </a:r>
          <a:endParaRPr lang="en-US"/>
        </a:p>
      </dgm:t>
    </dgm:pt>
    <dgm:pt modelId="{DF9E5799-E69F-4DC7-9E4B-FF48FBF70FBE}" type="parTrans" cxnId="{7EB48191-5F45-4A98-8194-B11D7D31D860}">
      <dgm:prSet/>
      <dgm:spPr/>
      <dgm:t>
        <a:bodyPr/>
        <a:lstStyle/>
        <a:p>
          <a:endParaRPr lang="en-US"/>
        </a:p>
      </dgm:t>
    </dgm:pt>
    <dgm:pt modelId="{29595845-D8F5-4669-8C60-329633F6D843}" type="sibTrans" cxnId="{7EB48191-5F45-4A98-8194-B11D7D31D860}">
      <dgm:prSet/>
      <dgm:spPr/>
      <dgm:t>
        <a:bodyPr/>
        <a:lstStyle/>
        <a:p>
          <a:endParaRPr lang="en-US"/>
        </a:p>
      </dgm:t>
    </dgm:pt>
    <dgm:pt modelId="{BCFAFC99-30B3-44F6-9002-BE6BBE61ABAD}">
      <dgm:prSet/>
      <dgm:spPr/>
      <dgm:t>
        <a:bodyPr/>
        <a:lstStyle/>
        <a:p>
          <a:r>
            <a:rPr lang="es-AR"/>
            <a:t>Aplicaciones diarias: Está presente en asistentes personales (Siri/Alexa), motores de búsqueda, traducción de idiomas, reconocimiento facial, vehículos autónomos y redes sociales. </a:t>
          </a:r>
          <a:endParaRPr lang="en-US"/>
        </a:p>
      </dgm:t>
    </dgm:pt>
    <dgm:pt modelId="{614FE699-B6CD-4E32-9F84-D228F83BC4CF}" type="parTrans" cxnId="{8487BE5A-04E5-4EF6-A773-E1AE1C7EF90C}">
      <dgm:prSet/>
      <dgm:spPr/>
      <dgm:t>
        <a:bodyPr/>
        <a:lstStyle/>
        <a:p>
          <a:endParaRPr lang="en-US"/>
        </a:p>
      </dgm:t>
    </dgm:pt>
    <dgm:pt modelId="{31D92DF1-6A03-4778-AF80-91EED8710FE1}" type="sibTrans" cxnId="{8487BE5A-04E5-4EF6-A773-E1AE1C7EF90C}">
      <dgm:prSet/>
      <dgm:spPr/>
      <dgm:t>
        <a:bodyPr/>
        <a:lstStyle/>
        <a:p>
          <a:endParaRPr lang="en-US"/>
        </a:p>
      </dgm:t>
    </dgm:pt>
    <dgm:pt modelId="{FA1F261A-6F36-4117-98F5-6A16D2F0582B}" type="pres">
      <dgm:prSet presAssocID="{0494EDBD-1FA0-4815-B50D-0EF09826A695}" presName="linear" presStyleCnt="0">
        <dgm:presLayoutVars>
          <dgm:animLvl val="lvl"/>
          <dgm:resizeHandles val="exact"/>
        </dgm:presLayoutVars>
      </dgm:prSet>
      <dgm:spPr/>
    </dgm:pt>
    <dgm:pt modelId="{F9854D07-EF15-4F39-9798-25337815F575}" type="pres">
      <dgm:prSet presAssocID="{6A29232F-1488-46BC-B57F-935D8FE851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8A09AB-61D7-4897-B917-75E2A71B4565}" type="pres">
      <dgm:prSet presAssocID="{3E1BA3A6-A48D-4B48-B202-25BAE24EFD73}" presName="spacer" presStyleCnt="0"/>
      <dgm:spPr/>
    </dgm:pt>
    <dgm:pt modelId="{ABE9E2D0-3690-4134-A508-F3F7912AE5E1}" type="pres">
      <dgm:prSet presAssocID="{7EA3257E-5E1F-40E8-89B3-405DC9DBF4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9812C1-F295-4573-9D94-CA70C542B107}" type="pres">
      <dgm:prSet presAssocID="{953565FE-12AC-4B5E-B4C0-2E16781DF9B8}" presName="spacer" presStyleCnt="0"/>
      <dgm:spPr/>
    </dgm:pt>
    <dgm:pt modelId="{2B605A84-3CD5-43EE-A91A-27C7E518CE80}" type="pres">
      <dgm:prSet presAssocID="{9E2D2F05-1896-4A58-853A-C31B875012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092438-1EAB-4EC2-96DF-F9FCE0B5ED91}" type="pres">
      <dgm:prSet presAssocID="{29595845-D8F5-4669-8C60-329633F6D843}" presName="spacer" presStyleCnt="0"/>
      <dgm:spPr/>
    </dgm:pt>
    <dgm:pt modelId="{CA2B8D1B-EA9A-4580-86EE-F352E3D28A95}" type="pres">
      <dgm:prSet presAssocID="{BCFAFC99-30B3-44F6-9002-BE6BBE61AB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39C81C-C04E-4B02-9791-B2055003C622}" srcId="{0494EDBD-1FA0-4815-B50D-0EF09826A695}" destId="{7EA3257E-5E1F-40E8-89B3-405DC9DBF42F}" srcOrd="1" destOrd="0" parTransId="{FF1B26ED-7461-4DC6-9AB3-3DDF9C8C0D64}" sibTransId="{953565FE-12AC-4B5E-B4C0-2E16781DF9B8}"/>
    <dgm:cxn modelId="{314AA92C-D556-40D2-A013-EB15C09BA7D0}" type="presOf" srcId="{6A29232F-1488-46BC-B57F-935D8FE851B8}" destId="{F9854D07-EF15-4F39-9798-25337815F575}" srcOrd="0" destOrd="0" presId="urn:microsoft.com/office/officeart/2005/8/layout/vList2"/>
    <dgm:cxn modelId="{BFA8A537-9794-4128-BF21-20AF3DE18657}" srcId="{0494EDBD-1FA0-4815-B50D-0EF09826A695}" destId="{6A29232F-1488-46BC-B57F-935D8FE851B8}" srcOrd="0" destOrd="0" parTransId="{617F178C-0B93-4CD4-B137-C88D58CB4B7C}" sibTransId="{3E1BA3A6-A48D-4B48-B202-25BAE24EFD73}"/>
    <dgm:cxn modelId="{8487BE5A-04E5-4EF6-A773-E1AE1C7EF90C}" srcId="{0494EDBD-1FA0-4815-B50D-0EF09826A695}" destId="{BCFAFC99-30B3-44F6-9002-BE6BBE61ABAD}" srcOrd="3" destOrd="0" parTransId="{614FE699-B6CD-4E32-9F84-D228F83BC4CF}" sibTransId="{31D92DF1-6A03-4778-AF80-91EED8710FE1}"/>
    <dgm:cxn modelId="{13936D7F-DF17-4A90-95E3-273F5A12C629}" type="presOf" srcId="{BCFAFC99-30B3-44F6-9002-BE6BBE61ABAD}" destId="{CA2B8D1B-EA9A-4580-86EE-F352E3D28A95}" srcOrd="0" destOrd="0" presId="urn:microsoft.com/office/officeart/2005/8/layout/vList2"/>
    <dgm:cxn modelId="{43FA7686-3F15-4F2C-82C8-A904E51FF48D}" type="presOf" srcId="{9E2D2F05-1896-4A58-853A-C31B875012BA}" destId="{2B605A84-3CD5-43EE-A91A-27C7E518CE80}" srcOrd="0" destOrd="0" presId="urn:microsoft.com/office/officeart/2005/8/layout/vList2"/>
    <dgm:cxn modelId="{7EB48191-5F45-4A98-8194-B11D7D31D860}" srcId="{0494EDBD-1FA0-4815-B50D-0EF09826A695}" destId="{9E2D2F05-1896-4A58-853A-C31B875012BA}" srcOrd="2" destOrd="0" parTransId="{DF9E5799-E69F-4DC7-9E4B-FF48FBF70FBE}" sibTransId="{29595845-D8F5-4669-8C60-329633F6D843}"/>
    <dgm:cxn modelId="{9BA2C3BD-CC2D-4876-BCAF-2AEE495C4E1C}" type="presOf" srcId="{0494EDBD-1FA0-4815-B50D-0EF09826A695}" destId="{FA1F261A-6F36-4117-98F5-6A16D2F0582B}" srcOrd="0" destOrd="0" presId="urn:microsoft.com/office/officeart/2005/8/layout/vList2"/>
    <dgm:cxn modelId="{D56343E4-0518-49AA-8719-B6EF5D6FFF20}" type="presOf" srcId="{7EA3257E-5E1F-40E8-89B3-405DC9DBF42F}" destId="{ABE9E2D0-3690-4134-A508-F3F7912AE5E1}" srcOrd="0" destOrd="0" presId="urn:microsoft.com/office/officeart/2005/8/layout/vList2"/>
    <dgm:cxn modelId="{D0408480-90A1-4005-A127-19B65266CE02}" type="presParOf" srcId="{FA1F261A-6F36-4117-98F5-6A16D2F0582B}" destId="{F9854D07-EF15-4F39-9798-25337815F575}" srcOrd="0" destOrd="0" presId="urn:microsoft.com/office/officeart/2005/8/layout/vList2"/>
    <dgm:cxn modelId="{B88C4048-DADA-4CF6-A7F6-5F51AB884088}" type="presParOf" srcId="{FA1F261A-6F36-4117-98F5-6A16D2F0582B}" destId="{8D8A09AB-61D7-4897-B917-75E2A71B4565}" srcOrd="1" destOrd="0" presId="urn:microsoft.com/office/officeart/2005/8/layout/vList2"/>
    <dgm:cxn modelId="{81CCF21C-E7E4-4F50-AB45-81A5255F603E}" type="presParOf" srcId="{FA1F261A-6F36-4117-98F5-6A16D2F0582B}" destId="{ABE9E2D0-3690-4134-A508-F3F7912AE5E1}" srcOrd="2" destOrd="0" presId="urn:microsoft.com/office/officeart/2005/8/layout/vList2"/>
    <dgm:cxn modelId="{0516E89B-FBE8-42B4-9A1A-567BFF6E8C44}" type="presParOf" srcId="{FA1F261A-6F36-4117-98F5-6A16D2F0582B}" destId="{709812C1-F295-4573-9D94-CA70C542B107}" srcOrd="3" destOrd="0" presId="urn:microsoft.com/office/officeart/2005/8/layout/vList2"/>
    <dgm:cxn modelId="{9A9422E2-0190-490E-B3E4-9085B517789B}" type="presParOf" srcId="{FA1F261A-6F36-4117-98F5-6A16D2F0582B}" destId="{2B605A84-3CD5-43EE-A91A-27C7E518CE80}" srcOrd="4" destOrd="0" presId="urn:microsoft.com/office/officeart/2005/8/layout/vList2"/>
    <dgm:cxn modelId="{23978A4A-E16E-4341-8836-0C04730DC9F8}" type="presParOf" srcId="{FA1F261A-6F36-4117-98F5-6A16D2F0582B}" destId="{51092438-1EAB-4EC2-96DF-F9FCE0B5ED91}" srcOrd="5" destOrd="0" presId="urn:microsoft.com/office/officeart/2005/8/layout/vList2"/>
    <dgm:cxn modelId="{BCB1D956-2716-4F5D-ADD5-D6F08163AE05}" type="presParOf" srcId="{FA1F261A-6F36-4117-98F5-6A16D2F0582B}" destId="{CA2B8D1B-EA9A-4580-86EE-F352E3D28A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62EE564-634E-4C50-9A63-9E3472B369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85A7B02-7BD3-4855-8924-1AD912C1DDA8}">
      <dgm:prSet/>
      <dgm:spPr/>
      <dgm:t>
        <a:bodyPr/>
        <a:lstStyle/>
        <a:p>
          <a:r>
            <a:rPr lang="es-AR"/>
            <a:t>Aprendizaje automático (Machine Learning): Los sistemas mejoran su desempeño y precisión a medida que se exponen a más datos, sin ser programados explícitamente para cada tarea.</a:t>
          </a:r>
          <a:endParaRPr lang="en-US"/>
        </a:p>
      </dgm:t>
    </dgm:pt>
    <dgm:pt modelId="{408CC78D-EF56-4352-AC4C-97986A95D445}" type="parTrans" cxnId="{67F00E7C-0204-4BC2-BA77-24821E2365F6}">
      <dgm:prSet/>
      <dgm:spPr/>
      <dgm:t>
        <a:bodyPr/>
        <a:lstStyle/>
        <a:p>
          <a:endParaRPr lang="en-US"/>
        </a:p>
      </dgm:t>
    </dgm:pt>
    <dgm:pt modelId="{50CFA912-E95A-418A-B60B-5FA5E993A9DC}" type="sibTrans" cxnId="{67F00E7C-0204-4BC2-BA77-24821E2365F6}">
      <dgm:prSet/>
      <dgm:spPr/>
      <dgm:t>
        <a:bodyPr/>
        <a:lstStyle/>
        <a:p>
          <a:endParaRPr lang="en-US"/>
        </a:p>
      </dgm:t>
    </dgm:pt>
    <dgm:pt modelId="{331A96A0-4DBA-4635-B802-0B6FC623B7DE}">
      <dgm:prSet/>
      <dgm:spPr/>
      <dgm:t>
        <a:bodyPr/>
        <a:lstStyle/>
        <a:p>
          <a:r>
            <a:rPr lang="es-AR"/>
            <a:t>Capacidad de análisis y predicción: Analizan grandes volúmenes de datos (Big Data) para detectar patrones y predecir comportamientos o resultados.</a:t>
          </a:r>
          <a:endParaRPr lang="en-US"/>
        </a:p>
      </dgm:t>
    </dgm:pt>
    <dgm:pt modelId="{C0FFB625-0887-4359-9B00-B2A9ED37173F}" type="parTrans" cxnId="{CDE87258-B142-445C-8448-A5CE602390FE}">
      <dgm:prSet/>
      <dgm:spPr/>
      <dgm:t>
        <a:bodyPr/>
        <a:lstStyle/>
        <a:p>
          <a:endParaRPr lang="en-US"/>
        </a:p>
      </dgm:t>
    </dgm:pt>
    <dgm:pt modelId="{37741F48-AAB8-434B-AADC-CE4A2FC944A6}" type="sibTrans" cxnId="{CDE87258-B142-445C-8448-A5CE602390FE}">
      <dgm:prSet/>
      <dgm:spPr/>
      <dgm:t>
        <a:bodyPr/>
        <a:lstStyle/>
        <a:p>
          <a:endParaRPr lang="en-US"/>
        </a:p>
      </dgm:t>
    </dgm:pt>
    <dgm:pt modelId="{ADAAFB47-5BE5-4D8B-B07C-62F03201C76E}">
      <dgm:prSet/>
      <dgm:spPr/>
      <dgm:t>
        <a:bodyPr/>
        <a:lstStyle/>
        <a:p>
          <a:r>
            <a:rPr lang="es-AR"/>
            <a:t>Autonomía: Habilidad para ejecutar tareas y tomar decisiones basadas en reglas preprogramadas o patrones aprendidos.</a:t>
          </a:r>
          <a:endParaRPr lang="en-US"/>
        </a:p>
      </dgm:t>
    </dgm:pt>
    <dgm:pt modelId="{2733F2B2-B458-46AE-A726-C2DB28D2568F}" type="parTrans" cxnId="{729D2F91-9E5C-4A4C-A129-E5FD84E973DC}">
      <dgm:prSet/>
      <dgm:spPr/>
      <dgm:t>
        <a:bodyPr/>
        <a:lstStyle/>
        <a:p>
          <a:endParaRPr lang="en-US"/>
        </a:p>
      </dgm:t>
    </dgm:pt>
    <dgm:pt modelId="{C4A86702-3BA1-4431-B9FC-5873E418BC3F}" type="sibTrans" cxnId="{729D2F91-9E5C-4A4C-A129-E5FD84E973DC}">
      <dgm:prSet/>
      <dgm:spPr/>
      <dgm:t>
        <a:bodyPr/>
        <a:lstStyle/>
        <a:p>
          <a:endParaRPr lang="en-US"/>
        </a:p>
      </dgm:t>
    </dgm:pt>
    <dgm:pt modelId="{F9518B19-B315-4EAE-B9A1-6A0E0AE2436F}">
      <dgm:prSet/>
      <dgm:spPr/>
      <dgm:t>
        <a:bodyPr/>
        <a:lstStyle/>
        <a:p>
          <a:r>
            <a:rPr lang="es-AR"/>
            <a:t>Procesamiento del Lenguaje Natural (PLN): Capacidad para entender, interpretar y generar lenguaje humano, facilitando la interacción hombre-máquina (ej. chatbots).</a:t>
          </a:r>
          <a:endParaRPr lang="en-US"/>
        </a:p>
      </dgm:t>
    </dgm:pt>
    <dgm:pt modelId="{9DDB231D-8212-4C72-8353-E2FE5689979C}" type="parTrans" cxnId="{1F820451-85D1-4069-81BA-066E5E559D7E}">
      <dgm:prSet/>
      <dgm:spPr/>
      <dgm:t>
        <a:bodyPr/>
        <a:lstStyle/>
        <a:p>
          <a:endParaRPr lang="en-US"/>
        </a:p>
      </dgm:t>
    </dgm:pt>
    <dgm:pt modelId="{EDA3FB51-B639-4C60-A4D4-5F3F7CBA6816}" type="sibTrans" cxnId="{1F820451-85D1-4069-81BA-066E5E559D7E}">
      <dgm:prSet/>
      <dgm:spPr/>
      <dgm:t>
        <a:bodyPr/>
        <a:lstStyle/>
        <a:p>
          <a:endParaRPr lang="en-US"/>
        </a:p>
      </dgm:t>
    </dgm:pt>
    <dgm:pt modelId="{54E47B20-48D6-4A7E-AB24-E289343E40D6}">
      <dgm:prSet/>
      <dgm:spPr/>
      <dgm:t>
        <a:bodyPr/>
        <a:lstStyle/>
        <a:p>
          <a:r>
            <a:rPr lang="es-AR"/>
            <a:t>Adaptabilidad: Ajustan sus respuestas y acciones en función de nuevos datos o cambios en el entorno.</a:t>
          </a:r>
          <a:endParaRPr lang="en-US"/>
        </a:p>
      </dgm:t>
    </dgm:pt>
    <dgm:pt modelId="{34DCBDB9-F598-4FEC-AC3C-D0B04887ED28}" type="parTrans" cxnId="{6A1A2163-E5E4-46E9-90B3-34B2CE145BA4}">
      <dgm:prSet/>
      <dgm:spPr/>
      <dgm:t>
        <a:bodyPr/>
        <a:lstStyle/>
        <a:p>
          <a:endParaRPr lang="en-US"/>
        </a:p>
      </dgm:t>
    </dgm:pt>
    <dgm:pt modelId="{8637A87F-3D9A-4559-8D26-E679C8D94397}" type="sibTrans" cxnId="{6A1A2163-E5E4-46E9-90B3-34B2CE145BA4}">
      <dgm:prSet/>
      <dgm:spPr/>
      <dgm:t>
        <a:bodyPr/>
        <a:lstStyle/>
        <a:p>
          <a:endParaRPr lang="en-US"/>
        </a:p>
      </dgm:t>
    </dgm:pt>
    <dgm:pt modelId="{6329A9DC-A372-4C81-BE3B-C7A6D58CBE8C}">
      <dgm:prSet/>
      <dgm:spPr/>
      <dgm:t>
        <a:bodyPr/>
        <a:lstStyle/>
        <a:p>
          <a:r>
            <a:rPr lang="es-AR"/>
            <a:t>Visión por computadora: Capacidad para identificar, procesar e interpretar imágenes y videos.</a:t>
          </a:r>
          <a:endParaRPr lang="en-US"/>
        </a:p>
      </dgm:t>
    </dgm:pt>
    <dgm:pt modelId="{08271663-7CD2-4CF6-A87A-54F2B0ADD18B}" type="parTrans" cxnId="{3B65CFBB-9FA7-47A7-9BD0-B164C741328B}">
      <dgm:prSet/>
      <dgm:spPr/>
      <dgm:t>
        <a:bodyPr/>
        <a:lstStyle/>
        <a:p>
          <a:endParaRPr lang="en-US"/>
        </a:p>
      </dgm:t>
    </dgm:pt>
    <dgm:pt modelId="{E5E674BA-C1DA-4307-A528-0DA3D5C5B998}" type="sibTrans" cxnId="{3B65CFBB-9FA7-47A7-9BD0-B164C741328B}">
      <dgm:prSet/>
      <dgm:spPr/>
      <dgm:t>
        <a:bodyPr/>
        <a:lstStyle/>
        <a:p>
          <a:endParaRPr lang="en-US"/>
        </a:p>
      </dgm:t>
    </dgm:pt>
    <dgm:pt modelId="{3035403B-1BCF-4760-BBF4-A60C973A7051}">
      <dgm:prSet/>
      <dgm:spPr/>
      <dgm:t>
        <a:bodyPr/>
        <a:lstStyle/>
        <a:p>
          <a:r>
            <a:rPr lang="es-AR"/>
            <a:t>Automatización de procesos: Realización de tareas repetitivas o complejas de forma rápida, eficiente y sin interrupciones (disponibilidad 24x7)</a:t>
          </a:r>
          <a:endParaRPr lang="en-US"/>
        </a:p>
      </dgm:t>
    </dgm:pt>
    <dgm:pt modelId="{56683AC0-137B-4D9F-9F5C-76F9CE9381FA}" type="parTrans" cxnId="{8716B3BA-AE35-4A02-B774-CD584343D2DA}">
      <dgm:prSet/>
      <dgm:spPr/>
      <dgm:t>
        <a:bodyPr/>
        <a:lstStyle/>
        <a:p>
          <a:endParaRPr lang="en-US"/>
        </a:p>
      </dgm:t>
    </dgm:pt>
    <dgm:pt modelId="{A23BD8AF-5A82-4518-9275-A96EFEAED058}" type="sibTrans" cxnId="{8716B3BA-AE35-4A02-B774-CD584343D2DA}">
      <dgm:prSet/>
      <dgm:spPr/>
      <dgm:t>
        <a:bodyPr/>
        <a:lstStyle/>
        <a:p>
          <a:endParaRPr lang="en-US"/>
        </a:p>
      </dgm:t>
    </dgm:pt>
    <dgm:pt modelId="{ADBD6ED9-F451-49B8-8F76-FDE3E9F9F01D}" type="pres">
      <dgm:prSet presAssocID="{462EE564-634E-4C50-9A63-9E3472B369B3}" presName="root" presStyleCnt="0">
        <dgm:presLayoutVars>
          <dgm:dir/>
          <dgm:resizeHandles val="exact"/>
        </dgm:presLayoutVars>
      </dgm:prSet>
      <dgm:spPr/>
    </dgm:pt>
    <dgm:pt modelId="{9DDD7B7E-0C22-4099-989D-06E76BBDE137}" type="pres">
      <dgm:prSet presAssocID="{D85A7B02-7BD3-4855-8924-1AD912C1DDA8}" presName="compNode" presStyleCnt="0"/>
      <dgm:spPr/>
    </dgm:pt>
    <dgm:pt modelId="{FFA33B9A-8BCC-4C89-AA42-19561ED4CE53}" type="pres">
      <dgm:prSet presAssocID="{D85A7B02-7BD3-4855-8924-1AD912C1DDA8}" presName="bgRect" presStyleLbl="bgShp" presStyleIdx="0" presStyleCnt="7"/>
      <dgm:spPr/>
    </dgm:pt>
    <dgm:pt modelId="{E729BE1E-86DA-4A59-B021-24D4E0929982}" type="pres">
      <dgm:prSet presAssocID="{D85A7B02-7BD3-4855-8924-1AD912C1DDA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la"/>
        </a:ext>
      </dgm:extLst>
    </dgm:pt>
    <dgm:pt modelId="{7634DA4B-A18C-42E0-A1A1-EA02285C11D5}" type="pres">
      <dgm:prSet presAssocID="{D85A7B02-7BD3-4855-8924-1AD912C1DDA8}" presName="spaceRect" presStyleCnt="0"/>
      <dgm:spPr/>
    </dgm:pt>
    <dgm:pt modelId="{3C96BFE4-17D5-4784-A4BF-ECADB30A4B90}" type="pres">
      <dgm:prSet presAssocID="{D85A7B02-7BD3-4855-8924-1AD912C1DDA8}" presName="parTx" presStyleLbl="revTx" presStyleIdx="0" presStyleCnt="7">
        <dgm:presLayoutVars>
          <dgm:chMax val="0"/>
          <dgm:chPref val="0"/>
        </dgm:presLayoutVars>
      </dgm:prSet>
      <dgm:spPr/>
    </dgm:pt>
    <dgm:pt modelId="{F0C5D6E5-75E7-4866-AEE6-BFEB9DE82697}" type="pres">
      <dgm:prSet presAssocID="{50CFA912-E95A-418A-B60B-5FA5E993A9DC}" presName="sibTrans" presStyleCnt="0"/>
      <dgm:spPr/>
    </dgm:pt>
    <dgm:pt modelId="{E34C98B9-F98A-420D-AC58-C89F7173DEE3}" type="pres">
      <dgm:prSet presAssocID="{331A96A0-4DBA-4635-B802-0B6FC623B7DE}" presName="compNode" presStyleCnt="0"/>
      <dgm:spPr/>
    </dgm:pt>
    <dgm:pt modelId="{A147ADD6-D183-46A9-8717-57ACA95EE7A0}" type="pres">
      <dgm:prSet presAssocID="{331A96A0-4DBA-4635-B802-0B6FC623B7DE}" presName="bgRect" presStyleLbl="bgShp" presStyleIdx="1" presStyleCnt="7"/>
      <dgm:spPr/>
    </dgm:pt>
    <dgm:pt modelId="{843FA72C-AAC2-47DB-9C76-6F3220DA091F}" type="pres">
      <dgm:prSet presAssocID="{331A96A0-4DBA-4635-B802-0B6FC623B7D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3DAF14D-2587-486F-9472-2A80ABA61021}" type="pres">
      <dgm:prSet presAssocID="{331A96A0-4DBA-4635-B802-0B6FC623B7DE}" presName="spaceRect" presStyleCnt="0"/>
      <dgm:spPr/>
    </dgm:pt>
    <dgm:pt modelId="{0B01D067-0E6D-4C91-ACDB-731191D85FDF}" type="pres">
      <dgm:prSet presAssocID="{331A96A0-4DBA-4635-B802-0B6FC623B7DE}" presName="parTx" presStyleLbl="revTx" presStyleIdx="1" presStyleCnt="7">
        <dgm:presLayoutVars>
          <dgm:chMax val="0"/>
          <dgm:chPref val="0"/>
        </dgm:presLayoutVars>
      </dgm:prSet>
      <dgm:spPr/>
    </dgm:pt>
    <dgm:pt modelId="{8B0BB3B7-B0AA-4374-BA58-19103AD8453C}" type="pres">
      <dgm:prSet presAssocID="{37741F48-AAB8-434B-AADC-CE4A2FC944A6}" presName="sibTrans" presStyleCnt="0"/>
      <dgm:spPr/>
    </dgm:pt>
    <dgm:pt modelId="{A94F6D26-B2BE-4323-801F-333E38E666B2}" type="pres">
      <dgm:prSet presAssocID="{ADAAFB47-5BE5-4D8B-B07C-62F03201C76E}" presName="compNode" presStyleCnt="0"/>
      <dgm:spPr/>
    </dgm:pt>
    <dgm:pt modelId="{4D38E91D-9A4F-47AC-A0FA-EC453C0ACCD8}" type="pres">
      <dgm:prSet presAssocID="{ADAAFB47-5BE5-4D8B-B07C-62F03201C76E}" presName="bgRect" presStyleLbl="bgShp" presStyleIdx="2" presStyleCnt="7"/>
      <dgm:spPr/>
    </dgm:pt>
    <dgm:pt modelId="{1B085688-5C8D-4075-B40E-56DC25BF9E72}" type="pres">
      <dgm:prSet presAssocID="{ADAAFB47-5BE5-4D8B-B07C-62F03201C76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E1685FE-4E67-4A3E-8D29-C3B65C8690F8}" type="pres">
      <dgm:prSet presAssocID="{ADAAFB47-5BE5-4D8B-B07C-62F03201C76E}" presName="spaceRect" presStyleCnt="0"/>
      <dgm:spPr/>
    </dgm:pt>
    <dgm:pt modelId="{81C12CCB-AB63-44C1-87B8-4AC0D952A2B2}" type="pres">
      <dgm:prSet presAssocID="{ADAAFB47-5BE5-4D8B-B07C-62F03201C76E}" presName="parTx" presStyleLbl="revTx" presStyleIdx="2" presStyleCnt="7">
        <dgm:presLayoutVars>
          <dgm:chMax val="0"/>
          <dgm:chPref val="0"/>
        </dgm:presLayoutVars>
      </dgm:prSet>
      <dgm:spPr/>
    </dgm:pt>
    <dgm:pt modelId="{F99135A2-A96E-4E3D-8B89-7C75428A05F0}" type="pres">
      <dgm:prSet presAssocID="{C4A86702-3BA1-4431-B9FC-5873E418BC3F}" presName="sibTrans" presStyleCnt="0"/>
      <dgm:spPr/>
    </dgm:pt>
    <dgm:pt modelId="{9BD05295-695C-4514-88C7-8E0BA83DF434}" type="pres">
      <dgm:prSet presAssocID="{F9518B19-B315-4EAE-B9A1-6A0E0AE2436F}" presName="compNode" presStyleCnt="0"/>
      <dgm:spPr/>
    </dgm:pt>
    <dgm:pt modelId="{C01BF231-B352-46A3-9FE4-CD053CF83F43}" type="pres">
      <dgm:prSet presAssocID="{F9518B19-B315-4EAE-B9A1-6A0E0AE2436F}" presName="bgRect" presStyleLbl="bgShp" presStyleIdx="3" presStyleCnt="7"/>
      <dgm:spPr/>
    </dgm:pt>
    <dgm:pt modelId="{73BDC615-6173-4309-B642-87B091491045}" type="pres">
      <dgm:prSet presAssocID="{F9518B19-B315-4EAE-B9A1-6A0E0AE2436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4ACD1F0A-1BB9-4A50-B58F-C6546F4405D0}" type="pres">
      <dgm:prSet presAssocID="{F9518B19-B315-4EAE-B9A1-6A0E0AE2436F}" presName="spaceRect" presStyleCnt="0"/>
      <dgm:spPr/>
    </dgm:pt>
    <dgm:pt modelId="{7703B4BA-F29D-4E2D-9E65-2CA272BB39C1}" type="pres">
      <dgm:prSet presAssocID="{F9518B19-B315-4EAE-B9A1-6A0E0AE2436F}" presName="parTx" presStyleLbl="revTx" presStyleIdx="3" presStyleCnt="7">
        <dgm:presLayoutVars>
          <dgm:chMax val="0"/>
          <dgm:chPref val="0"/>
        </dgm:presLayoutVars>
      </dgm:prSet>
      <dgm:spPr/>
    </dgm:pt>
    <dgm:pt modelId="{CFF196D4-64D8-45C3-9968-C56D15905995}" type="pres">
      <dgm:prSet presAssocID="{EDA3FB51-B639-4C60-A4D4-5F3F7CBA6816}" presName="sibTrans" presStyleCnt="0"/>
      <dgm:spPr/>
    </dgm:pt>
    <dgm:pt modelId="{310C2D68-3574-4D0D-8A9C-8EF422E414FD}" type="pres">
      <dgm:prSet presAssocID="{54E47B20-48D6-4A7E-AB24-E289343E40D6}" presName="compNode" presStyleCnt="0"/>
      <dgm:spPr/>
    </dgm:pt>
    <dgm:pt modelId="{40E1F0B3-7E6E-429E-9449-4DB22E6AD1D9}" type="pres">
      <dgm:prSet presAssocID="{54E47B20-48D6-4A7E-AB24-E289343E40D6}" presName="bgRect" presStyleLbl="bgShp" presStyleIdx="4" presStyleCnt="7"/>
      <dgm:spPr/>
    </dgm:pt>
    <dgm:pt modelId="{59D40113-2AF5-4BA2-876D-812F695DF16A}" type="pres">
      <dgm:prSet presAssocID="{54E47B20-48D6-4A7E-AB24-E289343E40D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95A58B4-0A51-4C59-8974-3FEAD0882704}" type="pres">
      <dgm:prSet presAssocID="{54E47B20-48D6-4A7E-AB24-E289343E40D6}" presName="spaceRect" presStyleCnt="0"/>
      <dgm:spPr/>
    </dgm:pt>
    <dgm:pt modelId="{C287B5A0-F329-42CC-90B6-067B70B7F15C}" type="pres">
      <dgm:prSet presAssocID="{54E47B20-48D6-4A7E-AB24-E289343E40D6}" presName="parTx" presStyleLbl="revTx" presStyleIdx="4" presStyleCnt="7">
        <dgm:presLayoutVars>
          <dgm:chMax val="0"/>
          <dgm:chPref val="0"/>
        </dgm:presLayoutVars>
      </dgm:prSet>
      <dgm:spPr/>
    </dgm:pt>
    <dgm:pt modelId="{1D18D171-8F33-4636-8EAA-88E57F2A41DE}" type="pres">
      <dgm:prSet presAssocID="{8637A87F-3D9A-4559-8D26-E679C8D94397}" presName="sibTrans" presStyleCnt="0"/>
      <dgm:spPr/>
    </dgm:pt>
    <dgm:pt modelId="{1132E7BC-947B-4E4E-B0AA-6CAB11539BA0}" type="pres">
      <dgm:prSet presAssocID="{6329A9DC-A372-4C81-BE3B-C7A6D58CBE8C}" presName="compNode" presStyleCnt="0"/>
      <dgm:spPr/>
    </dgm:pt>
    <dgm:pt modelId="{328772E9-15D0-4537-892B-AC436405D354}" type="pres">
      <dgm:prSet presAssocID="{6329A9DC-A372-4C81-BE3B-C7A6D58CBE8C}" presName="bgRect" presStyleLbl="bgShp" presStyleIdx="5" presStyleCnt="7"/>
      <dgm:spPr/>
    </dgm:pt>
    <dgm:pt modelId="{9AA0286C-B049-4C46-B4E3-9203DDC21038}" type="pres">
      <dgm:prSet presAssocID="{6329A9DC-A372-4C81-BE3B-C7A6D58CBE8C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rebro"/>
        </a:ext>
      </dgm:extLst>
    </dgm:pt>
    <dgm:pt modelId="{6DF3EE80-67EB-4735-BF35-F9BDF3633A44}" type="pres">
      <dgm:prSet presAssocID="{6329A9DC-A372-4C81-BE3B-C7A6D58CBE8C}" presName="spaceRect" presStyleCnt="0"/>
      <dgm:spPr/>
    </dgm:pt>
    <dgm:pt modelId="{D078454C-5E91-4544-8212-9B6B0EC577B8}" type="pres">
      <dgm:prSet presAssocID="{6329A9DC-A372-4C81-BE3B-C7A6D58CBE8C}" presName="parTx" presStyleLbl="revTx" presStyleIdx="5" presStyleCnt="7">
        <dgm:presLayoutVars>
          <dgm:chMax val="0"/>
          <dgm:chPref val="0"/>
        </dgm:presLayoutVars>
      </dgm:prSet>
      <dgm:spPr/>
    </dgm:pt>
    <dgm:pt modelId="{3B5B9482-EE10-4262-BE2B-5836F75F623C}" type="pres">
      <dgm:prSet presAssocID="{E5E674BA-C1DA-4307-A528-0DA3D5C5B998}" presName="sibTrans" presStyleCnt="0"/>
      <dgm:spPr/>
    </dgm:pt>
    <dgm:pt modelId="{940DF920-AF6E-41F0-BB9B-E2F21EA8D06F}" type="pres">
      <dgm:prSet presAssocID="{3035403B-1BCF-4760-BBF4-A60C973A7051}" presName="compNode" presStyleCnt="0"/>
      <dgm:spPr/>
    </dgm:pt>
    <dgm:pt modelId="{46DDD30B-E85F-4F8E-81C4-B170008697AB}" type="pres">
      <dgm:prSet presAssocID="{3035403B-1BCF-4760-BBF4-A60C973A7051}" presName="bgRect" presStyleLbl="bgShp" presStyleIdx="6" presStyleCnt="7"/>
      <dgm:spPr/>
    </dgm:pt>
    <dgm:pt modelId="{ABFE18B1-CF02-4974-8105-72C62BCF2E63}" type="pres">
      <dgm:prSet presAssocID="{3035403B-1BCF-4760-BBF4-A60C973A705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26687A8-3347-4F7B-8ED9-582ECF9E54FF}" type="pres">
      <dgm:prSet presAssocID="{3035403B-1BCF-4760-BBF4-A60C973A7051}" presName="spaceRect" presStyleCnt="0"/>
      <dgm:spPr/>
    </dgm:pt>
    <dgm:pt modelId="{0FA53D94-0C52-4743-8DA4-AD83036D650D}" type="pres">
      <dgm:prSet presAssocID="{3035403B-1BCF-4760-BBF4-A60C973A7051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28C7FB11-3DD1-4B74-B0E4-A718FDC19939}" type="presOf" srcId="{462EE564-634E-4C50-9A63-9E3472B369B3}" destId="{ADBD6ED9-F451-49B8-8F76-FDE3E9F9F01D}" srcOrd="0" destOrd="0" presId="urn:microsoft.com/office/officeart/2018/2/layout/IconVerticalSolidList"/>
    <dgm:cxn modelId="{9800292A-33F4-4B36-92BC-DDCF8BEF5192}" type="presOf" srcId="{F9518B19-B315-4EAE-B9A1-6A0E0AE2436F}" destId="{7703B4BA-F29D-4E2D-9E65-2CA272BB39C1}" srcOrd="0" destOrd="0" presId="urn:microsoft.com/office/officeart/2018/2/layout/IconVerticalSolidList"/>
    <dgm:cxn modelId="{0BE47A2A-3CB8-49C5-9068-14F364921558}" type="presOf" srcId="{D85A7B02-7BD3-4855-8924-1AD912C1DDA8}" destId="{3C96BFE4-17D5-4784-A4BF-ECADB30A4B90}" srcOrd="0" destOrd="0" presId="urn:microsoft.com/office/officeart/2018/2/layout/IconVerticalSolidList"/>
    <dgm:cxn modelId="{6A1A2163-E5E4-46E9-90B3-34B2CE145BA4}" srcId="{462EE564-634E-4C50-9A63-9E3472B369B3}" destId="{54E47B20-48D6-4A7E-AB24-E289343E40D6}" srcOrd="4" destOrd="0" parTransId="{34DCBDB9-F598-4FEC-AC3C-D0B04887ED28}" sibTransId="{8637A87F-3D9A-4559-8D26-E679C8D94397}"/>
    <dgm:cxn modelId="{A305E84E-DFED-4D4B-8569-FC7589277F1E}" type="presOf" srcId="{3035403B-1BCF-4760-BBF4-A60C973A7051}" destId="{0FA53D94-0C52-4743-8DA4-AD83036D650D}" srcOrd="0" destOrd="0" presId="urn:microsoft.com/office/officeart/2018/2/layout/IconVerticalSolidList"/>
    <dgm:cxn modelId="{1F820451-85D1-4069-81BA-066E5E559D7E}" srcId="{462EE564-634E-4C50-9A63-9E3472B369B3}" destId="{F9518B19-B315-4EAE-B9A1-6A0E0AE2436F}" srcOrd="3" destOrd="0" parTransId="{9DDB231D-8212-4C72-8353-E2FE5689979C}" sibTransId="{EDA3FB51-B639-4C60-A4D4-5F3F7CBA6816}"/>
    <dgm:cxn modelId="{46A38255-4FB4-41B0-B306-D28A6641EAF2}" type="presOf" srcId="{331A96A0-4DBA-4635-B802-0B6FC623B7DE}" destId="{0B01D067-0E6D-4C91-ACDB-731191D85FDF}" srcOrd="0" destOrd="0" presId="urn:microsoft.com/office/officeart/2018/2/layout/IconVerticalSolidList"/>
    <dgm:cxn modelId="{CDE87258-B142-445C-8448-A5CE602390FE}" srcId="{462EE564-634E-4C50-9A63-9E3472B369B3}" destId="{331A96A0-4DBA-4635-B802-0B6FC623B7DE}" srcOrd="1" destOrd="0" parTransId="{C0FFB625-0887-4359-9B00-B2A9ED37173F}" sibTransId="{37741F48-AAB8-434B-AADC-CE4A2FC944A6}"/>
    <dgm:cxn modelId="{67F00E7C-0204-4BC2-BA77-24821E2365F6}" srcId="{462EE564-634E-4C50-9A63-9E3472B369B3}" destId="{D85A7B02-7BD3-4855-8924-1AD912C1DDA8}" srcOrd="0" destOrd="0" parTransId="{408CC78D-EF56-4352-AC4C-97986A95D445}" sibTransId="{50CFA912-E95A-418A-B60B-5FA5E993A9DC}"/>
    <dgm:cxn modelId="{729D2F91-9E5C-4A4C-A129-E5FD84E973DC}" srcId="{462EE564-634E-4C50-9A63-9E3472B369B3}" destId="{ADAAFB47-5BE5-4D8B-B07C-62F03201C76E}" srcOrd="2" destOrd="0" parTransId="{2733F2B2-B458-46AE-A726-C2DB28D2568F}" sibTransId="{C4A86702-3BA1-4431-B9FC-5873E418BC3F}"/>
    <dgm:cxn modelId="{6CC1A697-D8A5-4D26-8F6B-1327F7FBFDAC}" type="presOf" srcId="{ADAAFB47-5BE5-4D8B-B07C-62F03201C76E}" destId="{81C12CCB-AB63-44C1-87B8-4AC0D952A2B2}" srcOrd="0" destOrd="0" presId="urn:microsoft.com/office/officeart/2018/2/layout/IconVerticalSolidList"/>
    <dgm:cxn modelId="{A7EF769D-82F9-408A-AE73-93742BB94109}" type="presOf" srcId="{6329A9DC-A372-4C81-BE3B-C7A6D58CBE8C}" destId="{D078454C-5E91-4544-8212-9B6B0EC577B8}" srcOrd="0" destOrd="0" presId="urn:microsoft.com/office/officeart/2018/2/layout/IconVerticalSolidList"/>
    <dgm:cxn modelId="{8716B3BA-AE35-4A02-B774-CD584343D2DA}" srcId="{462EE564-634E-4C50-9A63-9E3472B369B3}" destId="{3035403B-1BCF-4760-BBF4-A60C973A7051}" srcOrd="6" destOrd="0" parTransId="{56683AC0-137B-4D9F-9F5C-76F9CE9381FA}" sibTransId="{A23BD8AF-5A82-4518-9275-A96EFEAED058}"/>
    <dgm:cxn modelId="{3B65CFBB-9FA7-47A7-9BD0-B164C741328B}" srcId="{462EE564-634E-4C50-9A63-9E3472B369B3}" destId="{6329A9DC-A372-4C81-BE3B-C7A6D58CBE8C}" srcOrd="5" destOrd="0" parTransId="{08271663-7CD2-4CF6-A87A-54F2B0ADD18B}" sibTransId="{E5E674BA-C1DA-4307-A528-0DA3D5C5B998}"/>
    <dgm:cxn modelId="{C5DFC2C3-AFC9-4BFC-A4B6-1C35DE0E85A8}" type="presOf" srcId="{54E47B20-48D6-4A7E-AB24-E289343E40D6}" destId="{C287B5A0-F329-42CC-90B6-067B70B7F15C}" srcOrd="0" destOrd="0" presId="urn:microsoft.com/office/officeart/2018/2/layout/IconVerticalSolidList"/>
    <dgm:cxn modelId="{D8FEA315-3E85-46FB-A4F0-584D06C82082}" type="presParOf" srcId="{ADBD6ED9-F451-49B8-8F76-FDE3E9F9F01D}" destId="{9DDD7B7E-0C22-4099-989D-06E76BBDE137}" srcOrd="0" destOrd="0" presId="urn:microsoft.com/office/officeart/2018/2/layout/IconVerticalSolidList"/>
    <dgm:cxn modelId="{28A2E1CA-A808-4EF4-8127-77408077DBCB}" type="presParOf" srcId="{9DDD7B7E-0C22-4099-989D-06E76BBDE137}" destId="{FFA33B9A-8BCC-4C89-AA42-19561ED4CE53}" srcOrd="0" destOrd="0" presId="urn:microsoft.com/office/officeart/2018/2/layout/IconVerticalSolidList"/>
    <dgm:cxn modelId="{11C61ECB-7865-4DE1-A390-FC6B74B8BD7E}" type="presParOf" srcId="{9DDD7B7E-0C22-4099-989D-06E76BBDE137}" destId="{E729BE1E-86DA-4A59-B021-24D4E0929982}" srcOrd="1" destOrd="0" presId="urn:microsoft.com/office/officeart/2018/2/layout/IconVerticalSolidList"/>
    <dgm:cxn modelId="{20C19E7C-078C-454F-9C34-0A6F22BBA284}" type="presParOf" srcId="{9DDD7B7E-0C22-4099-989D-06E76BBDE137}" destId="{7634DA4B-A18C-42E0-A1A1-EA02285C11D5}" srcOrd="2" destOrd="0" presId="urn:microsoft.com/office/officeart/2018/2/layout/IconVerticalSolidList"/>
    <dgm:cxn modelId="{965BC79D-8FAD-4E56-B39B-934CC7ABF8C1}" type="presParOf" srcId="{9DDD7B7E-0C22-4099-989D-06E76BBDE137}" destId="{3C96BFE4-17D5-4784-A4BF-ECADB30A4B90}" srcOrd="3" destOrd="0" presId="urn:microsoft.com/office/officeart/2018/2/layout/IconVerticalSolidList"/>
    <dgm:cxn modelId="{96758005-B84E-4983-8F15-B27A0AE21CA9}" type="presParOf" srcId="{ADBD6ED9-F451-49B8-8F76-FDE3E9F9F01D}" destId="{F0C5D6E5-75E7-4866-AEE6-BFEB9DE82697}" srcOrd="1" destOrd="0" presId="urn:microsoft.com/office/officeart/2018/2/layout/IconVerticalSolidList"/>
    <dgm:cxn modelId="{1D35CEAF-E96C-4033-9A4A-D1674FD64B65}" type="presParOf" srcId="{ADBD6ED9-F451-49B8-8F76-FDE3E9F9F01D}" destId="{E34C98B9-F98A-420D-AC58-C89F7173DEE3}" srcOrd="2" destOrd="0" presId="urn:microsoft.com/office/officeart/2018/2/layout/IconVerticalSolidList"/>
    <dgm:cxn modelId="{3A53FEDF-BFBB-4338-91B4-F74A2C92C1A3}" type="presParOf" srcId="{E34C98B9-F98A-420D-AC58-C89F7173DEE3}" destId="{A147ADD6-D183-46A9-8717-57ACA95EE7A0}" srcOrd="0" destOrd="0" presId="urn:microsoft.com/office/officeart/2018/2/layout/IconVerticalSolidList"/>
    <dgm:cxn modelId="{A69DD891-BE0B-4A87-9367-8EE5CD496984}" type="presParOf" srcId="{E34C98B9-F98A-420D-AC58-C89F7173DEE3}" destId="{843FA72C-AAC2-47DB-9C76-6F3220DA091F}" srcOrd="1" destOrd="0" presId="urn:microsoft.com/office/officeart/2018/2/layout/IconVerticalSolidList"/>
    <dgm:cxn modelId="{97AD6DAA-9A25-43B6-A64F-568A95DDF2D2}" type="presParOf" srcId="{E34C98B9-F98A-420D-AC58-C89F7173DEE3}" destId="{C3DAF14D-2587-486F-9472-2A80ABA61021}" srcOrd="2" destOrd="0" presId="urn:microsoft.com/office/officeart/2018/2/layout/IconVerticalSolidList"/>
    <dgm:cxn modelId="{BD02F9BD-8A59-45C3-BB25-88EA2F1521EA}" type="presParOf" srcId="{E34C98B9-F98A-420D-AC58-C89F7173DEE3}" destId="{0B01D067-0E6D-4C91-ACDB-731191D85FDF}" srcOrd="3" destOrd="0" presId="urn:microsoft.com/office/officeart/2018/2/layout/IconVerticalSolidList"/>
    <dgm:cxn modelId="{349D13F8-A34A-4217-ACD7-9607AE48E08D}" type="presParOf" srcId="{ADBD6ED9-F451-49B8-8F76-FDE3E9F9F01D}" destId="{8B0BB3B7-B0AA-4374-BA58-19103AD8453C}" srcOrd="3" destOrd="0" presId="urn:microsoft.com/office/officeart/2018/2/layout/IconVerticalSolidList"/>
    <dgm:cxn modelId="{C48F069C-66EF-4C60-8D3E-E9CC320CD54C}" type="presParOf" srcId="{ADBD6ED9-F451-49B8-8F76-FDE3E9F9F01D}" destId="{A94F6D26-B2BE-4323-801F-333E38E666B2}" srcOrd="4" destOrd="0" presId="urn:microsoft.com/office/officeart/2018/2/layout/IconVerticalSolidList"/>
    <dgm:cxn modelId="{AE2233A0-DFED-47DE-8719-19D54D7D13A7}" type="presParOf" srcId="{A94F6D26-B2BE-4323-801F-333E38E666B2}" destId="{4D38E91D-9A4F-47AC-A0FA-EC453C0ACCD8}" srcOrd="0" destOrd="0" presId="urn:microsoft.com/office/officeart/2018/2/layout/IconVerticalSolidList"/>
    <dgm:cxn modelId="{20929B3E-D54D-4BED-BA7E-C0744B672860}" type="presParOf" srcId="{A94F6D26-B2BE-4323-801F-333E38E666B2}" destId="{1B085688-5C8D-4075-B40E-56DC25BF9E72}" srcOrd="1" destOrd="0" presId="urn:microsoft.com/office/officeart/2018/2/layout/IconVerticalSolidList"/>
    <dgm:cxn modelId="{FEF1D1B0-CB7B-4432-A4B4-015E39392DB2}" type="presParOf" srcId="{A94F6D26-B2BE-4323-801F-333E38E666B2}" destId="{4E1685FE-4E67-4A3E-8D29-C3B65C8690F8}" srcOrd="2" destOrd="0" presId="urn:microsoft.com/office/officeart/2018/2/layout/IconVerticalSolidList"/>
    <dgm:cxn modelId="{1302AA48-9FEC-4709-BCB7-3831E4F46CD5}" type="presParOf" srcId="{A94F6D26-B2BE-4323-801F-333E38E666B2}" destId="{81C12CCB-AB63-44C1-87B8-4AC0D952A2B2}" srcOrd="3" destOrd="0" presId="urn:microsoft.com/office/officeart/2018/2/layout/IconVerticalSolidList"/>
    <dgm:cxn modelId="{A8874209-5201-4CAE-A798-103F5BF0D31E}" type="presParOf" srcId="{ADBD6ED9-F451-49B8-8F76-FDE3E9F9F01D}" destId="{F99135A2-A96E-4E3D-8B89-7C75428A05F0}" srcOrd="5" destOrd="0" presId="urn:microsoft.com/office/officeart/2018/2/layout/IconVerticalSolidList"/>
    <dgm:cxn modelId="{426C55FC-ABF9-4301-90AC-B708BC0D44BF}" type="presParOf" srcId="{ADBD6ED9-F451-49B8-8F76-FDE3E9F9F01D}" destId="{9BD05295-695C-4514-88C7-8E0BA83DF434}" srcOrd="6" destOrd="0" presId="urn:microsoft.com/office/officeart/2018/2/layout/IconVerticalSolidList"/>
    <dgm:cxn modelId="{50882AE9-5BA9-419D-A086-FABD277F75EE}" type="presParOf" srcId="{9BD05295-695C-4514-88C7-8E0BA83DF434}" destId="{C01BF231-B352-46A3-9FE4-CD053CF83F43}" srcOrd="0" destOrd="0" presId="urn:microsoft.com/office/officeart/2018/2/layout/IconVerticalSolidList"/>
    <dgm:cxn modelId="{FEBB2927-B82B-42D0-80A4-08CB893A9F03}" type="presParOf" srcId="{9BD05295-695C-4514-88C7-8E0BA83DF434}" destId="{73BDC615-6173-4309-B642-87B091491045}" srcOrd="1" destOrd="0" presId="urn:microsoft.com/office/officeart/2018/2/layout/IconVerticalSolidList"/>
    <dgm:cxn modelId="{54FF4DF7-23FA-4113-9F7E-4429DCD07491}" type="presParOf" srcId="{9BD05295-695C-4514-88C7-8E0BA83DF434}" destId="{4ACD1F0A-1BB9-4A50-B58F-C6546F4405D0}" srcOrd="2" destOrd="0" presId="urn:microsoft.com/office/officeart/2018/2/layout/IconVerticalSolidList"/>
    <dgm:cxn modelId="{DD73A62A-F24A-4A2B-8088-7F6B935EAD55}" type="presParOf" srcId="{9BD05295-695C-4514-88C7-8E0BA83DF434}" destId="{7703B4BA-F29D-4E2D-9E65-2CA272BB39C1}" srcOrd="3" destOrd="0" presId="urn:microsoft.com/office/officeart/2018/2/layout/IconVerticalSolidList"/>
    <dgm:cxn modelId="{534B2CDC-0D14-491B-9205-70C8C7DA0F91}" type="presParOf" srcId="{ADBD6ED9-F451-49B8-8F76-FDE3E9F9F01D}" destId="{CFF196D4-64D8-45C3-9968-C56D15905995}" srcOrd="7" destOrd="0" presId="urn:microsoft.com/office/officeart/2018/2/layout/IconVerticalSolidList"/>
    <dgm:cxn modelId="{85043A45-B4DA-44F0-B7CC-87AB5ACF5797}" type="presParOf" srcId="{ADBD6ED9-F451-49B8-8F76-FDE3E9F9F01D}" destId="{310C2D68-3574-4D0D-8A9C-8EF422E414FD}" srcOrd="8" destOrd="0" presId="urn:microsoft.com/office/officeart/2018/2/layout/IconVerticalSolidList"/>
    <dgm:cxn modelId="{0E4C7F42-3F59-4FD8-B4DE-A7DAE289BC37}" type="presParOf" srcId="{310C2D68-3574-4D0D-8A9C-8EF422E414FD}" destId="{40E1F0B3-7E6E-429E-9449-4DB22E6AD1D9}" srcOrd="0" destOrd="0" presId="urn:microsoft.com/office/officeart/2018/2/layout/IconVerticalSolidList"/>
    <dgm:cxn modelId="{4DD3CEB4-0A62-457F-9F26-E43EAF73AF1F}" type="presParOf" srcId="{310C2D68-3574-4D0D-8A9C-8EF422E414FD}" destId="{59D40113-2AF5-4BA2-876D-812F695DF16A}" srcOrd="1" destOrd="0" presId="urn:microsoft.com/office/officeart/2018/2/layout/IconVerticalSolidList"/>
    <dgm:cxn modelId="{DF6517D3-46AE-463A-BC67-39A2EF7E98F6}" type="presParOf" srcId="{310C2D68-3574-4D0D-8A9C-8EF422E414FD}" destId="{795A58B4-0A51-4C59-8974-3FEAD0882704}" srcOrd="2" destOrd="0" presId="urn:microsoft.com/office/officeart/2018/2/layout/IconVerticalSolidList"/>
    <dgm:cxn modelId="{8BACD309-9A2D-4B4F-9841-27910A405FCE}" type="presParOf" srcId="{310C2D68-3574-4D0D-8A9C-8EF422E414FD}" destId="{C287B5A0-F329-42CC-90B6-067B70B7F15C}" srcOrd="3" destOrd="0" presId="urn:microsoft.com/office/officeart/2018/2/layout/IconVerticalSolidList"/>
    <dgm:cxn modelId="{87A6D0E9-025B-4C0D-A4AE-50E535864F7F}" type="presParOf" srcId="{ADBD6ED9-F451-49B8-8F76-FDE3E9F9F01D}" destId="{1D18D171-8F33-4636-8EAA-88E57F2A41DE}" srcOrd="9" destOrd="0" presId="urn:microsoft.com/office/officeart/2018/2/layout/IconVerticalSolidList"/>
    <dgm:cxn modelId="{FB003E82-7798-4A9B-8F1F-88F6EBC55620}" type="presParOf" srcId="{ADBD6ED9-F451-49B8-8F76-FDE3E9F9F01D}" destId="{1132E7BC-947B-4E4E-B0AA-6CAB11539BA0}" srcOrd="10" destOrd="0" presId="urn:microsoft.com/office/officeart/2018/2/layout/IconVerticalSolidList"/>
    <dgm:cxn modelId="{C21D55AB-6005-4A6A-AE4F-45FA478F155C}" type="presParOf" srcId="{1132E7BC-947B-4E4E-B0AA-6CAB11539BA0}" destId="{328772E9-15D0-4537-892B-AC436405D354}" srcOrd="0" destOrd="0" presId="urn:microsoft.com/office/officeart/2018/2/layout/IconVerticalSolidList"/>
    <dgm:cxn modelId="{FAA91F26-431B-4F12-AD0E-0EE7C83EF196}" type="presParOf" srcId="{1132E7BC-947B-4E4E-B0AA-6CAB11539BA0}" destId="{9AA0286C-B049-4C46-B4E3-9203DDC21038}" srcOrd="1" destOrd="0" presId="urn:microsoft.com/office/officeart/2018/2/layout/IconVerticalSolidList"/>
    <dgm:cxn modelId="{673CFFB3-BCB5-4177-8251-A2B158531506}" type="presParOf" srcId="{1132E7BC-947B-4E4E-B0AA-6CAB11539BA0}" destId="{6DF3EE80-67EB-4735-BF35-F9BDF3633A44}" srcOrd="2" destOrd="0" presId="urn:microsoft.com/office/officeart/2018/2/layout/IconVerticalSolidList"/>
    <dgm:cxn modelId="{E7526195-A647-4451-BA49-779B292C73AB}" type="presParOf" srcId="{1132E7BC-947B-4E4E-B0AA-6CAB11539BA0}" destId="{D078454C-5E91-4544-8212-9B6B0EC577B8}" srcOrd="3" destOrd="0" presId="urn:microsoft.com/office/officeart/2018/2/layout/IconVerticalSolidList"/>
    <dgm:cxn modelId="{F9AD2F25-6C0F-4164-84E0-FAD3FFC50677}" type="presParOf" srcId="{ADBD6ED9-F451-49B8-8F76-FDE3E9F9F01D}" destId="{3B5B9482-EE10-4262-BE2B-5836F75F623C}" srcOrd="11" destOrd="0" presId="urn:microsoft.com/office/officeart/2018/2/layout/IconVerticalSolidList"/>
    <dgm:cxn modelId="{605BE351-D0F4-47B0-BA22-039ACD9F13FF}" type="presParOf" srcId="{ADBD6ED9-F451-49B8-8F76-FDE3E9F9F01D}" destId="{940DF920-AF6E-41F0-BB9B-E2F21EA8D06F}" srcOrd="12" destOrd="0" presId="urn:microsoft.com/office/officeart/2018/2/layout/IconVerticalSolidList"/>
    <dgm:cxn modelId="{4A0E3AC1-99CC-4F33-8ABA-60F42B194B8D}" type="presParOf" srcId="{940DF920-AF6E-41F0-BB9B-E2F21EA8D06F}" destId="{46DDD30B-E85F-4F8E-81C4-B170008697AB}" srcOrd="0" destOrd="0" presId="urn:microsoft.com/office/officeart/2018/2/layout/IconVerticalSolidList"/>
    <dgm:cxn modelId="{7C77A627-0A0D-45AF-B7EE-91EDE40AC3A0}" type="presParOf" srcId="{940DF920-AF6E-41F0-BB9B-E2F21EA8D06F}" destId="{ABFE18B1-CF02-4974-8105-72C62BCF2E63}" srcOrd="1" destOrd="0" presId="urn:microsoft.com/office/officeart/2018/2/layout/IconVerticalSolidList"/>
    <dgm:cxn modelId="{567FDBBE-C976-4B42-BDD1-415D6EFDE6D9}" type="presParOf" srcId="{940DF920-AF6E-41F0-BB9B-E2F21EA8D06F}" destId="{726687A8-3347-4F7B-8ED9-582ECF9E54FF}" srcOrd="2" destOrd="0" presId="urn:microsoft.com/office/officeart/2018/2/layout/IconVerticalSolidList"/>
    <dgm:cxn modelId="{57D8CBD2-E4A3-4FAE-872F-5D47AA26F5F9}" type="presParOf" srcId="{940DF920-AF6E-41F0-BB9B-E2F21EA8D06F}" destId="{0FA53D94-0C52-4743-8DA4-AD83036D65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034D607-FBE4-48F1-BCF2-A1347348233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A15C89-D3D0-4224-AA84-C41D9D1D05CF}">
      <dgm:prSet/>
      <dgm:spPr/>
      <dgm:t>
        <a:bodyPr/>
        <a:lstStyle/>
        <a:p>
          <a:r>
            <a:rPr lang="es-AR"/>
            <a:t>Automatización y Eficiencia: La IA maneja tareas monótonas y rutinarias, liberando tiempo humano para actividades creativas o estratégicas.</a:t>
          </a:r>
          <a:endParaRPr lang="en-US"/>
        </a:p>
      </dgm:t>
    </dgm:pt>
    <dgm:pt modelId="{9799430F-8996-4CBE-9D8C-97A9B90286A1}" type="parTrans" cxnId="{8B2B82DD-CF0F-40FE-932A-06AE5081CF04}">
      <dgm:prSet/>
      <dgm:spPr/>
      <dgm:t>
        <a:bodyPr/>
        <a:lstStyle/>
        <a:p>
          <a:endParaRPr lang="en-US"/>
        </a:p>
      </dgm:t>
    </dgm:pt>
    <dgm:pt modelId="{8AA191A9-F6E4-40B5-9B05-6EA443C388D2}" type="sibTrans" cxnId="{8B2B82DD-CF0F-40FE-932A-06AE5081CF04}">
      <dgm:prSet/>
      <dgm:spPr/>
      <dgm:t>
        <a:bodyPr/>
        <a:lstStyle/>
        <a:p>
          <a:endParaRPr lang="en-US"/>
        </a:p>
      </dgm:t>
    </dgm:pt>
    <dgm:pt modelId="{D652B9DD-A7BC-4240-99B8-AC7D590F5189}">
      <dgm:prSet/>
      <dgm:spPr/>
      <dgm:t>
        <a:bodyPr/>
        <a:lstStyle/>
        <a:p>
          <a:r>
            <a:rPr lang="es-AR"/>
            <a:t>Reducción de Errores Humanas: Al no sufrir cansancio ni distracciones, las máquinas pueden ejecutar tareas con alta precisión, siendo fundamentales en campos críticos como la medicina o la industria.</a:t>
          </a:r>
          <a:endParaRPr lang="en-US"/>
        </a:p>
      </dgm:t>
    </dgm:pt>
    <dgm:pt modelId="{DA56FE68-0AD8-4D55-8910-5AEA81F06AA9}" type="parTrans" cxnId="{14326DC2-5485-492D-968A-2174DB124C6E}">
      <dgm:prSet/>
      <dgm:spPr/>
      <dgm:t>
        <a:bodyPr/>
        <a:lstStyle/>
        <a:p>
          <a:endParaRPr lang="en-US"/>
        </a:p>
      </dgm:t>
    </dgm:pt>
    <dgm:pt modelId="{8CB5E775-38DE-4FF5-809A-B5C6EB47A993}" type="sibTrans" cxnId="{14326DC2-5485-492D-968A-2174DB124C6E}">
      <dgm:prSet/>
      <dgm:spPr/>
      <dgm:t>
        <a:bodyPr/>
        <a:lstStyle/>
        <a:p>
          <a:endParaRPr lang="en-US"/>
        </a:p>
      </dgm:t>
    </dgm:pt>
    <dgm:pt modelId="{BE26B1A1-1A32-4666-8712-050B085D92BB}">
      <dgm:prSet/>
      <dgm:spPr/>
      <dgm:t>
        <a:bodyPr/>
        <a:lstStyle/>
        <a:p>
          <a:r>
            <a:rPr lang="es-AR"/>
            <a:t>Disponibilidad 24/7: A diferencia de los humanos, los sistemas de IA pueden trabajar sin interrupciones, ofreciendo atención al cliente o supervisión continua las 24 horas del día.</a:t>
          </a:r>
          <a:endParaRPr lang="en-US"/>
        </a:p>
      </dgm:t>
    </dgm:pt>
    <dgm:pt modelId="{002645D8-9909-4EF6-8C49-539DCF2E7346}" type="parTrans" cxnId="{077903D2-6487-413A-A0FE-FCCAA46D8F07}">
      <dgm:prSet/>
      <dgm:spPr/>
      <dgm:t>
        <a:bodyPr/>
        <a:lstStyle/>
        <a:p>
          <a:endParaRPr lang="en-US"/>
        </a:p>
      </dgm:t>
    </dgm:pt>
    <dgm:pt modelId="{F60FA087-AC5E-44CD-BE39-64EC0B0AB092}" type="sibTrans" cxnId="{077903D2-6487-413A-A0FE-FCCAA46D8F07}">
      <dgm:prSet/>
      <dgm:spPr/>
      <dgm:t>
        <a:bodyPr/>
        <a:lstStyle/>
        <a:p>
          <a:endParaRPr lang="en-US"/>
        </a:p>
      </dgm:t>
    </dgm:pt>
    <dgm:pt modelId="{5FEA9B04-281B-48E0-92A6-2618F523EE66}">
      <dgm:prSet/>
      <dgm:spPr/>
      <dgm:t>
        <a:bodyPr/>
        <a:lstStyle/>
        <a:p>
          <a:r>
            <a:rPr lang="es-AR"/>
            <a:t>Análisis Rápido de Datos: La IA procesa y analiza volúmenes masivos de información en tiempo real, identificando patrones y tendencias ocultas para mejorar la toma de decisiones empresariales.</a:t>
          </a:r>
          <a:endParaRPr lang="en-US"/>
        </a:p>
      </dgm:t>
    </dgm:pt>
    <dgm:pt modelId="{CBB79B3B-FF95-4337-92D9-1A58EEF02C8E}" type="parTrans" cxnId="{4F27DBB2-7025-4C0C-807B-35CCAD658453}">
      <dgm:prSet/>
      <dgm:spPr/>
      <dgm:t>
        <a:bodyPr/>
        <a:lstStyle/>
        <a:p>
          <a:endParaRPr lang="en-US"/>
        </a:p>
      </dgm:t>
    </dgm:pt>
    <dgm:pt modelId="{F22979C4-423C-4007-BD44-3A538D8AB226}" type="sibTrans" cxnId="{4F27DBB2-7025-4C0C-807B-35CCAD658453}">
      <dgm:prSet/>
      <dgm:spPr/>
      <dgm:t>
        <a:bodyPr/>
        <a:lstStyle/>
        <a:p>
          <a:endParaRPr lang="en-US"/>
        </a:p>
      </dgm:t>
    </dgm:pt>
    <dgm:pt modelId="{5BF43029-F134-402D-9572-4B28180A3B79}">
      <dgm:prSet/>
      <dgm:spPr/>
      <dgm:t>
        <a:bodyPr/>
        <a:lstStyle/>
        <a:p>
          <a:r>
            <a:rPr lang="es-AR"/>
            <a:t>Optimización en la Toma de Decisiones: Facilita la previsión de riesgos y la detección de fraudes, permitiendo acciones preventivas y más rápidas.</a:t>
          </a:r>
          <a:endParaRPr lang="en-US"/>
        </a:p>
      </dgm:t>
    </dgm:pt>
    <dgm:pt modelId="{5453517B-6A5F-49EA-B1F6-B5E85CA442DB}" type="parTrans" cxnId="{D25D763A-739C-4863-9CD3-9ED293FD8EAF}">
      <dgm:prSet/>
      <dgm:spPr/>
      <dgm:t>
        <a:bodyPr/>
        <a:lstStyle/>
        <a:p>
          <a:endParaRPr lang="en-US"/>
        </a:p>
      </dgm:t>
    </dgm:pt>
    <dgm:pt modelId="{31785789-CA1B-4EF5-89A1-F49E5A584FFB}" type="sibTrans" cxnId="{D25D763A-739C-4863-9CD3-9ED293FD8EAF}">
      <dgm:prSet/>
      <dgm:spPr/>
      <dgm:t>
        <a:bodyPr/>
        <a:lstStyle/>
        <a:p>
          <a:endParaRPr lang="en-US"/>
        </a:p>
      </dgm:t>
    </dgm:pt>
    <dgm:pt modelId="{05E79A68-5CA0-44E6-B2FD-FD8BE83514FF}">
      <dgm:prSet/>
      <dgm:spPr/>
      <dgm:t>
        <a:bodyPr/>
        <a:lstStyle/>
        <a:p>
          <a:r>
            <a:rPr lang="es-AR"/>
            <a:t>Avances en la Educación y Personalización: Permite experiencias de aprendizaje adaptadas a las necesidades individuales de los estudiantes y apoya a los docentes en la evaluación.</a:t>
          </a:r>
          <a:endParaRPr lang="en-US"/>
        </a:p>
      </dgm:t>
    </dgm:pt>
    <dgm:pt modelId="{E479B80B-8B7F-456A-BA39-3AB5E268394E}" type="parTrans" cxnId="{32D5CD8F-51F7-4F08-952C-EE2DD20348D4}">
      <dgm:prSet/>
      <dgm:spPr/>
      <dgm:t>
        <a:bodyPr/>
        <a:lstStyle/>
        <a:p>
          <a:endParaRPr lang="en-US"/>
        </a:p>
      </dgm:t>
    </dgm:pt>
    <dgm:pt modelId="{ADF4DD76-EDE5-4AD7-8E7C-2581E653A67F}" type="sibTrans" cxnId="{32D5CD8F-51F7-4F08-952C-EE2DD20348D4}">
      <dgm:prSet/>
      <dgm:spPr/>
      <dgm:t>
        <a:bodyPr/>
        <a:lstStyle/>
        <a:p>
          <a:endParaRPr lang="en-US"/>
        </a:p>
      </dgm:t>
    </dgm:pt>
    <dgm:pt modelId="{DCB01D0E-BDAB-4535-8195-DFBD6434CBF7}">
      <dgm:prSet/>
      <dgm:spPr/>
      <dgm:t>
        <a:bodyPr/>
        <a:lstStyle/>
        <a:p>
          <a:r>
            <a:rPr lang="es-AR"/>
            <a:t>Aplicación en Entornos Peligrosos: Los robots y sistemas inteligentes pueden operar en entornos hostiles o peligrosos para los seres humanos</a:t>
          </a:r>
          <a:endParaRPr lang="en-US"/>
        </a:p>
      </dgm:t>
    </dgm:pt>
    <dgm:pt modelId="{7BD73A74-A404-44FA-83CC-AC34C97A7D81}" type="parTrans" cxnId="{DEFB00DF-BD5F-4B0F-9FE6-33E336B21290}">
      <dgm:prSet/>
      <dgm:spPr/>
      <dgm:t>
        <a:bodyPr/>
        <a:lstStyle/>
        <a:p>
          <a:endParaRPr lang="en-US"/>
        </a:p>
      </dgm:t>
    </dgm:pt>
    <dgm:pt modelId="{0ED57616-8260-44D8-9AF8-94642F72483D}" type="sibTrans" cxnId="{DEFB00DF-BD5F-4B0F-9FE6-33E336B21290}">
      <dgm:prSet/>
      <dgm:spPr/>
      <dgm:t>
        <a:bodyPr/>
        <a:lstStyle/>
        <a:p>
          <a:endParaRPr lang="en-US"/>
        </a:p>
      </dgm:t>
    </dgm:pt>
    <dgm:pt modelId="{A9B571A2-8CDD-44BE-B704-7742393FF122}" type="pres">
      <dgm:prSet presAssocID="{E034D607-FBE4-48F1-BCF2-A13473482333}" presName="vert0" presStyleCnt="0">
        <dgm:presLayoutVars>
          <dgm:dir/>
          <dgm:animOne val="branch"/>
          <dgm:animLvl val="lvl"/>
        </dgm:presLayoutVars>
      </dgm:prSet>
      <dgm:spPr/>
    </dgm:pt>
    <dgm:pt modelId="{62777CED-90AC-4550-A8EF-C4391DB6A098}" type="pres">
      <dgm:prSet presAssocID="{A8A15C89-D3D0-4224-AA84-C41D9D1D05CF}" presName="thickLine" presStyleLbl="alignNode1" presStyleIdx="0" presStyleCnt="7"/>
      <dgm:spPr/>
    </dgm:pt>
    <dgm:pt modelId="{456A438B-B8F3-4D26-89FA-BAE20BD51F6D}" type="pres">
      <dgm:prSet presAssocID="{A8A15C89-D3D0-4224-AA84-C41D9D1D05CF}" presName="horz1" presStyleCnt="0"/>
      <dgm:spPr/>
    </dgm:pt>
    <dgm:pt modelId="{793D9378-5B34-4FE8-894D-EDA2618FF766}" type="pres">
      <dgm:prSet presAssocID="{A8A15C89-D3D0-4224-AA84-C41D9D1D05CF}" presName="tx1" presStyleLbl="revTx" presStyleIdx="0" presStyleCnt="7"/>
      <dgm:spPr/>
    </dgm:pt>
    <dgm:pt modelId="{C1D4BE2A-2F12-45F2-92EB-BC05442DE5B9}" type="pres">
      <dgm:prSet presAssocID="{A8A15C89-D3D0-4224-AA84-C41D9D1D05CF}" presName="vert1" presStyleCnt="0"/>
      <dgm:spPr/>
    </dgm:pt>
    <dgm:pt modelId="{4F6CC2B2-11B4-4701-B64C-CB02D467D441}" type="pres">
      <dgm:prSet presAssocID="{D652B9DD-A7BC-4240-99B8-AC7D590F5189}" presName="thickLine" presStyleLbl="alignNode1" presStyleIdx="1" presStyleCnt="7"/>
      <dgm:spPr/>
    </dgm:pt>
    <dgm:pt modelId="{C254C069-1586-4BFB-9EF5-68E6572B281E}" type="pres">
      <dgm:prSet presAssocID="{D652B9DD-A7BC-4240-99B8-AC7D590F5189}" presName="horz1" presStyleCnt="0"/>
      <dgm:spPr/>
    </dgm:pt>
    <dgm:pt modelId="{F110732B-5899-44CB-86B7-F8F2A521F8AC}" type="pres">
      <dgm:prSet presAssocID="{D652B9DD-A7BC-4240-99B8-AC7D590F5189}" presName="tx1" presStyleLbl="revTx" presStyleIdx="1" presStyleCnt="7"/>
      <dgm:spPr/>
    </dgm:pt>
    <dgm:pt modelId="{DC2403A2-80B8-4772-856E-E3807081BEEB}" type="pres">
      <dgm:prSet presAssocID="{D652B9DD-A7BC-4240-99B8-AC7D590F5189}" presName="vert1" presStyleCnt="0"/>
      <dgm:spPr/>
    </dgm:pt>
    <dgm:pt modelId="{92BB7A2B-5E64-42CC-A0DB-D6E6DFDFCCAB}" type="pres">
      <dgm:prSet presAssocID="{BE26B1A1-1A32-4666-8712-050B085D92BB}" presName="thickLine" presStyleLbl="alignNode1" presStyleIdx="2" presStyleCnt="7"/>
      <dgm:spPr/>
    </dgm:pt>
    <dgm:pt modelId="{108140F5-BAD4-4231-A7C8-BBDEA5A8566D}" type="pres">
      <dgm:prSet presAssocID="{BE26B1A1-1A32-4666-8712-050B085D92BB}" presName="horz1" presStyleCnt="0"/>
      <dgm:spPr/>
    </dgm:pt>
    <dgm:pt modelId="{9F5787E6-4C89-4FA5-8002-3C6ED863C523}" type="pres">
      <dgm:prSet presAssocID="{BE26B1A1-1A32-4666-8712-050B085D92BB}" presName="tx1" presStyleLbl="revTx" presStyleIdx="2" presStyleCnt="7"/>
      <dgm:spPr/>
    </dgm:pt>
    <dgm:pt modelId="{C8E2ACAE-D9D7-4C13-96C2-20DE8D7E1C87}" type="pres">
      <dgm:prSet presAssocID="{BE26B1A1-1A32-4666-8712-050B085D92BB}" presName="vert1" presStyleCnt="0"/>
      <dgm:spPr/>
    </dgm:pt>
    <dgm:pt modelId="{C7257ED9-8707-4E99-A0C0-558FCA825ADC}" type="pres">
      <dgm:prSet presAssocID="{5FEA9B04-281B-48E0-92A6-2618F523EE66}" presName="thickLine" presStyleLbl="alignNode1" presStyleIdx="3" presStyleCnt="7"/>
      <dgm:spPr/>
    </dgm:pt>
    <dgm:pt modelId="{A9D6648E-4183-45AF-94AA-AE4143E6B1F1}" type="pres">
      <dgm:prSet presAssocID="{5FEA9B04-281B-48E0-92A6-2618F523EE66}" presName="horz1" presStyleCnt="0"/>
      <dgm:spPr/>
    </dgm:pt>
    <dgm:pt modelId="{F5E9EB42-B9D5-4F0E-A754-5CB1800F2612}" type="pres">
      <dgm:prSet presAssocID="{5FEA9B04-281B-48E0-92A6-2618F523EE66}" presName="tx1" presStyleLbl="revTx" presStyleIdx="3" presStyleCnt="7"/>
      <dgm:spPr/>
    </dgm:pt>
    <dgm:pt modelId="{1DDCB462-3C45-469E-AD45-10A352AE8C70}" type="pres">
      <dgm:prSet presAssocID="{5FEA9B04-281B-48E0-92A6-2618F523EE66}" presName="vert1" presStyleCnt="0"/>
      <dgm:spPr/>
    </dgm:pt>
    <dgm:pt modelId="{81498C39-EE17-4F0B-BF9D-2D15B15ADEF1}" type="pres">
      <dgm:prSet presAssocID="{5BF43029-F134-402D-9572-4B28180A3B79}" presName="thickLine" presStyleLbl="alignNode1" presStyleIdx="4" presStyleCnt="7"/>
      <dgm:spPr/>
    </dgm:pt>
    <dgm:pt modelId="{44C206BF-8B0F-46DA-9C24-FFCF850FFDB2}" type="pres">
      <dgm:prSet presAssocID="{5BF43029-F134-402D-9572-4B28180A3B79}" presName="horz1" presStyleCnt="0"/>
      <dgm:spPr/>
    </dgm:pt>
    <dgm:pt modelId="{0C2B7B7C-D650-4FE6-B0B3-98DE51C29AFA}" type="pres">
      <dgm:prSet presAssocID="{5BF43029-F134-402D-9572-4B28180A3B79}" presName="tx1" presStyleLbl="revTx" presStyleIdx="4" presStyleCnt="7"/>
      <dgm:spPr/>
    </dgm:pt>
    <dgm:pt modelId="{F71AE083-9D45-4FCC-87AC-E6A883AAFE2D}" type="pres">
      <dgm:prSet presAssocID="{5BF43029-F134-402D-9572-4B28180A3B79}" presName="vert1" presStyleCnt="0"/>
      <dgm:spPr/>
    </dgm:pt>
    <dgm:pt modelId="{3B9A5940-C5F3-4725-BD94-AFDB29917028}" type="pres">
      <dgm:prSet presAssocID="{05E79A68-5CA0-44E6-B2FD-FD8BE83514FF}" presName="thickLine" presStyleLbl="alignNode1" presStyleIdx="5" presStyleCnt="7"/>
      <dgm:spPr/>
    </dgm:pt>
    <dgm:pt modelId="{DAE00388-B40A-4C86-A22A-511E5A401AF9}" type="pres">
      <dgm:prSet presAssocID="{05E79A68-5CA0-44E6-B2FD-FD8BE83514FF}" presName="horz1" presStyleCnt="0"/>
      <dgm:spPr/>
    </dgm:pt>
    <dgm:pt modelId="{C4D87C4A-5F94-4319-83BB-A06064B5D970}" type="pres">
      <dgm:prSet presAssocID="{05E79A68-5CA0-44E6-B2FD-FD8BE83514FF}" presName="tx1" presStyleLbl="revTx" presStyleIdx="5" presStyleCnt="7"/>
      <dgm:spPr/>
    </dgm:pt>
    <dgm:pt modelId="{08A598A9-1B52-4334-8DE8-F9FE8D31B283}" type="pres">
      <dgm:prSet presAssocID="{05E79A68-5CA0-44E6-B2FD-FD8BE83514FF}" presName="vert1" presStyleCnt="0"/>
      <dgm:spPr/>
    </dgm:pt>
    <dgm:pt modelId="{F434306B-F146-4613-BD8B-911D9F0B5019}" type="pres">
      <dgm:prSet presAssocID="{DCB01D0E-BDAB-4535-8195-DFBD6434CBF7}" presName="thickLine" presStyleLbl="alignNode1" presStyleIdx="6" presStyleCnt="7"/>
      <dgm:spPr/>
    </dgm:pt>
    <dgm:pt modelId="{833C5963-5403-4085-B513-BDD82045B0C8}" type="pres">
      <dgm:prSet presAssocID="{DCB01D0E-BDAB-4535-8195-DFBD6434CBF7}" presName="horz1" presStyleCnt="0"/>
      <dgm:spPr/>
    </dgm:pt>
    <dgm:pt modelId="{EFE8A471-02A5-483A-8C2D-7A61DB080BF8}" type="pres">
      <dgm:prSet presAssocID="{DCB01D0E-BDAB-4535-8195-DFBD6434CBF7}" presName="tx1" presStyleLbl="revTx" presStyleIdx="6" presStyleCnt="7"/>
      <dgm:spPr/>
    </dgm:pt>
    <dgm:pt modelId="{7038B292-E815-4B65-9A0F-B847488FD5CE}" type="pres">
      <dgm:prSet presAssocID="{DCB01D0E-BDAB-4535-8195-DFBD6434CBF7}" presName="vert1" presStyleCnt="0"/>
      <dgm:spPr/>
    </dgm:pt>
  </dgm:ptLst>
  <dgm:cxnLst>
    <dgm:cxn modelId="{1A4C7701-5E27-4AEA-8779-D9B2BF997E51}" type="presOf" srcId="{BE26B1A1-1A32-4666-8712-050B085D92BB}" destId="{9F5787E6-4C89-4FA5-8002-3C6ED863C523}" srcOrd="0" destOrd="0" presId="urn:microsoft.com/office/officeart/2008/layout/LinedList"/>
    <dgm:cxn modelId="{39CF2A31-73A3-42E5-9203-FF259C3A6FCE}" type="presOf" srcId="{D652B9DD-A7BC-4240-99B8-AC7D590F5189}" destId="{F110732B-5899-44CB-86B7-F8F2A521F8AC}" srcOrd="0" destOrd="0" presId="urn:microsoft.com/office/officeart/2008/layout/LinedList"/>
    <dgm:cxn modelId="{D25D763A-739C-4863-9CD3-9ED293FD8EAF}" srcId="{E034D607-FBE4-48F1-BCF2-A13473482333}" destId="{5BF43029-F134-402D-9572-4B28180A3B79}" srcOrd="4" destOrd="0" parTransId="{5453517B-6A5F-49EA-B1F6-B5E85CA442DB}" sibTransId="{31785789-CA1B-4EF5-89A1-F49E5A584FFB}"/>
    <dgm:cxn modelId="{18288665-E387-4315-A368-7129A412172D}" type="presOf" srcId="{E034D607-FBE4-48F1-BCF2-A13473482333}" destId="{A9B571A2-8CDD-44BE-B704-7742393FF122}" srcOrd="0" destOrd="0" presId="urn:microsoft.com/office/officeart/2008/layout/LinedList"/>
    <dgm:cxn modelId="{F33E6350-B97F-49C8-AC33-C2AADC84D62E}" type="presOf" srcId="{DCB01D0E-BDAB-4535-8195-DFBD6434CBF7}" destId="{EFE8A471-02A5-483A-8C2D-7A61DB080BF8}" srcOrd="0" destOrd="0" presId="urn:microsoft.com/office/officeart/2008/layout/LinedList"/>
    <dgm:cxn modelId="{32D5CD8F-51F7-4F08-952C-EE2DD20348D4}" srcId="{E034D607-FBE4-48F1-BCF2-A13473482333}" destId="{05E79A68-5CA0-44E6-B2FD-FD8BE83514FF}" srcOrd="5" destOrd="0" parTransId="{E479B80B-8B7F-456A-BA39-3AB5E268394E}" sibTransId="{ADF4DD76-EDE5-4AD7-8E7C-2581E653A67F}"/>
    <dgm:cxn modelId="{52D5EC9A-71F4-4DC2-8ABC-28C91F5621E4}" type="presOf" srcId="{5FEA9B04-281B-48E0-92A6-2618F523EE66}" destId="{F5E9EB42-B9D5-4F0E-A754-5CB1800F2612}" srcOrd="0" destOrd="0" presId="urn:microsoft.com/office/officeart/2008/layout/LinedList"/>
    <dgm:cxn modelId="{4F27DBB2-7025-4C0C-807B-35CCAD658453}" srcId="{E034D607-FBE4-48F1-BCF2-A13473482333}" destId="{5FEA9B04-281B-48E0-92A6-2618F523EE66}" srcOrd="3" destOrd="0" parTransId="{CBB79B3B-FF95-4337-92D9-1A58EEF02C8E}" sibTransId="{F22979C4-423C-4007-BD44-3A538D8AB226}"/>
    <dgm:cxn modelId="{14326DC2-5485-492D-968A-2174DB124C6E}" srcId="{E034D607-FBE4-48F1-BCF2-A13473482333}" destId="{D652B9DD-A7BC-4240-99B8-AC7D590F5189}" srcOrd="1" destOrd="0" parTransId="{DA56FE68-0AD8-4D55-8910-5AEA81F06AA9}" sibTransId="{8CB5E775-38DE-4FF5-809A-B5C6EB47A993}"/>
    <dgm:cxn modelId="{3D35BBCA-5C33-4A1E-B093-233DD0CAEA92}" type="presOf" srcId="{05E79A68-5CA0-44E6-B2FD-FD8BE83514FF}" destId="{C4D87C4A-5F94-4319-83BB-A06064B5D970}" srcOrd="0" destOrd="0" presId="urn:microsoft.com/office/officeart/2008/layout/LinedList"/>
    <dgm:cxn modelId="{077903D2-6487-413A-A0FE-FCCAA46D8F07}" srcId="{E034D607-FBE4-48F1-BCF2-A13473482333}" destId="{BE26B1A1-1A32-4666-8712-050B085D92BB}" srcOrd="2" destOrd="0" parTransId="{002645D8-9909-4EF6-8C49-539DCF2E7346}" sibTransId="{F60FA087-AC5E-44CD-BE39-64EC0B0AB092}"/>
    <dgm:cxn modelId="{8B2B82DD-CF0F-40FE-932A-06AE5081CF04}" srcId="{E034D607-FBE4-48F1-BCF2-A13473482333}" destId="{A8A15C89-D3D0-4224-AA84-C41D9D1D05CF}" srcOrd="0" destOrd="0" parTransId="{9799430F-8996-4CBE-9D8C-97A9B90286A1}" sibTransId="{8AA191A9-F6E4-40B5-9B05-6EA443C388D2}"/>
    <dgm:cxn modelId="{DEFB00DF-BD5F-4B0F-9FE6-33E336B21290}" srcId="{E034D607-FBE4-48F1-BCF2-A13473482333}" destId="{DCB01D0E-BDAB-4535-8195-DFBD6434CBF7}" srcOrd="6" destOrd="0" parTransId="{7BD73A74-A404-44FA-83CC-AC34C97A7D81}" sibTransId="{0ED57616-8260-44D8-9AF8-94642F72483D}"/>
    <dgm:cxn modelId="{29C9B1E0-0EA0-467F-A510-DBFA7E8968F2}" type="presOf" srcId="{5BF43029-F134-402D-9572-4B28180A3B79}" destId="{0C2B7B7C-D650-4FE6-B0B3-98DE51C29AFA}" srcOrd="0" destOrd="0" presId="urn:microsoft.com/office/officeart/2008/layout/LinedList"/>
    <dgm:cxn modelId="{EE89CDF4-0E5E-4E4E-871D-97FAE3B96F50}" type="presOf" srcId="{A8A15C89-D3D0-4224-AA84-C41D9D1D05CF}" destId="{793D9378-5B34-4FE8-894D-EDA2618FF766}" srcOrd="0" destOrd="0" presId="urn:microsoft.com/office/officeart/2008/layout/LinedList"/>
    <dgm:cxn modelId="{B2D1CF0B-8A25-4536-A83D-8D1B956A098E}" type="presParOf" srcId="{A9B571A2-8CDD-44BE-B704-7742393FF122}" destId="{62777CED-90AC-4550-A8EF-C4391DB6A098}" srcOrd="0" destOrd="0" presId="urn:microsoft.com/office/officeart/2008/layout/LinedList"/>
    <dgm:cxn modelId="{2E38316A-A2AB-4243-A02E-054BC2CD3D14}" type="presParOf" srcId="{A9B571A2-8CDD-44BE-B704-7742393FF122}" destId="{456A438B-B8F3-4D26-89FA-BAE20BD51F6D}" srcOrd="1" destOrd="0" presId="urn:microsoft.com/office/officeart/2008/layout/LinedList"/>
    <dgm:cxn modelId="{0B95858A-8B87-426F-A7F5-4269A944F973}" type="presParOf" srcId="{456A438B-B8F3-4D26-89FA-BAE20BD51F6D}" destId="{793D9378-5B34-4FE8-894D-EDA2618FF766}" srcOrd="0" destOrd="0" presId="urn:microsoft.com/office/officeart/2008/layout/LinedList"/>
    <dgm:cxn modelId="{C2E23659-B037-45F1-ADF5-185C84003E49}" type="presParOf" srcId="{456A438B-B8F3-4D26-89FA-BAE20BD51F6D}" destId="{C1D4BE2A-2F12-45F2-92EB-BC05442DE5B9}" srcOrd="1" destOrd="0" presId="urn:microsoft.com/office/officeart/2008/layout/LinedList"/>
    <dgm:cxn modelId="{42DB6DBC-4BC8-467F-B428-1035E713CD90}" type="presParOf" srcId="{A9B571A2-8CDD-44BE-B704-7742393FF122}" destId="{4F6CC2B2-11B4-4701-B64C-CB02D467D441}" srcOrd="2" destOrd="0" presId="urn:microsoft.com/office/officeart/2008/layout/LinedList"/>
    <dgm:cxn modelId="{1F616F9C-A76E-43F3-8488-355E6D89D975}" type="presParOf" srcId="{A9B571A2-8CDD-44BE-B704-7742393FF122}" destId="{C254C069-1586-4BFB-9EF5-68E6572B281E}" srcOrd="3" destOrd="0" presId="urn:microsoft.com/office/officeart/2008/layout/LinedList"/>
    <dgm:cxn modelId="{46E5D65C-B15A-4C9D-B405-81E74FE85BCF}" type="presParOf" srcId="{C254C069-1586-4BFB-9EF5-68E6572B281E}" destId="{F110732B-5899-44CB-86B7-F8F2A521F8AC}" srcOrd="0" destOrd="0" presId="urn:microsoft.com/office/officeart/2008/layout/LinedList"/>
    <dgm:cxn modelId="{FBBEFDDC-5B2B-4006-905E-9940C831E66F}" type="presParOf" srcId="{C254C069-1586-4BFB-9EF5-68E6572B281E}" destId="{DC2403A2-80B8-4772-856E-E3807081BEEB}" srcOrd="1" destOrd="0" presId="urn:microsoft.com/office/officeart/2008/layout/LinedList"/>
    <dgm:cxn modelId="{1C9148B1-AC35-4A8A-BBC7-9BE6C94A877E}" type="presParOf" srcId="{A9B571A2-8CDD-44BE-B704-7742393FF122}" destId="{92BB7A2B-5E64-42CC-A0DB-D6E6DFDFCCAB}" srcOrd="4" destOrd="0" presId="urn:microsoft.com/office/officeart/2008/layout/LinedList"/>
    <dgm:cxn modelId="{7ACE06B6-5D3B-4189-BFD5-4C73A748419B}" type="presParOf" srcId="{A9B571A2-8CDD-44BE-B704-7742393FF122}" destId="{108140F5-BAD4-4231-A7C8-BBDEA5A8566D}" srcOrd="5" destOrd="0" presId="urn:microsoft.com/office/officeart/2008/layout/LinedList"/>
    <dgm:cxn modelId="{65CEEB79-C97E-4E83-BA41-46CD475D9B4D}" type="presParOf" srcId="{108140F5-BAD4-4231-A7C8-BBDEA5A8566D}" destId="{9F5787E6-4C89-4FA5-8002-3C6ED863C523}" srcOrd="0" destOrd="0" presId="urn:microsoft.com/office/officeart/2008/layout/LinedList"/>
    <dgm:cxn modelId="{524ED6E3-5437-4E16-B795-0D728A02B109}" type="presParOf" srcId="{108140F5-BAD4-4231-A7C8-BBDEA5A8566D}" destId="{C8E2ACAE-D9D7-4C13-96C2-20DE8D7E1C87}" srcOrd="1" destOrd="0" presId="urn:microsoft.com/office/officeart/2008/layout/LinedList"/>
    <dgm:cxn modelId="{4D441D4B-CB34-49D4-AF93-DCCF515D1A5A}" type="presParOf" srcId="{A9B571A2-8CDD-44BE-B704-7742393FF122}" destId="{C7257ED9-8707-4E99-A0C0-558FCA825ADC}" srcOrd="6" destOrd="0" presId="urn:microsoft.com/office/officeart/2008/layout/LinedList"/>
    <dgm:cxn modelId="{B9812310-8C6C-4D51-AC5F-8D9625EDBBA9}" type="presParOf" srcId="{A9B571A2-8CDD-44BE-B704-7742393FF122}" destId="{A9D6648E-4183-45AF-94AA-AE4143E6B1F1}" srcOrd="7" destOrd="0" presId="urn:microsoft.com/office/officeart/2008/layout/LinedList"/>
    <dgm:cxn modelId="{C2671EF3-06A0-496C-AB0F-D9389521398C}" type="presParOf" srcId="{A9D6648E-4183-45AF-94AA-AE4143E6B1F1}" destId="{F5E9EB42-B9D5-4F0E-A754-5CB1800F2612}" srcOrd="0" destOrd="0" presId="urn:microsoft.com/office/officeart/2008/layout/LinedList"/>
    <dgm:cxn modelId="{F06DE438-E0C7-4C99-BD64-28B1CF8D8957}" type="presParOf" srcId="{A9D6648E-4183-45AF-94AA-AE4143E6B1F1}" destId="{1DDCB462-3C45-469E-AD45-10A352AE8C70}" srcOrd="1" destOrd="0" presId="urn:microsoft.com/office/officeart/2008/layout/LinedList"/>
    <dgm:cxn modelId="{02301129-7EB4-4391-8406-2AFB59F3636F}" type="presParOf" srcId="{A9B571A2-8CDD-44BE-B704-7742393FF122}" destId="{81498C39-EE17-4F0B-BF9D-2D15B15ADEF1}" srcOrd="8" destOrd="0" presId="urn:microsoft.com/office/officeart/2008/layout/LinedList"/>
    <dgm:cxn modelId="{FBDDF1C4-08A4-474E-994C-FE8AA186F85D}" type="presParOf" srcId="{A9B571A2-8CDD-44BE-B704-7742393FF122}" destId="{44C206BF-8B0F-46DA-9C24-FFCF850FFDB2}" srcOrd="9" destOrd="0" presId="urn:microsoft.com/office/officeart/2008/layout/LinedList"/>
    <dgm:cxn modelId="{4F33E993-FF4F-4E30-AEAA-46550A3064CA}" type="presParOf" srcId="{44C206BF-8B0F-46DA-9C24-FFCF850FFDB2}" destId="{0C2B7B7C-D650-4FE6-B0B3-98DE51C29AFA}" srcOrd="0" destOrd="0" presId="urn:microsoft.com/office/officeart/2008/layout/LinedList"/>
    <dgm:cxn modelId="{A510815B-B044-4FCA-A985-FF71320EC360}" type="presParOf" srcId="{44C206BF-8B0F-46DA-9C24-FFCF850FFDB2}" destId="{F71AE083-9D45-4FCC-87AC-E6A883AAFE2D}" srcOrd="1" destOrd="0" presId="urn:microsoft.com/office/officeart/2008/layout/LinedList"/>
    <dgm:cxn modelId="{677B19BB-9360-4DC7-BEF3-97CA017EE994}" type="presParOf" srcId="{A9B571A2-8CDD-44BE-B704-7742393FF122}" destId="{3B9A5940-C5F3-4725-BD94-AFDB29917028}" srcOrd="10" destOrd="0" presId="urn:microsoft.com/office/officeart/2008/layout/LinedList"/>
    <dgm:cxn modelId="{F562EC46-D631-44AF-8937-C952A3BD9453}" type="presParOf" srcId="{A9B571A2-8CDD-44BE-B704-7742393FF122}" destId="{DAE00388-B40A-4C86-A22A-511E5A401AF9}" srcOrd="11" destOrd="0" presId="urn:microsoft.com/office/officeart/2008/layout/LinedList"/>
    <dgm:cxn modelId="{EAB50186-6AB4-43A3-82E9-A017F2B11075}" type="presParOf" srcId="{DAE00388-B40A-4C86-A22A-511E5A401AF9}" destId="{C4D87C4A-5F94-4319-83BB-A06064B5D970}" srcOrd="0" destOrd="0" presId="urn:microsoft.com/office/officeart/2008/layout/LinedList"/>
    <dgm:cxn modelId="{1A0C8457-03FF-44AD-84AD-E6A23A65AF1D}" type="presParOf" srcId="{DAE00388-B40A-4C86-A22A-511E5A401AF9}" destId="{08A598A9-1B52-4334-8DE8-F9FE8D31B283}" srcOrd="1" destOrd="0" presId="urn:microsoft.com/office/officeart/2008/layout/LinedList"/>
    <dgm:cxn modelId="{191BE56E-4AC9-41FD-A04C-4AFB94173768}" type="presParOf" srcId="{A9B571A2-8CDD-44BE-B704-7742393FF122}" destId="{F434306B-F146-4613-BD8B-911D9F0B5019}" srcOrd="12" destOrd="0" presId="urn:microsoft.com/office/officeart/2008/layout/LinedList"/>
    <dgm:cxn modelId="{909A33F9-362B-40D7-BDC5-249E748D7B89}" type="presParOf" srcId="{A9B571A2-8CDD-44BE-B704-7742393FF122}" destId="{833C5963-5403-4085-B513-BDD82045B0C8}" srcOrd="13" destOrd="0" presId="urn:microsoft.com/office/officeart/2008/layout/LinedList"/>
    <dgm:cxn modelId="{A6DF469C-4D40-4B5C-AD8A-F107BA548E2A}" type="presParOf" srcId="{833C5963-5403-4085-B513-BDD82045B0C8}" destId="{EFE8A471-02A5-483A-8C2D-7A61DB080BF8}" srcOrd="0" destOrd="0" presId="urn:microsoft.com/office/officeart/2008/layout/LinedList"/>
    <dgm:cxn modelId="{00A2729F-6EC2-4644-A669-276645D4FABD}" type="presParOf" srcId="{833C5963-5403-4085-B513-BDD82045B0C8}" destId="{7038B292-E815-4B65-9A0F-B847488FD5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6430A1C-225A-4359-9D27-59F93CC12E7C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EFC028-327B-4121-A82C-F1F6D9D2F680}">
      <dgm:prSet/>
      <dgm:spPr/>
      <dgm:t>
        <a:bodyPr/>
        <a:lstStyle/>
        <a:p>
          <a:r>
            <a:rPr lang="es-AR" b="1"/>
            <a:t>Prototipar (Prototype):</a:t>
          </a:r>
          <a:r>
            <a:rPr lang="es-AR"/>
            <a:t> Se construyen versiones rápidas, económicas y tangibles de las ideas (maquetas, dibujos, storyboards). Su objetivo es convertir las ideas en elementos físicos o simulaciones para evaluar su viabilidad.</a:t>
          </a:r>
          <a:endParaRPr lang="en-US"/>
        </a:p>
      </dgm:t>
    </dgm:pt>
    <dgm:pt modelId="{7751DD65-E875-4E69-AFAE-2E55EC823140}" type="parTrans" cxnId="{8F12AD13-89F9-49C8-991D-5F28C9439584}">
      <dgm:prSet/>
      <dgm:spPr/>
      <dgm:t>
        <a:bodyPr/>
        <a:lstStyle/>
        <a:p>
          <a:endParaRPr lang="en-US"/>
        </a:p>
      </dgm:t>
    </dgm:pt>
    <dgm:pt modelId="{2AA88695-6DFE-481F-945C-3F9BF0FA8364}" type="sibTrans" cxnId="{8F12AD13-89F9-49C8-991D-5F28C943958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14ECE0F-9078-4394-BB76-0944006A80B6}">
      <dgm:prSet/>
      <dgm:spPr/>
      <dgm:t>
        <a:bodyPr/>
        <a:lstStyle/>
        <a:p>
          <a:r>
            <a:rPr lang="es-AR" b="1" dirty="0"/>
            <a:t>Evaluar/Testear (Test):</a:t>
          </a:r>
          <a:r>
            <a:rPr lang="es-AR" dirty="0"/>
            <a:t> Se prueban los prototipos con usuarios reales para recibir </a:t>
          </a:r>
          <a:r>
            <a:rPr lang="es-AR" dirty="0" err="1"/>
            <a:t>feedback</a:t>
          </a:r>
          <a:r>
            <a:rPr lang="es-AR" dirty="0"/>
            <a:t> y validar si la solución funciona. Es una etapa iterativa, lo que significa que el resultado suele llevar a perfeccionar el prototipo o incluso a volver a fases anteriores.</a:t>
          </a:r>
          <a:endParaRPr lang="en-US" dirty="0"/>
        </a:p>
      </dgm:t>
    </dgm:pt>
    <dgm:pt modelId="{A40C36D8-4F69-4967-929F-A4593A3F22C9}" type="parTrans" cxnId="{F94AC77E-FCD3-4238-9E2A-72F52E065F05}">
      <dgm:prSet/>
      <dgm:spPr/>
      <dgm:t>
        <a:bodyPr/>
        <a:lstStyle/>
        <a:p>
          <a:endParaRPr lang="en-US"/>
        </a:p>
      </dgm:t>
    </dgm:pt>
    <dgm:pt modelId="{0FC02C3C-8723-40DE-832C-EB66B2AFAF6C}" type="sibTrans" cxnId="{F94AC77E-FCD3-4238-9E2A-72F52E065F05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76E1424-3263-4CDF-834D-8BADDAB0889B}">
      <dgm:prSet/>
      <dgm:spPr/>
      <dgm:t>
        <a:bodyPr/>
        <a:lstStyle/>
        <a:p>
          <a:r>
            <a:rPr lang="es-AR" b="1"/>
            <a:t>Idear (Ideate):</a:t>
          </a:r>
          <a:r>
            <a:rPr lang="es-AR"/>
            <a:t> Fase dedicada a generar la mayor cantidad de soluciones posibles, sin restricciones ni juicios. Se busca fomentar el pensamiento creativo y la "lluvia de ideas" para abordar las necesidades definidas.</a:t>
          </a:r>
          <a:endParaRPr lang="en-US"/>
        </a:p>
      </dgm:t>
    </dgm:pt>
    <dgm:pt modelId="{3499DB39-5EAB-4130-83EA-C4725EEE1185}" type="sibTrans" cxnId="{F2EBFFF7-6842-4CD6-93E8-16856E097AE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A705BEF-9193-4420-989B-39615347E570}" type="parTrans" cxnId="{F2EBFFF7-6842-4CD6-93E8-16856E097AE5}">
      <dgm:prSet/>
      <dgm:spPr/>
      <dgm:t>
        <a:bodyPr/>
        <a:lstStyle/>
        <a:p>
          <a:endParaRPr lang="en-US"/>
        </a:p>
      </dgm:t>
    </dgm:pt>
    <dgm:pt modelId="{817BC153-2394-486D-A1F1-2C6FF634F939}">
      <dgm:prSet/>
      <dgm:spPr/>
      <dgm:t>
        <a:bodyPr/>
        <a:lstStyle/>
        <a:p>
          <a:r>
            <a:rPr lang="es-AR" b="1" dirty="0"/>
            <a:t>Definir (Define):</a:t>
          </a:r>
          <a:r>
            <a:rPr lang="es-AR" dirty="0"/>
            <a:t> Se procesa y analiza la información recopilada para enfocar el problema real y establecer un punto de vista claro. Se seleccionan los hallazgos más relevantes para definir un enunciado del problema o "reto" que guiará el resto del proceso.</a:t>
          </a:r>
          <a:endParaRPr lang="en-US" dirty="0"/>
        </a:p>
      </dgm:t>
    </dgm:pt>
    <dgm:pt modelId="{08151DC1-86F2-40F3-A5D3-79FAC844F6B5}" type="sibTrans" cxnId="{A72703FD-4BA0-4FFA-B8D0-48660E52279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5F8E6D5-ECFF-4B10-BE36-604BC082019A}" type="parTrans" cxnId="{A72703FD-4BA0-4FFA-B8D0-48660E522790}">
      <dgm:prSet/>
      <dgm:spPr/>
      <dgm:t>
        <a:bodyPr/>
        <a:lstStyle/>
        <a:p>
          <a:endParaRPr lang="en-US"/>
        </a:p>
      </dgm:t>
    </dgm:pt>
    <dgm:pt modelId="{296471F5-D898-4629-A290-3B81F3C74021}">
      <dgm:prSet/>
      <dgm:spPr/>
      <dgm:t>
        <a:bodyPr/>
        <a:lstStyle/>
        <a:p>
          <a:r>
            <a:rPr lang="es-AR" b="1" dirty="0"/>
            <a:t>Empatizar (</a:t>
          </a:r>
          <a:r>
            <a:rPr lang="es-AR" b="1" dirty="0" err="1"/>
            <a:t>Empathize</a:t>
          </a:r>
          <a:r>
            <a:rPr lang="es-AR" b="1" dirty="0"/>
            <a:t>):</a:t>
          </a:r>
          <a:r>
            <a:rPr lang="es-AR" dirty="0"/>
            <a:t> Consiste en investigar y comprender las necesidades, pensamientos, emociones y motivaciones del público objetivo. Implica observar, escuchar y ponerse en la piel del usuario, utilizando técnicas como entrevistas, inmersión o mapas de empatía [5, </a:t>
          </a:r>
          <a:r>
            <a:rPr lang="es-AR" dirty="0" err="1"/>
            <a:t>Genially</a:t>
          </a:r>
          <a:r>
            <a:rPr lang="es-AR" dirty="0"/>
            <a:t> Blog].</a:t>
          </a:r>
          <a:endParaRPr lang="en-US" dirty="0"/>
        </a:p>
      </dgm:t>
    </dgm:pt>
    <dgm:pt modelId="{43033D82-5CE2-4AA1-9F1E-6779424049F8}" type="sibTrans" cxnId="{816646E1-5B41-458D-897F-2E20EBC4BA2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2F37821-7A1E-4E07-B02E-170AC7497625}" type="parTrans" cxnId="{816646E1-5B41-458D-897F-2E20EBC4BA2A}">
      <dgm:prSet/>
      <dgm:spPr/>
      <dgm:t>
        <a:bodyPr/>
        <a:lstStyle/>
        <a:p>
          <a:endParaRPr lang="en-US"/>
        </a:p>
      </dgm:t>
    </dgm:pt>
    <dgm:pt modelId="{4E4F1AA0-A74D-4503-941E-2DDB66503B7C}" type="pres">
      <dgm:prSet presAssocID="{A6430A1C-225A-4359-9D27-59F93CC12E7C}" presName="linearFlow" presStyleCnt="0">
        <dgm:presLayoutVars>
          <dgm:dir/>
          <dgm:animLvl val="lvl"/>
          <dgm:resizeHandles val="exact"/>
        </dgm:presLayoutVars>
      </dgm:prSet>
      <dgm:spPr/>
    </dgm:pt>
    <dgm:pt modelId="{2FBCA70F-05CA-4CE1-9F96-DDA6E466335E}" type="pres">
      <dgm:prSet presAssocID="{296471F5-D898-4629-A290-3B81F3C74021}" presName="compositeNode" presStyleCnt="0"/>
      <dgm:spPr/>
    </dgm:pt>
    <dgm:pt modelId="{AB307E9C-5817-4989-AA1C-347DA20E893F}" type="pres">
      <dgm:prSet presAssocID="{296471F5-D898-4629-A290-3B81F3C7402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9EC3763-D393-4C65-A1C5-26F2C24987D7}" type="pres">
      <dgm:prSet presAssocID="{296471F5-D898-4629-A290-3B81F3C74021}" presName="parSh" presStyleCnt="0"/>
      <dgm:spPr/>
    </dgm:pt>
    <dgm:pt modelId="{FBD811ED-8A74-42AB-BBFC-E71D5A588394}" type="pres">
      <dgm:prSet presAssocID="{296471F5-D898-4629-A290-3B81F3C74021}" presName="lineNode" presStyleLbl="alignAccFollowNode1" presStyleIdx="0" presStyleCnt="15"/>
      <dgm:spPr/>
    </dgm:pt>
    <dgm:pt modelId="{1B9AE3B5-41E0-4185-959F-7A968F3C3303}" type="pres">
      <dgm:prSet presAssocID="{296471F5-D898-4629-A290-3B81F3C74021}" presName="lineArrowNode" presStyleLbl="alignAccFollowNode1" presStyleIdx="1" presStyleCnt="15"/>
      <dgm:spPr/>
    </dgm:pt>
    <dgm:pt modelId="{57E8DD52-76C3-4902-BE3F-89F5160BD1B7}" type="pres">
      <dgm:prSet presAssocID="{43033D82-5CE2-4AA1-9F1E-6779424049F8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7052BB4A-6572-478E-BE8C-BD869B87F9FE}" type="pres">
      <dgm:prSet presAssocID="{43033D82-5CE2-4AA1-9F1E-6779424049F8}" presName="spacerBetweenCircleAndCallout" presStyleCnt="0">
        <dgm:presLayoutVars/>
      </dgm:prSet>
      <dgm:spPr/>
    </dgm:pt>
    <dgm:pt modelId="{BD9801C6-9318-4CCA-A9D1-352962C95AFA}" type="pres">
      <dgm:prSet presAssocID="{296471F5-D898-4629-A290-3B81F3C74021}" presName="nodeText" presStyleLbl="alignAccFollowNode1" presStyleIdx="2" presStyleCnt="15">
        <dgm:presLayoutVars>
          <dgm:bulletEnabled val="1"/>
        </dgm:presLayoutVars>
      </dgm:prSet>
      <dgm:spPr/>
    </dgm:pt>
    <dgm:pt modelId="{A77B4992-6682-4A75-85F2-ACA4AC1E8F3C}" type="pres">
      <dgm:prSet presAssocID="{43033D82-5CE2-4AA1-9F1E-6779424049F8}" presName="sibTransComposite" presStyleCnt="0"/>
      <dgm:spPr/>
    </dgm:pt>
    <dgm:pt modelId="{C5CD5BB1-4366-4310-8EED-C1D8BC17F935}" type="pres">
      <dgm:prSet presAssocID="{817BC153-2394-486D-A1F1-2C6FF634F939}" presName="compositeNode" presStyleCnt="0"/>
      <dgm:spPr/>
    </dgm:pt>
    <dgm:pt modelId="{D6C9F979-7FCF-4DE5-89EC-E4EEAEB12221}" type="pres">
      <dgm:prSet presAssocID="{817BC153-2394-486D-A1F1-2C6FF634F93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EB95380-6911-4B44-BD69-F97F82EE2EA6}" type="pres">
      <dgm:prSet presAssocID="{817BC153-2394-486D-A1F1-2C6FF634F939}" presName="parSh" presStyleCnt="0"/>
      <dgm:spPr/>
    </dgm:pt>
    <dgm:pt modelId="{267D3C87-96AC-4384-A606-9167CD5A7F1C}" type="pres">
      <dgm:prSet presAssocID="{817BC153-2394-486D-A1F1-2C6FF634F939}" presName="lineNode" presStyleLbl="alignAccFollowNode1" presStyleIdx="3" presStyleCnt="15"/>
      <dgm:spPr/>
    </dgm:pt>
    <dgm:pt modelId="{0B291FE0-9EE4-4F87-9D85-78BCBA4A913C}" type="pres">
      <dgm:prSet presAssocID="{817BC153-2394-486D-A1F1-2C6FF634F939}" presName="lineArrowNode" presStyleLbl="alignAccFollowNode1" presStyleIdx="4" presStyleCnt="15"/>
      <dgm:spPr/>
    </dgm:pt>
    <dgm:pt modelId="{E43C9ECD-5111-47BB-B474-28DC8F9ADD34}" type="pres">
      <dgm:prSet presAssocID="{08151DC1-86F2-40F3-A5D3-79FAC844F6B5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F9C8561E-D7D3-4748-8F0B-17007546C4E7}" type="pres">
      <dgm:prSet presAssocID="{08151DC1-86F2-40F3-A5D3-79FAC844F6B5}" presName="spacerBetweenCircleAndCallout" presStyleCnt="0">
        <dgm:presLayoutVars/>
      </dgm:prSet>
      <dgm:spPr/>
    </dgm:pt>
    <dgm:pt modelId="{DDEE135E-73F0-47CA-8013-AA13203EBB60}" type="pres">
      <dgm:prSet presAssocID="{817BC153-2394-486D-A1F1-2C6FF634F939}" presName="nodeText" presStyleLbl="alignAccFollowNode1" presStyleIdx="5" presStyleCnt="15">
        <dgm:presLayoutVars>
          <dgm:bulletEnabled val="1"/>
        </dgm:presLayoutVars>
      </dgm:prSet>
      <dgm:spPr/>
    </dgm:pt>
    <dgm:pt modelId="{93217F2F-E991-4D15-B30D-ECA867733799}" type="pres">
      <dgm:prSet presAssocID="{08151DC1-86F2-40F3-A5D3-79FAC844F6B5}" presName="sibTransComposite" presStyleCnt="0"/>
      <dgm:spPr/>
    </dgm:pt>
    <dgm:pt modelId="{7F4FDE0F-E6F8-4DF4-BE1A-545EE8B01C4F}" type="pres">
      <dgm:prSet presAssocID="{A76E1424-3263-4CDF-834D-8BADDAB0889B}" presName="compositeNode" presStyleCnt="0"/>
      <dgm:spPr/>
    </dgm:pt>
    <dgm:pt modelId="{90FC6A67-1711-477C-B073-64A11AD488DC}" type="pres">
      <dgm:prSet presAssocID="{A76E1424-3263-4CDF-834D-8BADDAB0889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689CE7C-57E0-40D0-9AF0-D4D18DD835B2}" type="pres">
      <dgm:prSet presAssocID="{A76E1424-3263-4CDF-834D-8BADDAB0889B}" presName="parSh" presStyleCnt="0"/>
      <dgm:spPr/>
    </dgm:pt>
    <dgm:pt modelId="{FA17BA84-5B08-4856-9B5F-1EFA7B53FA5E}" type="pres">
      <dgm:prSet presAssocID="{A76E1424-3263-4CDF-834D-8BADDAB0889B}" presName="lineNode" presStyleLbl="alignAccFollowNode1" presStyleIdx="6" presStyleCnt="15"/>
      <dgm:spPr/>
    </dgm:pt>
    <dgm:pt modelId="{8AD92A03-FE59-463C-9AE1-6FBBDC7F9D2E}" type="pres">
      <dgm:prSet presAssocID="{A76E1424-3263-4CDF-834D-8BADDAB0889B}" presName="lineArrowNode" presStyleLbl="alignAccFollowNode1" presStyleIdx="7" presStyleCnt="15"/>
      <dgm:spPr/>
    </dgm:pt>
    <dgm:pt modelId="{7F5E7236-4671-4997-9666-B90E59A934BC}" type="pres">
      <dgm:prSet presAssocID="{3499DB39-5EAB-4130-83EA-C4725EEE1185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4F90952F-BBD5-477C-A705-2E71340A0CDB}" type="pres">
      <dgm:prSet presAssocID="{3499DB39-5EAB-4130-83EA-C4725EEE1185}" presName="spacerBetweenCircleAndCallout" presStyleCnt="0">
        <dgm:presLayoutVars/>
      </dgm:prSet>
      <dgm:spPr/>
    </dgm:pt>
    <dgm:pt modelId="{FA229489-CC55-4EE1-9AE5-BA3DAB407202}" type="pres">
      <dgm:prSet presAssocID="{A76E1424-3263-4CDF-834D-8BADDAB0889B}" presName="nodeText" presStyleLbl="alignAccFollowNode1" presStyleIdx="8" presStyleCnt="15">
        <dgm:presLayoutVars>
          <dgm:bulletEnabled val="1"/>
        </dgm:presLayoutVars>
      </dgm:prSet>
      <dgm:spPr/>
    </dgm:pt>
    <dgm:pt modelId="{A2710026-442E-489A-B0F1-8727FA3490F7}" type="pres">
      <dgm:prSet presAssocID="{3499DB39-5EAB-4130-83EA-C4725EEE1185}" presName="sibTransComposite" presStyleCnt="0"/>
      <dgm:spPr/>
    </dgm:pt>
    <dgm:pt modelId="{46B9A31F-F81E-4F67-8472-8B0B699308DD}" type="pres">
      <dgm:prSet presAssocID="{85EFC028-327B-4121-A82C-F1F6D9D2F680}" presName="compositeNode" presStyleCnt="0"/>
      <dgm:spPr/>
    </dgm:pt>
    <dgm:pt modelId="{2A4BC508-680E-43D9-8F0A-2D6D0B2D1AFA}" type="pres">
      <dgm:prSet presAssocID="{85EFC028-327B-4121-A82C-F1F6D9D2F68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69FFA1E-FED9-4153-BD43-D5B42763E21B}" type="pres">
      <dgm:prSet presAssocID="{85EFC028-327B-4121-A82C-F1F6D9D2F680}" presName="parSh" presStyleCnt="0"/>
      <dgm:spPr/>
    </dgm:pt>
    <dgm:pt modelId="{B0E2298A-8C2D-4B36-9276-2769975F0BB7}" type="pres">
      <dgm:prSet presAssocID="{85EFC028-327B-4121-A82C-F1F6D9D2F680}" presName="lineNode" presStyleLbl="alignAccFollowNode1" presStyleIdx="9" presStyleCnt="15"/>
      <dgm:spPr/>
    </dgm:pt>
    <dgm:pt modelId="{7C3D684B-43B9-4A1D-A460-8848D84F9E66}" type="pres">
      <dgm:prSet presAssocID="{85EFC028-327B-4121-A82C-F1F6D9D2F680}" presName="lineArrowNode" presStyleLbl="alignAccFollowNode1" presStyleIdx="10" presStyleCnt="15"/>
      <dgm:spPr/>
    </dgm:pt>
    <dgm:pt modelId="{65FF0505-8942-4456-AC37-B15F4CC117FE}" type="pres">
      <dgm:prSet presAssocID="{2AA88695-6DFE-481F-945C-3F9BF0FA8364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1DA2EFE0-689D-4C2C-B20F-9FC36E1C3F17}" type="pres">
      <dgm:prSet presAssocID="{2AA88695-6DFE-481F-945C-3F9BF0FA8364}" presName="spacerBetweenCircleAndCallout" presStyleCnt="0">
        <dgm:presLayoutVars/>
      </dgm:prSet>
      <dgm:spPr/>
    </dgm:pt>
    <dgm:pt modelId="{7303B688-D27A-4ABC-9135-4ABEBC51A5F9}" type="pres">
      <dgm:prSet presAssocID="{85EFC028-327B-4121-A82C-F1F6D9D2F680}" presName="nodeText" presStyleLbl="alignAccFollowNode1" presStyleIdx="11" presStyleCnt="15">
        <dgm:presLayoutVars>
          <dgm:bulletEnabled val="1"/>
        </dgm:presLayoutVars>
      </dgm:prSet>
      <dgm:spPr/>
    </dgm:pt>
    <dgm:pt modelId="{B336EAF0-4B95-4E9D-857B-CAA29C2E6827}" type="pres">
      <dgm:prSet presAssocID="{2AA88695-6DFE-481F-945C-3F9BF0FA8364}" presName="sibTransComposite" presStyleCnt="0"/>
      <dgm:spPr/>
    </dgm:pt>
    <dgm:pt modelId="{9320D82A-C4C0-4BD9-AFFF-ED9C527C5E4C}" type="pres">
      <dgm:prSet presAssocID="{614ECE0F-9078-4394-BB76-0944006A80B6}" presName="compositeNode" presStyleCnt="0"/>
      <dgm:spPr/>
    </dgm:pt>
    <dgm:pt modelId="{BDFCECE5-E8B4-41FC-B5A2-E9C4FBC9C8AB}" type="pres">
      <dgm:prSet presAssocID="{614ECE0F-9078-4394-BB76-0944006A80B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199D775-A4BC-4DD7-8239-1FEBDB9CBDE6}" type="pres">
      <dgm:prSet presAssocID="{614ECE0F-9078-4394-BB76-0944006A80B6}" presName="parSh" presStyleCnt="0"/>
      <dgm:spPr/>
    </dgm:pt>
    <dgm:pt modelId="{6533F64C-7E14-4C9B-9B9A-AF0BF4F7A619}" type="pres">
      <dgm:prSet presAssocID="{614ECE0F-9078-4394-BB76-0944006A80B6}" presName="lineNode" presStyleLbl="alignAccFollowNode1" presStyleIdx="12" presStyleCnt="15"/>
      <dgm:spPr/>
    </dgm:pt>
    <dgm:pt modelId="{FC9A0031-1E0F-4EF2-B74C-3652A8EA8522}" type="pres">
      <dgm:prSet presAssocID="{614ECE0F-9078-4394-BB76-0944006A80B6}" presName="lineArrowNode" presStyleLbl="alignAccFollowNode1" presStyleIdx="13" presStyleCnt="15"/>
      <dgm:spPr/>
    </dgm:pt>
    <dgm:pt modelId="{29A25BED-EFF9-4867-86C6-C33BC0A1D047}" type="pres">
      <dgm:prSet presAssocID="{0FC02C3C-8723-40DE-832C-EB66B2AFAF6C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6CFD6408-6147-4523-B289-0750C33B16A5}" type="pres">
      <dgm:prSet presAssocID="{0FC02C3C-8723-40DE-832C-EB66B2AFAF6C}" presName="spacerBetweenCircleAndCallout" presStyleCnt="0">
        <dgm:presLayoutVars/>
      </dgm:prSet>
      <dgm:spPr/>
    </dgm:pt>
    <dgm:pt modelId="{A8B2A65E-B8BD-48AD-9F00-F97371FA57A4}" type="pres">
      <dgm:prSet presAssocID="{614ECE0F-9078-4394-BB76-0944006A80B6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A37C6506-0661-402C-81CA-BDCEF5F397D6}" type="presOf" srcId="{817BC153-2394-486D-A1F1-2C6FF634F939}" destId="{DDEE135E-73F0-47CA-8013-AA13203EBB60}" srcOrd="0" destOrd="0" presId="urn:microsoft.com/office/officeart/2016/7/layout/LinearArrowProcessNumbered"/>
    <dgm:cxn modelId="{0AF1CD06-1A56-470C-9787-D64EC0CD0133}" type="presOf" srcId="{296471F5-D898-4629-A290-3B81F3C74021}" destId="{BD9801C6-9318-4CCA-A9D1-352962C95AFA}" srcOrd="0" destOrd="0" presId="urn:microsoft.com/office/officeart/2016/7/layout/LinearArrowProcessNumbered"/>
    <dgm:cxn modelId="{8F12AD13-89F9-49C8-991D-5F28C9439584}" srcId="{A6430A1C-225A-4359-9D27-59F93CC12E7C}" destId="{85EFC028-327B-4121-A82C-F1F6D9D2F680}" srcOrd="3" destOrd="0" parTransId="{7751DD65-E875-4E69-AFAE-2E55EC823140}" sibTransId="{2AA88695-6DFE-481F-945C-3F9BF0FA8364}"/>
    <dgm:cxn modelId="{3CE37E29-E041-41D4-88C8-8C52053B7448}" type="presOf" srcId="{43033D82-5CE2-4AA1-9F1E-6779424049F8}" destId="{57E8DD52-76C3-4902-BE3F-89F5160BD1B7}" srcOrd="0" destOrd="0" presId="urn:microsoft.com/office/officeart/2016/7/layout/LinearArrowProcessNumbered"/>
    <dgm:cxn modelId="{F94AC77E-FCD3-4238-9E2A-72F52E065F05}" srcId="{A6430A1C-225A-4359-9D27-59F93CC12E7C}" destId="{614ECE0F-9078-4394-BB76-0944006A80B6}" srcOrd="4" destOrd="0" parTransId="{A40C36D8-4F69-4967-929F-A4593A3F22C9}" sibTransId="{0FC02C3C-8723-40DE-832C-EB66B2AFAF6C}"/>
    <dgm:cxn modelId="{8D076581-AF1C-408F-90BF-82F12CF2984A}" type="presOf" srcId="{2AA88695-6DFE-481F-945C-3F9BF0FA8364}" destId="{65FF0505-8942-4456-AC37-B15F4CC117FE}" srcOrd="0" destOrd="0" presId="urn:microsoft.com/office/officeart/2016/7/layout/LinearArrowProcessNumbered"/>
    <dgm:cxn modelId="{67B88F89-83F2-42D3-B272-14BADCC4F2C4}" type="presOf" srcId="{3499DB39-5EAB-4130-83EA-C4725EEE1185}" destId="{7F5E7236-4671-4997-9666-B90E59A934BC}" srcOrd="0" destOrd="0" presId="urn:microsoft.com/office/officeart/2016/7/layout/LinearArrowProcessNumbered"/>
    <dgm:cxn modelId="{271E27BD-ADF9-4156-959E-028FA0AF15C4}" type="presOf" srcId="{A6430A1C-225A-4359-9D27-59F93CC12E7C}" destId="{4E4F1AA0-A74D-4503-941E-2DDB66503B7C}" srcOrd="0" destOrd="0" presId="urn:microsoft.com/office/officeart/2016/7/layout/LinearArrowProcessNumbered"/>
    <dgm:cxn modelId="{03B54EC2-41BE-47C8-908F-67C7721FF92F}" type="presOf" srcId="{A76E1424-3263-4CDF-834D-8BADDAB0889B}" destId="{FA229489-CC55-4EE1-9AE5-BA3DAB407202}" srcOrd="0" destOrd="0" presId="urn:microsoft.com/office/officeart/2016/7/layout/LinearArrowProcessNumbered"/>
    <dgm:cxn modelId="{A7E0B8D6-79ED-4A1F-B4E1-0B2F001181AF}" type="presOf" srcId="{0FC02C3C-8723-40DE-832C-EB66B2AFAF6C}" destId="{29A25BED-EFF9-4867-86C6-C33BC0A1D047}" srcOrd="0" destOrd="0" presId="urn:microsoft.com/office/officeart/2016/7/layout/LinearArrowProcessNumbered"/>
    <dgm:cxn modelId="{816646E1-5B41-458D-897F-2E20EBC4BA2A}" srcId="{A6430A1C-225A-4359-9D27-59F93CC12E7C}" destId="{296471F5-D898-4629-A290-3B81F3C74021}" srcOrd="0" destOrd="0" parTransId="{32F37821-7A1E-4E07-B02E-170AC7497625}" sibTransId="{43033D82-5CE2-4AA1-9F1E-6779424049F8}"/>
    <dgm:cxn modelId="{0C7E13E8-695A-4B12-A43B-A3EA544DD91E}" type="presOf" srcId="{85EFC028-327B-4121-A82C-F1F6D9D2F680}" destId="{7303B688-D27A-4ABC-9135-4ABEBC51A5F9}" srcOrd="0" destOrd="0" presId="urn:microsoft.com/office/officeart/2016/7/layout/LinearArrowProcessNumbered"/>
    <dgm:cxn modelId="{4E586BED-7CCE-4A67-B032-A44BD9136E3B}" type="presOf" srcId="{08151DC1-86F2-40F3-A5D3-79FAC844F6B5}" destId="{E43C9ECD-5111-47BB-B474-28DC8F9ADD34}" srcOrd="0" destOrd="0" presId="urn:microsoft.com/office/officeart/2016/7/layout/LinearArrowProcessNumbered"/>
    <dgm:cxn modelId="{F2EBFFF7-6842-4CD6-93E8-16856E097AE5}" srcId="{A6430A1C-225A-4359-9D27-59F93CC12E7C}" destId="{A76E1424-3263-4CDF-834D-8BADDAB0889B}" srcOrd="2" destOrd="0" parTransId="{EA705BEF-9193-4420-989B-39615347E570}" sibTransId="{3499DB39-5EAB-4130-83EA-C4725EEE1185}"/>
    <dgm:cxn modelId="{A72703FD-4BA0-4FFA-B8D0-48660E522790}" srcId="{A6430A1C-225A-4359-9D27-59F93CC12E7C}" destId="{817BC153-2394-486D-A1F1-2C6FF634F939}" srcOrd="1" destOrd="0" parTransId="{05F8E6D5-ECFF-4B10-BE36-604BC082019A}" sibTransId="{08151DC1-86F2-40F3-A5D3-79FAC844F6B5}"/>
    <dgm:cxn modelId="{89E4BFFF-EB87-4300-A693-539CA71D4DDD}" type="presOf" srcId="{614ECE0F-9078-4394-BB76-0944006A80B6}" destId="{A8B2A65E-B8BD-48AD-9F00-F97371FA57A4}" srcOrd="0" destOrd="0" presId="urn:microsoft.com/office/officeart/2016/7/layout/LinearArrowProcessNumbered"/>
    <dgm:cxn modelId="{7A809DC9-9918-440A-8C76-ECD3907BF440}" type="presParOf" srcId="{4E4F1AA0-A74D-4503-941E-2DDB66503B7C}" destId="{2FBCA70F-05CA-4CE1-9F96-DDA6E466335E}" srcOrd="0" destOrd="0" presId="urn:microsoft.com/office/officeart/2016/7/layout/LinearArrowProcessNumbered"/>
    <dgm:cxn modelId="{DF54EE12-BCFD-40C0-A6B8-DC24F7C41B4A}" type="presParOf" srcId="{2FBCA70F-05CA-4CE1-9F96-DDA6E466335E}" destId="{AB307E9C-5817-4989-AA1C-347DA20E893F}" srcOrd="0" destOrd="0" presId="urn:microsoft.com/office/officeart/2016/7/layout/LinearArrowProcessNumbered"/>
    <dgm:cxn modelId="{A7CF10AB-2295-4CDD-A180-9C20A5C5ABD1}" type="presParOf" srcId="{2FBCA70F-05CA-4CE1-9F96-DDA6E466335E}" destId="{79EC3763-D393-4C65-A1C5-26F2C24987D7}" srcOrd="1" destOrd="0" presId="urn:microsoft.com/office/officeart/2016/7/layout/LinearArrowProcessNumbered"/>
    <dgm:cxn modelId="{9A64501B-478C-43F5-8AEB-C9A1B0FE5612}" type="presParOf" srcId="{79EC3763-D393-4C65-A1C5-26F2C24987D7}" destId="{FBD811ED-8A74-42AB-BBFC-E71D5A588394}" srcOrd="0" destOrd="0" presId="urn:microsoft.com/office/officeart/2016/7/layout/LinearArrowProcessNumbered"/>
    <dgm:cxn modelId="{0482624C-B552-4E7B-A5C2-1123A45C9E64}" type="presParOf" srcId="{79EC3763-D393-4C65-A1C5-26F2C24987D7}" destId="{1B9AE3B5-41E0-4185-959F-7A968F3C3303}" srcOrd="1" destOrd="0" presId="urn:microsoft.com/office/officeart/2016/7/layout/LinearArrowProcessNumbered"/>
    <dgm:cxn modelId="{7C45E4EF-CF53-47BD-9A21-1CD940C0501D}" type="presParOf" srcId="{79EC3763-D393-4C65-A1C5-26F2C24987D7}" destId="{57E8DD52-76C3-4902-BE3F-89F5160BD1B7}" srcOrd="2" destOrd="0" presId="urn:microsoft.com/office/officeart/2016/7/layout/LinearArrowProcessNumbered"/>
    <dgm:cxn modelId="{97B2C570-E939-4C18-9F85-8EDCF80D93FA}" type="presParOf" srcId="{79EC3763-D393-4C65-A1C5-26F2C24987D7}" destId="{7052BB4A-6572-478E-BE8C-BD869B87F9FE}" srcOrd="3" destOrd="0" presId="urn:microsoft.com/office/officeart/2016/7/layout/LinearArrowProcessNumbered"/>
    <dgm:cxn modelId="{3CD1CD0C-87A2-488C-889F-280F9D583CDE}" type="presParOf" srcId="{2FBCA70F-05CA-4CE1-9F96-DDA6E466335E}" destId="{BD9801C6-9318-4CCA-A9D1-352962C95AFA}" srcOrd="2" destOrd="0" presId="urn:microsoft.com/office/officeart/2016/7/layout/LinearArrowProcessNumbered"/>
    <dgm:cxn modelId="{9901BA3A-F54F-4FAC-8972-6497D84C1EE4}" type="presParOf" srcId="{4E4F1AA0-A74D-4503-941E-2DDB66503B7C}" destId="{A77B4992-6682-4A75-85F2-ACA4AC1E8F3C}" srcOrd="1" destOrd="0" presId="urn:microsoft.com/office/officeart/2016/7/layout/LinearArrowProcessNumbered"/>
    <dgm:cxn modelId="{9C493C0C-3844-46DF-BD96-331933FB17ED}" type="presParOf" srcId="{4E4F1AA0-A74D-4503-941E-2DDB66503B7C}" destId="{C5CD5BB1-4366-4310-8EED-C1D8BC17F935}" srcOrd="2" destOrd="0" presId="urn:microsoft.com/office/officeart/2016/7/layout/LinearArrowProcessNumbered"/>
    <dgm:cxn modelId="{301D2CA6-F382-4B7D-B5E7-D0E31B9A5263}" type="presParOf" srcId="{C5CD5BB1-4366-4310-8EED-C1D8BC17F935}" destId="{D6C9F979-7FCF-4DE5-89EC-E4EEAEB12221}" srcOrd="0" destOrd="0" presId="urn:microsoft.com/office/officeart/2016/7/layout/LinearArrowProcessNumbered"/>
    <dgm:cxn modelId="{6736CE49-DE52-4A86-B9A4-EE0E346764C5}" type="presParOf" srcId="{C5CD5BB1-4366-4310-8EED-C1D8BC17F935}" destId="{BEB95380-6911-4B44-BD69-F97F82EE2EA6}" srcOrd="1" destOrd="0" presId="urn:microsoft.com/office/officeart/2016/7/layout/LinearArrowProcessNumbered"/>
    <dgm:cxn modelId="{400996DF-4937-434E-AAEF-687DE0ABEB96}" type="presParOf" srcId="{BEB95380-6911-4B44-BD69-F97F82EE2EA6}" destId="{267D3C87-96AC-4384-A606-9167CD5A7F1C}" srcOrd="0" destOrd="0" presId="urn:microsoft.com/office/officeart/2016/7/layout/LinearArrowProcessNumbered"/>
    <dgm:cxn modelId="{99F3406D-0DC8-4257-B88A-5FFD0BDAACF5}" type="presParOf" srcId="{BEB95380-6911-4B44-BD69-F97F82EE2EA6}" destId="{0B291FE0-9EE4-4F87-9D85-78BCBA4A913C}" srcOrd="1" destOrd="0" presId="urn:microsoft.com/office/officeart/2016/7/layout/LinearArrowProcessNumbered"/>
    <dgm:cxn modelId="{D456E777-963B-4017-8F1D-07A332EAE515}" type="presParOf" srcId="{BEB95380-6911-4B44-BD69-F97F82EE2EA6}" destId="{E43C9ECD-5111-47BB-B474-28DC8F9ADD34}" srcOrd="2" destOrd="0" presId="urn:microsoft.com/office/officeart/2016/7/layout/LinearArrowProcessNumbered"/>
    <dgm:cxn modelId="{76F5AE55-E095-403A-918B-E443AEA48FBE}" type="presParOf" srcId="{BEB95380-6911-4B44-BD69-F97F82EE2EA6}" destId="{F9C8561E-D7D3-4748-8F0B-17007546C4E7}" srcOrd="3" destOrd="0" presId="urn:microsoft.com/office/officeart/2016/7/layout/LinearArrowProcessNumbered"/>
    <dgm:cxn modelId="{7D86008E-4353-4A4D-B152-1441863CE6AB}" type="presParOf" srcId="{C5CD5BB1-4366-4310-8EED-C1D8BC17F935}" destId="{DDEE135E-73F0-47CA-8013-AA13203EBB60}" srcOrd="2" destOrd="0" presId="urn:microsoft.com/office/officeart/2016/7/layout/LinearArrowProcessNumbered"/>
    <dgm:cxn modelId="{376B836B-3EF2-45E2-9675-D9CE5274B1D4}" type="presParOf" srcId="{4E4F1AA0-A74D-4503-941E-2DDB66503B7C}" destId="{93217F2F-E991-4D15-B30D-ECA867733799}" srcOrd="3" destOrd="0" presId="urn:microsoft.com/office/officeart/2016/7/layout/LinearArrowProcessNumbered"/>
    <dgm:cxn modelId="{73CFCAF0-17C8-4B68-A18E-74CCC0331534}" type="presParOf" srcId="{4E4F1AA0-A74D-4503-941E-2DDB66503B7C}" destId="{7F4FDE0F-E6F8-4DF4-BE1A-545EE8B01C4F}" srcOrd="4" destOrd="0" presId="urn:microsoft.com/office/officeart/2016/7/layout/LinearArrowProcessNumbered"/>
    <dgm:cxn modelId="{38714634-A794-4400-B167-79A11FDE70F8}" type="presParOf" srcId="{7F4FDE0F-E6F8-4DF4-BE1A-545EE8B01C4F}" destId="{90FC6A67-1711-477C-B073-64A11AD488DC}" srcOrd="0" destOrd="0" presId="urn:microsoft.com/office/officeart/2016/7/layout/LinearArrowProcessNumbered"/>
    <dgm:cxn modelId="{8D2EE363-3BC7-4D24-BE6A-BCED0DA09351}" type="presParOf" srcId="{7F4FDE0F-E6F8-4DF4-BE1A-545EE8B01C4F}" destId="{3689CE7C-57E0-40D0-9AF0-D4D18DD835B2}" srcOrd="1" destOrd="0" presId="urn:microsoft.com/office/officeart/2016/7/layout/LinearArrowProcessNumbered"/>
    <dgm:cxn modelId="{08DF5D9D-C0E0-44FF-A576-BEC49A02AA30}" type="presParOf" srcId="{3689CE7C-57E0-40D0-9AF0-D4D18DD835B2}" destId="{FA17BA84-5B08-4856-9B5F-1EFA7B53FA5E}" srcOrd="0" destOrd="0" presId="urn:microsoft.com/office/officeart/2016/7/layout/LinearArrowProcessNumbered"/>
    <dgm:cxn modelId="{8E40F458-5D75-436D-B349-909B9FB12272}" type="presParOf" srcId="{3689CE7C-57E0-40D0-9AF0-D4D18DD835B2}" destId="{8AD92A03-FE59-463C-9AE1-6FBBDC7F9D2E}" srcOrd="1" destOrd="0" presId="urn:microsoft.com/office/officeart/2016/7/layout/LinearArrowProcessNumbered"/>
    <dgm:cxn modelId="{1C1817E0-EF8B-4E1C-99DF-4DAC1D1845BB}" type="presParOf" srcId="{3689CE7C-57E0-40D0-9AF0-D4D18DD835B2}" destId="{7F5E7236-4671-4997-9666-B90E59A934BC}" srcOrd="2" destOrd="0" presId="urn:microsoft.com/office/officeart/2016/7/layout/LinearArrowProcessNumbered"/>
    <dgm:cxn modelId="{34194835-DD5D-480B-B981-1CA8EE4C942D}" type="presParOf" srcId="{3689CE7C-57E0-40D0-9AF0-D4D18DD835B2}" destId="{4F90952F-BBD5-477C-A705-2E71340A0CDB}" srcOrd="3" destOrd="0" presId="urn:microsoft.com/office/officeart/2016/7/layout/LinearArrowProcessNumbered"/>
    <dgm:cxn modelId="{71A78380-983E-4CBD-8B64-C812524D3FF3}" type="presParOf" srcId="{7F4FDE0F-E6F8-4DF4-BE1A-545EE8B01C4F}" destId="{FA229489-CC55-4EE1-9AE5-BA3DAB407202}" srcOrd="2" destOrd="0" presId="urn:microsoft.com/office/officeart/2016/7/layout/LinearArrowProcessNumbered"/>
    <dgm:cxn modelId="{24D23032-F38F-4BA3-BCCC-3B606C480A5E}" type="presParOf" srcId="{4E4F1AA0-A74D-4503-941E-2DDB66503B7C}" destId="{A2710026-442E-489A-B0F1-8727FA3490F7}" srcOrd="5" destOrd="0" presId="urn:microsoft.com/office/officeart/2016/7/layout/LinearArrowProcessNumbered"/>
    <dgm:cxn modelId="{3A401F40-8337-4FF2-9654-AF6FA1AE3E1A}" type="presParOf" srcId="{4E4F1AA0-A74D-4503-941E-2DDB66503B7C}" destId="{46B9A31F-F81E-4F67-8472-8B0B699308DD}" srcOrd="6" destOrd="0" presId="urn:microsoft.com/office/officeart/2016/7/layout/LinearArrowProcessNumbered"/>
    <dgm:cxn modelId="{E8B069FA-A38B-49F4-A92A-9153E21FA9F8}" type="presParOf" srcId="{46B9A31F-F81E-4F67-8472-8B0B699308DD}" destId="{2A4BC508-680E-43D9-8F0A-2D6D0B2D1AFA}" srcOrd="0" destOrd="0" presId="urn:microsoft.com/office/officeart/2016/7/layout/LinearArrowProcessNumbered"/>
    <dgm:cxn modelId="{C0AE62E5-2AE3-47FC-9848-C44703E1562E}" type="presParOf" srcId="{46B9A31F-F81E-4F67-8472-8B0B699308DD}" destId="{869FFA1E-FED9-4153-BD43-D5B42763E21B}" srcOrd="1" destOrd="0" presId="urn:microsoft.com/office/officeart/2016/7/layout/LinearArrowProcessNumbered"/>
    <dgm:cxn modelId="{0D6E0AF6-AA0A-4D57-816E-21DB32F658BF}" type="presParOf" srcId="{869FFA1E-FED9-4153-BD43-D5B42763E21B}" destId="{B0E2298A-8C2D-4B36-9276-2769975F0BB7}" srcOrd="0" destOrd="0" presId="urn:microsoft.com/office/officeart/2016/7/layout/LinearArrowProcessNumbered"/>
    <dgm:cxn modelId="{E6C11BF0-87C3-4FB1-9E03-1626A503A8F6}" type="presParOf" srcId="{869FFA1E-FED9-4153-BD43-D5B42763E21B}" destId="{7C3D684B-43B9-4A1D-A460-8848D84F9E66}" srcOrd="1" destOrd="0" presId="urn:microsoft.com/office/officeart/2016/7/layout/LinearArrowProcessNumbered"/>
    <dgm:cxn modelId="{BBADF52B-FC18-4B70-9FA2-BC921836A8F1}" type="presParOf" srcId="{869FFA1E-FED9-4153-BD43-D5B42763E21B}" destId="{65FF0505-8942-4456-AC37-B15F4CC117FE}" srcOrd="2" destOrd="0" presId="urn:microsoft.com/office/officeart/2016/7/layout/LinearArrowProcessNumbered"/>
    <dgm:cxn modelId="{C18BECFF-40F7-4BE2-BF37-E0C9400353D7}" type="presParOf" srcId="{869FFA1E-FED9-4153-BD43-D5B42763E21B}" destId="{1DA2EFE0-689D-4C2C-B20F-9FC36E1C3F17}" srcOrd="3" destOrd="0" presId="urn:microsoft.com/office/officeart/2016/7/layout/LinearArrowProcessNumbered"/>
    <dgm:cxn modelId="{CF5825B8-8A09-48F4-A680-02EF67900F4C}" type="presParOf" srcId="{46B9A31F-F81E-4F67-8472-8B0B699308DD}" destId="{7303B688-D27A-4ABC-9135-4ABEBC51A5F9}" srcOrd="2" destOrd="0" presId="urn:microsoft.com/office/officeart/2016/7/layout/LinearArrowProcessNumbered"/>
    <dgm:cxn modelId="{EB941C19-E655-41D7-8F46-CE8DF1624699}" type="presParOf" srcId="{4E4F1AA0-A74D-4503-941E-2DDB66503B7C}" destId="{B336EAF0-4B95-4E9D-857B-CAA29C2E6827}" srcOrd="7" destOrd="0" presId="urn:microsoft.com/office/officeart/2016/7/layout/LinearArrowProcessNumbered"/>
    <dgm:cxn modelId="{2FEE72AC-3DFD-4FFE-B345-9F005BDDA3D8}" type="presParOf" srcId="{4E4F1AA0-A74D-4503-941E-2DDB66503B7C}" destId="{9320D82A-C4C0-4BD9-AFFF-ED9C527C5E4C}" srcOrd="8" destOrd="0" presId="urn:microsoft.com/office/officeart/2016/7/layout/LinearArrowProcessNumbered"/>
    <dgm:cxn modelId="{36FB6379-BC0C-4ECD-ACF2-AF23A2BDC4E6}" type="presParOf" srcId="{9320D82A-C4C0-4BD9-AFFF-ED9C527C5E4C}" destId="{BDFCECE5-E8B4-41FC-B5A2-E9C4FBC9C8AB}" srcOrd="0" destOrd="0" presId="urn:microsoft.com/office/officeart/2016/7/layout/LinearArrowProcessNumbered"/>
    <dgm:cxn modelId="{89F2F622-4569-4C70-9502-2232BBA95F18}" type="presParOf" srcId="{9320D82A-C4C0-4BD9-AFFF-ED9C527C5E4C}" destId="{C199D775-A4BC-4DD7-8239-1FEBDB9CBDE6}" srcOrd="1" destOrd="0" presId="urn:microsoft.com/office/officeart/2016/7/layout/LinearArrowProcessNumbered"/>
    <dgm:cxn modelId="{30073A09-BE13-468D-A955-6974AAA3B978}" type="presParOf" srcId="{C199D775-A4BC-4DD7-8239-1FEBDB9CBDE6}" destId="{6533F64C-7E14-4C9B-9B9A-AF0BF4F7A619}" srcOrd="0" destOrd="0" presId="urn:microsoft.com/office/officeart/2016/7/layout/LinearArrowProcessNumbered"/>
    <dgm:cxn modelId="{8A0BDD66-BCD0-4318-BF7B-17C03A07590F}" type="presParOf" srcId="{C199D775-A4BC-4DD7-8239-1FEBDB9CBDE6}" destId="{FC9A0031-1E0F-4EF2-B74C-3652A8EA8522}" srcOrd="1" destOrd="0" presId="urn:microsoft.com/office/officeart/2016/7/layout/LinearArrowProcessNumbered"/>
    <dgm:cxn modelId="{B208E419-2A08-4B1C-9AE2-63636881AE82}" type="presParOf" srcId="{C199D775-A4BC-4DD7-8239-1FEBDB9CBDE6}" destId="{29A25BED-EFF9-4867-86C6-C33BC0A1D047}" srcOrd="2" destOrd="0" presId="urn:microsoft.com/office/officeart/2016/7/layout/LinearArrowProcessNumbered"/>
    <dgm:cxn modelId="{E68008ED-3CC9-46BF-B40A-122951C64462}" type="presParOf" srcId="{C199D775-A4BC-4DD7-8239-1FEBDB9CBDE6}" destId="{6CFD6408-6147-4523-B289-0750C33B16A5}" srcOrd="3" destOrd="0" presId="urn:microsoft.com/office/officeart/2016/7/layout/LinearArrowProcessNumbered"/>
    <dgm:cxn modelId="{37D458BA-C3BA-437E-9B2D-24D67BFD58CC}" type="presParOf" srcId="{9320D82A-C4C0-4BD9-AFFF-ED9C527C5E4C}" destId="{A8B2A65E-B8BD-48AD-9F00-F97371FA57A4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E0F622F-7B3D-4C5A-A009-691EBA2CA5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28895F-8E3B-4EEB-82D3-D8319D166286}">
      <dgm:prSet/>
      <dgm:spPr/>
      <dgm:t>
        <a:bodyPr/>
        <a:lstStyle/>
        <a:p>
          <a:r>
            <a:rPr lang="es-AR" b="1"/>
            <a:t>Centrado en el usuario (Empatía):</a:t>
          </a:r>
          <a:r>
            <a:rPr lang="es-AR"/>
            <a:t> Se basa en comprender profundamente las necesidades, emociones y motivaciones de los usuarios finales.</a:t>
          </a:r>
          <a:endParaRPr lang="en-US"/>
        </a:p>
      </dgm:t>
    </dgm:pt>
    <dgm:pt modelId="{47EE5F44-903C-471A-9F44-B1A28C6D8537}" type="parTrans" cxnId="{5F690F0E-79E5-4ACA-B055-C946B2603E25}">
      <dgm:prSet/>
      <dgm:spPr/>
      <dgm:t>
        <a:bodyPr/>
        <a:lstStyle/>
        <a:p>
          <a:endParaRPr lang="en-US"/>
        </a:p>
      </dgm:t>
    </dgm:pt>
    <dgm:pt modelId="{71A2E5E1-F9B2-423E-8A76-7560A6729AAB}" type="sibTrans" cxnId="{5F690F0E-79E5-4ACA-B055-C946B2603E25}">
      <dgm:prSet/>
      <dgm:spPr/>
      <dgm:t>
        <a:bodyPr/>
        <a:lstStyle/>
        <a:p>
          <a:endParaRPr lang="en-US"/>
        </a:p>
      </dgm:t>
    </dgm:pt>
    <dgm:pt modelId="{A3FB41F6-D0BC-4738-A25A-1F9DEF6C9C95}">
      <dgm:prSet/>
      <dgm:spPr/>
      <dgm:t>
        <a:bodyPr/>
        <a:lstStyle/>
        <a:p>
          <a:r>
            <a:rPr lang="es-AR" b="1"/>
            <a:t>Colaborativo y Multidisciplinario:</a:t>
          </a:r>
          <a:r>
            <a:rPr lang="es-AR"/>
            <a:t> Fomenta el trabajo en equipo con perfiles diversos para aportar diferentes perspectivas.</a:t>
          </a:r>
          <a:endParaRPr lang="en-US"/>
        </a:p>
      </dgm:t>
    </dgm:pt>
    <dgm:pt modelId="{D99D8D70-FA79-431B-84CD-DBA6308A1E40}" type="parTrans" cxnId="{8C0FF5C4-AFAD-4CEA-B9B3-C9E2664B2E4F}">
      <dgm:prSet/>
      <dgm:spPr/>
      <dgm:t>
        <a:bodyPr/>
        <a:lstStyle/>
        <a:p>
          <a:endParaRPr lang="en-US"/>
        </a:p>
      </dgm:t>
    </dgm:pt>
    <dgm:pt modelId="{F744EEA1-43EA-4C15-A473-A59DA0D1F59C}" type="sibTrans" cxnId="{8C0FF5C4-AFAD-4CEA-B9B3-C9E2664B2E4F}">
      <dgm:prSet/>
      <dgm:spPr/>
      <dgm:t>
        <a:bodyPr/>
        <a:lstStyle/>
        <a:p>
          <a:endParaRPr lang="en-US"/>
        </a:p>
      </dgm:t>
    </dgm:pt>
    <dgm:pt modelId="{7EB14968-D4A1-47C8-8113-35E6D693061B}">
      <dgm:prSet/>
      <dgm:spPr/>
      <dgm:t>
        <a:bodyPr/>
        <a:lstStyle/>
        <a:p>
          <a:r>
            <a:rPr lang="es-AR" b="1"/>
            <a:t>Iterativo:</a:t>
          </a:r>
          <a:r>
            <a:rPr lang="es-AR"/>
            <a:t> Es un proceso no lineal; se avanza, se retrocede, se prueba y se mejora continuamente.</a:t>
          </a:r>
          <a:endParaRPr lang="en-US"/>
        </a:p>
      </dgm:t>
    </dgm:pt>
    <dgm:pt modelId="{9A9785DD-45D1-4897-9B1E-57F54795E240}" type="parTrans" cxnId="{735EB835-7008-41F0-8AA5-8871F75E4101}">
      <dgm:prSet/>
      <dgm:spPr/>
      <dgm:t>
        <a:bodyPr/>
        <a:lstStyle/>
        <a:p>
          <a:endParaRPr lang="en-US"/>
        </a:p>
      </dgm:t>
    </dgm:pt>
    <dgm:pt modelId="{F4BAE6E5-C9A1-46D5-99EB-5672C9856CDD}" type="sibTrans" cxnId="{735EB835-7008-41F0-8AA5-8871F75E4101}">
      <dgm:prSet/>
      <dgm:spPr/>
      <dgm:t>
        <a:bodyPr/>
        <a:lstStyle/>
        <a:p>
          <a:endParaRPr lang="en-US"/>
        </a:p>
      </dgm:t>
    </dgm:pt>
    <dgm:pt modelId="{51D4CC70-5851-4BB8-BCB3-63D47B3FBDE7}">
      <dgm:prSet/>
      <dgm:spPr/>
      <dgm:t>
        <a:bodyPr/>
        <a:lstStyle/>
        <a:p>
          <a:r>
            <a:rPr lang="es-AR" b="1"/>
            <a:t>Orientado a la acción (Prototipado):</a:t>
          </a:r>
          <a:r>
            <a:rPr lang="es-AR"/>
            <a:t> Pasa rápidamente de la idea a la acción creando prototipos físicos o tangibles.</a:t>
          </a:r>
          <a:endParaRPr lang="en-US"/>
        </a:p>
      </dgm:t>
    </dgm:pt>
    <dgm:pt modelId="{38CFFBD2-1467-4BB9-8E3F-C6D68DF2F6BD}" type="parTrans" cxnId="{0F5FBB0B-D0AF-4BDC-A5A9-72D4CEF2C0D6}">
      <dgm:prSet/>
      <dgm:spPr/>
      <dgm:t>
        <a:bodyPr/>
        <a:lstStyle/>
        <a:p>
          <a:endParaRPr lang="en-US"/>
        </a:p>
      </dgm:t>
    </dgm:pt>
    <dgm:pt modelId="{C62528DD-CB36-4743-82A5-AEF98743832F}" type="sibTrans" cxnId="{0F5FBB0B-D0AF-4BDC-A5A9-72D4CEF2C0D6}">
      <dgm:prSet/>
      <dgm:spPr/>
      <dgm:t>
        <a:bodyPr/>
        <a:lstStyle/>
        <a:p>
          <a:endParaRPr lang="en-US"/>
        </a:p>
      </dgm:t>
    </dgm:pt>
    <dgm:pt modelId="{D16AB2F3-167C-4806-B78B-E2D9EA54AD8E}">
      <dgm:prSet/>
      <dgm:spPr/>
      <dgm:t>
        <a:bodyPr/>
        <a:lstStyle/>
        <a:p>
          <a:r>
            <a:rPr lang="es-AR" b="1"/>
            <a:t>Pensamiento Abierto y Creativo:</a:t>
          </a:r>
          <a:r>
            <a:rPr lang="es-AR"/>
            <a:t> Busca soluciones innovadoras, fomentando la generación de un gran volumen de ideas (ideación) sin restricciones iniciales.</a:t>
          </a:r>
          <a:endParaRPr lang="en-US"/>
        </a:p>
      </dgm:t>
    </dgm:pt>
    <dgm:pt modelId="{16F377EA-6369-426A-8DB9-B80994104AC5}" type="parTrans" cxnId="{0478DC5B-9AF4-4DFE-838E-F0BEE1950391}">
      <dgm:prSet/>
      <dgm:spPr/>
      <dgm:t>
        <a:bodyPr/>
        <a:lstStyle/>
        <a:p>
          <a:endParaRPr lang="en-US"/>
        </a:p>
      </dgm:t>
    </dgm:pt>
    <dgm:pt modelId="{17944FBF-9869-4B78-8934-BEFED98E2E79}" type="sibTrans" cxnId="{0478DC5B-9AF4-4DFE-838E-F0BEE1950391}">
      <dgm:prSet/>
      <dgm:spPr/>
      <dgm:t>
        <a:bodyPr/>
        <a:lstStyle/>
        <a:p>
          <a:endParaRPr lang="en-US"/>
        </a:p>
      </dgm:t>
    </dgm:pt>
    <dgm:pt modelId="{D14FCE22-A0A7-4C52-8EA3-CFD69C80467A}">
      <dgm:prSet/>
      <dgm:spPr/>
      <dgm:t>
        <a:bodyPr/>
        <a:lstStyle/>
        <a:p>
          <a:r>
            <a:rPr lang="es-AR" b="1"/>
            <a:t>Visual y Tangible:</a:t>
          </a:r>
          <a:r>
            <a:rPr lang="es-AR"/>
            <a:t> Utiliza herramientas visuales, bocetos y modelos para hacer las ideas más comprensibles.</a:t>
          </a:r>
          <a:endParaRPr lang="en-US"/>
        </a:p>
      </dgm:t>
    </dgm:pt>
    <dgm:pt modelId="{E7F20D3A-6049-49D1-9E38-FD8806A99C0E}" type="parTrans" cxnId="{80A48E5D-1542-4C5A-BBA7-944B8D27C15E}">
      <dgm:prSet/>
      <dgm:spPr/>
      <dgm:t>
        <a:bodyPr/>
        <a:lstStyle/>
        <a:p>
          <a:endParaRPr lang="en-US"/>
        </a:p>
      </dgm:t>
    </dgm:pt>
    <dgm:pt modelId="{88808719-5107-4980-BAD0-9817C6C02697}" type="sibTrans" cxnId="{80A48E5D-1542-4C5A-BBA7-944B8D27C15E}">
      <dgm:prSet/>
      <dgm:spPr/>
      <dgm:t>
        <a:bodyPr/>
        <a:lstStyle/>
        <a:p>
          <a:endParaRPr lang="en-US"/>
        </a:p>
      </dgm:t>
    </dgm:pt>
    <dgm:pt modelId="{0BBDB0AC-7959-4423-A103-BBE9B2CD9B40}">
      <dgm:prSet/>
      <dgm:spPr/>
      <dgm:t>
        <a:bodyPr/>
        <a:lstStyle/>
        <a:p>
          <a:r>
            <a:rPr lang="es-AR" b="1"/>
            <a:t>Validación constante:</a:t>
          </a:r>
          <a:r>
            <a:rPr lang="es-AR"/>
            <a:t> Los prototipos se testean con usuarios reales para recibir retroalimentación temprana.</a:t>
          </a:r>
          <a:endParaRPr lang="en-US"/>
        </a:p>
      </dgm:t>
    </dgm:pt>
    <dgm:pt modelId="{2782510D-6F07-49AF-B2FC-9CB1BFF4A47A}" type="parTrans" cxnId="{FB54C3A6-50C7-4EB6-B024-6FAB9B0B5E4A}">
      <dgm:prSet/>
      <dgm:spPr/>
      <dgm:t>
        <a:bodyPr/>
        <a:lstStyle/>
        <a:p>
          <a:endParaRPr lang="en-US"/>
        </a:p>
      </dgm:t>
    </dgm:pt>
    <dgm:pt modelId="{8BA0F73E-7957-49F2-BA28-1569713A5F5F}" type="sibTrans" cxnId="{FB54C3A6-50C7-4EB6-B024-6FAB9B0B5E4A}">
      <dgm:prSet/>
      <dgm:spPr/>
      <dgm:t>
        <a:bodyPr/>
        <a:lstStyle/>
        <a:p>
          <a:endParaRPr lang="en-US"/>
        </a:p>
      </dgm:t>
    </dgm:pt>
    <dgm:pt modelId="{0632CAD5-985A-4F80-853C-68141FEBD24C}" type="pres">
      <dgm:prSet presAssocID="{5E0F622F-7B3D-4C5A-A009-691EBA2CA5EC}" presName="root" presStyleCnt="0">
        <dgm:presLayoutVars>
          <dgm:dir/>
          <dgm:resizeHandles val="exact"/>
        </dgm:presLayoutVars>
      </dgm:prSet>
      <dgm:spPr/>
    </dgm:pt>
    <dgm:pt modelId="{572988E7-CB73-4A46-A7A6-61F36BA0D068}" type="pres">
      <dgm:prSet presAssocID="{DA28895F-8E3B-4EEB-82D3-D8319D166286}" presName="compNode" presStyleCnt="0"/>
      <dgm:spPr/>
    </dgm:pt>
    <dgm:pt modelId="{0CDB7CC1-03DD-4491-AC38-5FF47353E143}" type="pres">
      <dgm:prSet presAssocID="{DA28895F-8E3B-4EEB-82D3-D8319D166286}" presName="bgRect" presStyleLbl="bgShp" presStyleIdx="0" presStyleCnt="7"/>
      <dgm:spPr/>
    </dgm:pt>
    <dgm:pt modelId="{C954363D-D9BC-4D3C-91B2-D0FAF202F3A4}" type="pres">
      <dgm:prSet presAssocID="{DA28895F-8E3B-4EEB-82D3-D8319D166286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exiones"/>
        </a:ext>
      </dgm:extLst>
    </dgm:pt>
    <dgm:pt modelId="{FADCB6A1-CC0E-403F-BCF7-1070A1C8AB38}" type="pres">
      <dgm:prSet presAssocID="{DA28895F-8E3B-4EEB-82D3-D8319D166286}" presName="spaceRect" presStyleCnt="0"/>
      <dgm:spPr/>
    </dgm:pt>
    <dgm:pt modelId="{2A6893BE-26F0-4784-BD3D-891883701719}" type="pres">
      <dgm:prSet presAssocID="{DA28895F-8E3B-4EEB-82D3-D8319D166286}" presName="parTx" presStyleLbl="revTx" presStyleIdx="0" presStyleCnt="7">
        <dgm:presLayoutVars>
          <dgm:chMax val="0"/>
          <dgm:chPref val="0"/>
        </dgm:presLayoutVars>
      </dgm:prSet>
      <dgm:spPr/>
    </dgm:pt>
    <dgm:pt modelId="{0B65ABAB-05D5-4465-9BA7-D2343EEF87DA}" type="pres">
      <dgm:prSet presAssocID="{71A2E5E1-F9B2-423E-8A76-7560A6729AAB}" presName="sibTrans" presStyleCnt="0"/>
      <dgm:spPr/>
    </dgm:pt>
    <dgm:pt modelId="{4FE8F725-90F9-47F4-B721-6D9CFEC4907A}" type="pres">
      <dgm:prSet presAssocID="{A3FB41F6-D0BC-4738-A25A-1F9DEF6C9C95}" presName="compNode" presStyleCnt="0"/>
      <dgm:spPr/>
    </dgm:pt>
    <dgm:pt modelId="{E3D95C7B-5E83-4784-9EC8-4E1A59042632}" type="pres">
      <dgm:prSet presAssocID="{A3FB41F6-D0BC-4738-A25A-1F9DEF6C9C95}" presName="bgRect" presStyleLbl="bgShp" presStyleIdx="1" presStyleCnt="7"/>
      <dgm:spPr/>
    </dgm:pt>
    <dgm:pt modelId="{8D01BFCB-AB4E-4885-98C9-9BFF7F12B834}" type="pres">
      <dgm:prSet presAssocID="{A3FB41F6-D0BC-4738-A25A-1F9DEF6C9C95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C3399A25-4976-4732-9DFA-3A2CB40375D6}" type="pres">
      <dgm:prSet presAssocID="{A3FB41F6-D0BC-4738-A25A-1F9DEF6C9C95}" presName="spaceRect" presStyleCnt="0"/>
      <dgm:spPr/>
    </dgm:pt>
    <dgm:pt modelId="{900CB741-BD4B-4FF9-8BF9-BDCE65D20A96}" type="pres">
      <dgm:prSet presAssocID="{A3FB41F6-D0BC-4738-A25A-1F9DEF6C9C95}" presName="parTx" presStyleLbl="revTx" presStyleIdx="1" presStyleCnt="7">
        <dgm:presLayoutVars>
          <dgm:chMax val="0"/>
          <dgm:chPref val="0"/>
        </dgm:presLayoutVars>
      </dgm:prSet>
      <dgm:spPr/>
    </dgm:pt>
    <dgm:pt modelId="{7CC3F53E-FD8D-4AA7-8069-8DE6C040F07D}" type="pres">
      <dgm:prSet presAssocID="{F744EEA1-43EA-4C15-A473-A59DA0D1F59C}" presName="sibTrans" presStyleCnt="0"/>
      <dgm:spPr/>
    </dgm:pt>
    <dgm:pt modelId="{7A0B7F4F-4C84-4AB6-B5DD-C5E3930B07BF}" type="pres">
      <dgm:prSet presAssocID="{7EB14968-D4A1-47C8-8113-35E6D693061B}" presName="compNode" presStyleCnt="0"/>
      <dgm:spPr/>
    </dgm:pt>
    <dgm:pt modelId="{8A81D1BD-53B9-40EF-A94A-8CB0F41D9C3A}" type="pres">
      <dgm:prSet presAssocID="{7EB14968-D4A1-47C8-8113-35E6D693061B}" presName="bgRect" presStyleLbl="bgShp" presStyleIdx="2" presStyleCnt="7"/>
      <dgm:spPr/>
    </dgm:pt>
    <dgm:pt modelId="{FFCB93D7-0BC8-41EE-8540-65984CDE5F6C}" type="pres">
      <dgm:prSet presAssocID="{7EB14968-D4A1-47C8-8113-35E6D693061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jo de trabajo"/>
        </a:ext>
      </dgm:extLst>
    </dgm:pt>
    <dgm:pt modelId="{84A70D0E-3297-4199-ADB2-C6E5EAE9DAFC}" type="pres">
      <dgm:prSet presAssocID="{7EB14968-D4A1-47C8-8113-35E6D693061B}" presName="spaceRect" presStyleCnt="0"/>
      <dgm:spPr/>
    </dgm:pt>
    <dgm:pt modelId="{F444B257-9074-4B80-8ACC-E90F098B12ED}" type="pres">
      <dgm:prSet presAssocID="{7EB14968-D4A1-47C8-8113-35E6D693061B}" presName="parTx" presStyleLbl="revTx" presStyleIdx="2" presStyleCnt="7">
        <dgm:presLayoutVars>
          <dgm:chMax val="0"/>
          <dgm:chPref val="0"/>
        </dgm:presLayoutVars>
      </dgm:prSet>
      <dgm:spPr/>
    </dgm:pt>
    <dgm:pt modelId="{16D3F2BF-E441-43F8-A3B3-958FCB830ACF}" type="pres">
      <dgm:prSet presAssocID="{F4BAE6E5-C9A1-46D5-99EB-5672C9856CDD}" presName="sibTrans" presStyleCnt="0"/>
      <dgm:spPr/>
    </dgm:pt>
    <dgm:pt modelId="{7A17C0B5-F56D-42F3-967B-3216416A1ED4}" type="pres">
      <dgm:prSet presAssocID="{51D4CC70-5851-4BB8-BCB3-63D47B3FBDE7}" presName="compNode" presStyleCnt="0"/>
      <dgm:spPr/>
    </dgm:pt>
    <dgm:pt modelId="{9A910844-DA91-4E37-9ABD-748507972AAE}" type="pres">
      <dgm:prSet presAssocID="{51D4CC70-5851-4BB8-BCB3-63D47B3FBDE7}" presName="bgRect" presStyleLbl="bgShp" presStyleIdx="3" presStyleCnt="7"/>
      <dgm:spPr/>
    </dgm:pt>
    <dgm:pt modelId="{5E5408E9-D1EC-41B8-90B8-05A3481D65DD}" type="pres">
      <dgm:prSet presAssocID="{51D4CC70-5851-4BB8-BCB3-63D47B3FBDE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9486AB28-CA4C-4C3D-ABFD-D41583EE02F0}" type="pres">
      <dgm:prSet presAssocID="{51D4CC70-5851-4BB8-BCB3-63D47B3FBDE7}" presName="spaceRect" presStyleCnt="0"/>
      <dgm:spPr/>
    </dgm:pt>
    <dgm:pt modelId="{65183F3A-CC12-4C20-AAFD-C9A0A606563A}" type="pres">
      <dgm:prSet presAssocID="{51D4CC70-5851-4BB8-BCB3-63D47B3FBDE7}" presName="parTx" presStyleLbl="revTx" presStyleIdx="3" presStyleCnt="7">
        <dgm:presLayoutVars>
          <dgm:chMax val="0"/>
          <dgm:chPref val="0"/>
        </dgm:presLayoutVars>
      </dgm:prSet>
      <dgm:spPr/>
    </dgm:pt>
    <dgm:pt modelId="{3997EDA6-ADD5-48AD-A5E9-A76D90784EFB}" type="pres">
      <dgm:prSet presAssocID="{C62528DD-CB36-4743-82A5-AEF98743832F}" presName="sibTrans" presStyleCnt="0"/>
      <dgm:spPr/>
    </dgm:pt>
    <dgm:pt modelId="{1B5C9A82-2114-4270-8FA7-46E176E33115}" type="pres">
      <dgm:prSet presAssocID="{D16AB2F3-167C-4806-B78B-E2D9EA54AD8E}" presName="compNode" presStyleCnt="0"/>
      <dgm:spPr/>
    </dgm:pt>
    <dgm:pt modelId="{681CE982-3BB9-4FA5-8872-C66DD081557B}" type="pres">
      <dgm:prSet presAssocID="{D16AB2F3-167C-4806-B78B-E2D9EA54AD8E}" presName="bgRect" presStyleLbl="bgShp" presStyleIdx="4" presStyleCnt="7"/>
      <dgm:spPr/>
    </dgm:pt>
    <dgm:pt modelId="{6629532B-2784-407C-AC53-DDD29E8C9E74}" type="pres">
      <dgm:prSet presAssocID="{D16AB2F3-167C-4806-B78B-E2D9EA54AD8E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mbilla"/>
        </a:ext>
      </dgm:extLst>
    </dgm:pt>
    <dgm:pt modelId="{AF4F3E35-B6B0-4AA8-A035-D8E7EF743D75}" type="pres">
      <dgm:prSet presAssocID="{D16AB2F3-167C-4806-B78B-E2D9EA54AD8E}" presName="spaceRect" presStyleCnt="0"/>
      <dgm:spPr/>
    </dgm:pt>
    <dgm:pt modelId="{5D7E4CB3-A821-420C-B363-741B721E3A06}" type="pres">
      <dgm:prSet presAssocID="{D16AB2F3-167C-4806-B78B-E2D9EA54AD8E}" presName="parTx" presStyleLbl="revTx" presStyleIdx="4" presStyleCnt="7">
        <dgm:presLayoutVars>
          <dgm:chMax val="0"/>
          <dgm:chPref val="0"/>
        </dgm:presLayoutVars>
      </dgm:prSet>
      <dgm:spPr/>
    </dgm:pt>
    <dgm:pt modelId="{7DA0AF9F-4D4E-4E68-BED8-67DE5BAC7529}" type="pres">
      <dgm:prSet presAssocID="{17944FBF-9869-4B78-8934-BEFED98E2E79}" presName="sibTrans" presStyleCnt="0"/>
      <dgm:spPr/>
    </dgm:pt>
    <dgm:pt modelId="{D3216097-8A88-4077-BB1C-987C33B52C8D}" type="pres">
      <dgm:prSet presAssocID="{D14FCE22-A0A7-4C52-8EA3-CFD69C80467A}" presName="compNode" presStyleCnt="0"/>
      <dgm:spPr/>
    </dgm:pt>
    <dgm:pt modelId="{942367EF-301E-411E-99B4-D2385F1A9D7C}" type="pres">
      <dgm:prSet presAssocID="{D14FCE22-A0A7-4C52-8EA3-CFD69C80467A}" presName="bgRect" presStyleLbl="bgShp" presStyleIdx="5" presStyleCnt="7"/>
      <dgm:spPr/>
    </dgm:pt>
    <dgm:pt modelId="{05DD061E-8D2E-4238-BB6A-139A6C133065}" type="pres">
      <dgm:prSet presAssocID="{D14FCE22-A0A7-4C52-8EA3-CFD69C80467A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ll paint brush"/>
        </a:ext>
      </dgm:extLst>
    </dgm:pt>
    <dgm:pt modelId="{293FFCF5-1930-45E9-9005-44611620E67A}" type="pres">
      <dgm:prSet presAssocID="{D14FCE22-A0A7-4C52-8EA3-CFD69C80467A}" presName="spaceRect" presStyleCnt="0"/>
      <dgm:spPr/>
    </dgm:pt>
    <dgm:pt modelId="{F2DD3BB0-78EB-4F17-98CC-1ECEC0C88D2C}" type="pres">
      <dgm:prSet presAssocID="{D14FCE22-A0A7-4C52-8EA3-CFD69C80467A}" presName="parTx" presStyleLbl="revTx" presStyleIdx="5" presStyleCnt="7">
        <dgm:presLayoutVars>
          <dgm:chMax val="0"/>
          <dgm:chPref val="0"/>
        </dgm:presLayoutVars>
      </dgm:prSet>
      <dgm:spPr/>
    </dgm:pt>
    <dgm:pt modelId="{08A9B134-B091-4E98-978E-78F1C6AE6605}" type="pres">
      <dgm:prSet presAssocID="{88808719-5107-4980-BAD0-9817C6C02697}" presName="sibTrans" presStyleCnt="0"/>
      <dgm:spPr/>
    </dgm:pt>
    <dgm:pt modelId="{B172F969-FDB3-488F-BE0F-21BD7D5089D0}" type="pres">
      <dgm:prSet presAssocID="{0BBDB0AC-7959-4423-A103-BBE9B2CD9B40}" presName="compNode" presStyleCnt="0"/>
      <dgm:spPr/>
    </dgm:pt>
    <dgm:pt modelId="{0141A4B5-8F35-4949-850B-F0566B18F6EB}" type="pres">
      <dgm:prSet presAssocID="{0BBDB0AC-7959-4423-A103-BBE9B2CD9B40}" presName="bgRect" presStyleLbl="bgShp" presStyleIdx="6" presStyleCnt="7"/>
      <dgm:spPr/>
    </dgm:pt>
    <dgm:pt modelId="{BD7892DA-D2EE-492E-9578-C671ABC027D3}" type="pres">
      <dgm:prSet presAssocID="{0BBDB0AC-7959-4423-A103-BBE9B2CD9B4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139FE5A5-E54A-4C57-A502-EB1DCD522123}" type="pres">
      <dgm:prSet presAssocID="{0BBDB0AC-7959-4423-A103-BBE9B2CD9B40}" presName="spaceRect" presStyleCnt="0"/>
      <dgm:spPr/>
    </dgm:pt>
    <dgm:pt modelId="{44C3F99C-0E03-44EF-A89F-FE13FB6AA8E7}" type="pres">
      <dgm:prSet presAssocID="{0BBDB0AC-7959-4423-A103-BBE9B2CD9B40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0F5FBB0B-D0AF-4BDC-A5A9-72D4CEF2C0D6}" srcId="{5E0F622F-7B3D-4C5A-A009-691EBA2CA5EC}" destId="{51D4CC70-5851-4BB8-BCB3-63D47B3FBDE7}" srcOrd="3" destOrd="0" parTransId="{38CFFBD2-1467-4BB9-8E3F-C6D68DF2F6BD}" sibTransId="{C62528DD-CB36-4743-82A5-AEF98743832F}"/>
    <dgm:cxn modelId="{5F690F0E-79E5-4ACA-B055-C946B2603E25}" srcId="{5E0F622F-7B3D-4C5A-A009-691EBA2CA5EC}" destId="{DA28895F-8E3B-4EEB-82D3-D8319D166286}" srcOrd="0" destOrd="0" parTransId="{47EE5F44-903C-471A-9F44-B1A28C6D8537}" sibTransId="{71A2E5E1-F9B2-423E-8A76-7560A6729AAB}"/>
    <dgm:cxn modelId="{79360728-22F5-46B7-8279-0D9E16B498E8}" type="presOf" srcId="{5E0F622F-7B3D-4C5A-A009-691EBA2CA5EC}" destId="{0632CAD5-985A-4F80-853C-68141FEBD24C}" srcOrd="0" destOrd="0" presId="urn:microsoft.com/office/officeart/2018/2/layout/IconVerticalSolidList"/>
    <dgm:cxn modelId="{7164352F-F2D2-484D-BBCC-D08EE81C2B45}" type="presOf" srcId="{D16AB2F3-167C-4806-B78B-E2D9EA54AD8E}" destId="{5D7E4CB3-A821-420C-B363-741B721E3A06}" srcOrd="0" destOrd="0" presId="urn:microsoft.com/office/officeart/2018/2/layout/IconVerticalSolidList"/>
    <dgm:cxn modelId="{735EB835-7008-41F0-8AA5-8871F75E4101}" srcId="{5E0F622F-7B3D-4C5A-A009-691EBA2CA5EC}" destId="{7EB14968-D4A1-47C8-8113-35E6D693061B}" srcOrd="2" destOrd="0" parTransId="{9A9785DD-45D1-4897-9B1E-57F54795E240}" sibTransId="{F4BAE6E5-C9A1-46D5-99EB-5672C9856CDD}"/>
    <dgm:cxn modelId="{0478DC5B-9AF4-4DFE-838E-F0BEE1950391}" srcId="{5E0F622F-7B3D-4C5A-A009-691EBA2CA5EC}" destId="{D16AB2F3-167C-4806-B78B-E2D9EA54AD8E}" srcOrd="4" destOrd="0" parTransId="{16F377EA-6369-426A-8DB9-B80994104AC5}" sibTransId="{17944FBF-9869-4B78-8934-BEFED98E2E79}"/>
    <dgm:cxn modelId="{80A48E5D-1542-4C5A-BBA7-944B8D27C15E}" srcId="{5E0F622F-7B3D-4C5A-A009-691EBA2CA5EC}" destId="{D14FCE22-A0A7-4C52-8EA3-CFD69C80467A}" srcOrd="5" destOrd="0" parTransId="{E7F20D3A-6049-49D1-9E38-FD8806A99C0E}" sibTransId="{88808719-5107-4980-BAD0-9817C6C02697}"/>
    <dgm:cxn modelId="{59B70963-DE08-40F7-91CA-D83B8111D3C6}" type="presOf" srcId="{DA28895F-8E3B-4EEB-82D3-D8319D166286}" destId="{2A6893BE-26F0-4784-BD3D-891883701719}" srcOrd="0" destOrd="0" presId="urn:microsoft.com/office/officeart/2018/2/layout/IconVerticalSolidList"/>
    <dgm:cxn modelId="{9020DE69-7FD9-45F1-9E47-C97AF70CFF7E}" type="presOf" srcId="{A3FB41F6-D0BC-4738-A25A-1F9DEF6C9C95}" destId="{900CB741-BD4B-4FF9-8BF9-BDCE65D20A96}" srcOrd="0" destOrd="0" presId="urn:microsoft.com/office/officeart/2018/2/layout/IconVerticalSolidList"/>
    <dgm:cxn modelId="{08B2E76C-3A9E-495E-994D-EE816728B9E3}" type="presOf" srcId="{51D4CC70-5851-4BB8-BCB3-63D47B3FBDE7}" destId="{65183F3A-CC12-4C20-AAFD-C9A0A606563A}" srcOrd="0" destOrd="0" presId="urn:microsoft.com/office/officeart/2018/2/layout/IconVerticalSolidList"/>
    <dgm:cxn modelId="{59ED917A-A62D-407F-9BF1-76D071E71B28}" type="presOf" srcId="{0BBDB0AC-7959-4423-A103-BBE9B2CD9B40}" destId="{44C3F99C-0E03-44EF-A89F-FE13FB6AA8E7}" srcOrd="0" destOrd="0" presId="urn:microsoft.com/office/officeart/2018/2/layout/IconVerticalSolidList"/>
    <dgm:cxn modelId="{80EA4A89-D4CB-446F-9B8B-E13D38DE4A4E}" type="presOf" srcId="{7EB14968-D4A1-47C8-8113-35E6D693061B}" destId="{F444B257-9074-4B80-8ACC-E90F098B12ED}" srcOrd="0" destOrd="0" presId="urn:microsoft.com/office/officeart/2018/2/layout/IconVerticalSolidList"/>
    <dgm:cxn modelId="{556D168D-E080-430A-B40A-CA3CA0FF09B0}" type="presOf" srcId="{D14FCE22-A0A7-4C52-8EA3-CFD69C80467A}" destId="{F2DD3BB0-78EB-4F17-98CC-1ECEC0C88D2C}" srcOrd="0" destOrd="0" presId="urn:microsoft.com/office/officeart/2018/2/layout/IconVerticalSolidList"/>
    <dgm:cxn modelId="{FB54C3A6-50C7-4EB6-B024-6FAB9B0B5E4A}" srcId="{5E0F622F-7B3D-4C5A-A009-691EBA2CA5EC}" destId="{0BBDB0AC-7959-4423-A103-BBE9B2CD9B40}" srcOrd="6" destOrd="0" parTransId="{2782510D-6F07-49AF-B2FC-9CB1BFF4A47A}" sibTransId="{8BA0F73E-7957-49F2-BA28-1569713A5F5F}"/>
    <dgm:cxn modelId="{8C0FF5C4-AFAD-4CEA-B9B3-C9E2664B2E4F}" srcId="{5E0F622F-7B3D-4C5A-A009-691EBA2CA5EC}" destId="{A3FB41F6-D0BC-4738-A25A-1F9DEF6C9C95}" srcOrd="1" destOrd="0" parTransId="{D99D8D70-FA79-431B-84CD-DBA6308A1E40}" sibTransId="{F744EEA1-43EA-4C15-A473-A59DA0D1F59C}"/>
    <dgm:cxn modelId="{8C8B14C0-42FB-495A-9BA9-E69786B902CF}" type="presParOf" srcId="{0632CAD5-985A-4F80-853C-68141FEBD24C}" destId="{572988E7-CB73-4A46-A7A6-61F36BA0D068}" srcOrd="0" destOrd="0" presId="urn:microsoft.com/office/officeart/2018/2/layout/IconVerticalSolidList"/>
    <dgm:cxn modelId="{12CB9491-6C12-4849-A338-9F968D2EEA61}" type="presParOf" srcId="{572988E7-CB73-4A46-A7A6-61F36BA0D068}" destId="{0CDB7CC1-03DD-4491-AC38-5FF47353E143}" srcOrd="0" destOrd="0" presId="urn:microsoft.com/office/officeart/2018/2/layout/IconVerticalSolidList"/>
    <dgm:cxn modelId="{7D9C205D-4230-4B87-A342-3BEC93A4DB30}" type="presParOf" srcId="{572988E7-CB73-4A46-A7A6-61F36BA0D068}" destId="{C954363D-D9BC-4D3C-91B2-D0FAF202F3A4}" srcOrd="1" destOrd="0" presId="urn:microsoft.com/office/officeart/2018/2/layout/IconVerticalSolidList"/>
    <dgm:cxn modelId="{6A56D656-B415-4046-87E3-AD9D18BD84B0}" type="presParOf" srcId="{572988E7-CB73-4A46-A7A6-61F36BA0D068}" destId="{FADCB6A1-CC0E-403F-BCF7-1070A1C8AB38}" srcOrd="2" destOrd="0" presId="urn:microsoft.com/office/officeart/2018/2/layout/IconVerticalSolidList"/>
    <dgm:cxn modelId="{D43D3240-30C0-42DA-AD77-AE45CF081386}" type="presParOf" srcId="{572988E7-CB73-4A46-A7A6-61F36BA0D068}" destId="{2A6893BE-26F0-4784-BD3D-891883701719}" srcOrd="3" destOrd="0" presId="urn:microsoft.com/office/officeart/2018/2/layout/IconVerticalSolidList"/>
    <dgm:cxn modelId="{1D11572A-A0B0-4036-AF7A-60F67E329792}" type="presParOf" srcId="{0632CAD5-985A-4F80-853C-68141FEBD24C}" destId="{0B65ABAB-05D5-4465-9BA7-D2343EEF87DA}" srcOrd="1" destOrd="0" presId="urn:microsoft.com/office/officeart/2018/2/layout/IconVerticalSolidList"/>
    <dgm:cxn modelId="{E440093B-4011-41A5-BBD8-89C7F3576339}" type="presParOf" srcId="{0632CAD5-985A-4F80-853C-68141FEBD24C}" destId="{4FE8F725-90F9-47F4-B721-6D9CFEC4907A}" srcOrd="2" destOrd="0" presId="urn:microsoft.com/office/officeart/2018/2/layout/IconVerticalSolidList"/>
    <dgm:cxn modelId="{F2EE8CAB-9F3F-4B77-BAC4-E78A6E71BCAC}" type="presParOf" srcId="{4FE8F725-90F9-47F4-B721-6D9CFEC4907A}" destId="{E3D95C7B-5E83-4784-9EC8-4E1A59042632}" srcOrd="0" destOrd="0" presId="urn:microsoft.com/office/officeart/2018/2/layout/IconVerticalSolidList"/>
    <dgm:cxn modelId="{1BC64EDA-9C40-494F-B1DC-10EF42DE42E6}" type="presParOf" srcId="{4FE8F725-90F9-47F4-B721-6D9CFEC4907A}" destId="{8D01BFCB-AB4E-4885-98C9-9BFF7F12B834}" srcOrd="1" destOrd="0" presId="urn:microsoft.com/office/officeart/2018/2/layout/IconVerticalSolidList"/>
    <dgm:cxn modelId="{F23BAD2A-1234-44ED-AE25-ABF9B5B72DE7}" type="presParOf" srcId="{4FE8F725-90F9-47F4-B721-6D9CFEC4907A}" destId="{C3399A25-4976-4732-9DFA-3A2CB40375D6}" srcOrd="2" destOrd="0" presId="urn:microsoft.com/office/officeart/2018/2/layout/IconVerticalSolidList"/>
    <dgm:cxn modelId="{4C519F63-CDCA-4B6E-A8CE-B6451B020450}" type="presParOf" srcId="{4FE8F725-90F9-47F4-B721-6D9CFEC4907A}" destId="{900CB741-BD4B-4FF9-8BF9-BDCE65D20A96}" srcOrd="3" destOrd="0" presId="urn:microsoft.com/office/officeart/2018/2/layout/IconVerticalSolidList"/>
    <dgm:cxn modelId="{9AF0F631-927D-469F-A328-A7D938760226}" type="presParOf" srcId="{0632CAD5-985A-4F80-853C-68141FEBD24C}" destId="{7CC3F53E-FD8D-4AA7-8069-8DE6C040F07D}" srcOrd="3" destOrd="0" presId="urn:microsoft.com/office/officeart/2018/2/layout/IconVerticalSolidList"/>
    <dgm:cxn modelId="{165FD87F-4E39-4221-94A9-5722B2FAE56A}" type="presParOf" srcId="{0632CAD5-985A-4F80-853C-68141FEBD24C}" destId="{7A0B7F4F-4C84-4AB6-B5DD-C5E3930B07BF}" srcOrd="4" destOrd="0" presId="urn:microsoft.com/office/officeart/2018/2/layout/IconVerticalSolidList"/>
    <dgm:cxn modelId="{6298F542-8A05-4679-8554-BD1F7D46A194}" type="presParOf" srcId="{7A0B7F4F-4C84-4AB6-B5DD-C5E3930B07BF}" destId="{8A81D1BD-53B9-40EF-A94A-8CB0F41D9C3A}" srcOrd="0" destOrd="0" presId="urn:microsoft.com/office/officeart/2018/2/layout/IconVerticalSolidList"/>
    <dgm:cxn modelId="{818AB0EC-3705-4034-936B-E0C869FFB3AF}" type="presParOf" srcId="{7A0B7F4F-4C84-4AB6-B5DD-C5E3930B07BF}" destId="{FFCB93D7-0BC8-41EE-8540-65984CDE5F6C}" srcOrd="1" destOrd="0" presId="urn:microsoft.com/office/officeart/2018/2/layout/IconVerticalSolidList"/>
    <dgm:cxn modelId="{07C7B853-3A00-45B1-9B71-B5E120F13D8D}" type="presParOf" srcId="{7A0B7F4F-4C84-4AB6-B5DD-C5E3930B07BF}" destId="{84A70D0E-3297-4199-ADB2-C6E5EAE9DAFC}" srcOrd="2" destOrd="0" presId="urn:microsoft.com/office/officeart/2018/2/layout/IconVerticalSolidList"/>
    <dgm:cxn modelId="{4B6464E3-97D8-4532-B956-EF8FFE39A5E2}" type="presParOf" srcId="{7A0B7F4F-4C84-4AB6-B5DD-C5E3930B07BF}" destId="{F444B257-9074-4B80-8ACC-E90F098B12ED}" srcOrd="3" destOrd="0" presId="urn:microsoft.com/office/officeart/2018/2/layout/IconVerticalSolidList"/>
    <dgm:cxn modelId="{08D4D52C-7A71-41F1-A5D4-51E40C75DDA8}" type="presParOf" srcId="{0632CAD5-985A-4F80-853C-68141FEBD24C}" destId="{16D3F2BF-E441-43F8-A3B3-958FCB830ACF}" srcOrd="5" destOrd="0" presId="urn:microsoft.com/office/officeart/2018/2/layout/IconVerticalSolidList"/>
    <dgm:cxn modelId="{FB06ACBC-CF2C-4F62-A95D-A8BAF24B811D}" type="presParOf" srcId="{0632CAD5-985A-4F80-853C-68141FEBD24C}" destId="{7A17C0B5-F56D-42F3-967B-3216416A1ED4}" srcOrd="6" destOrd="0" presId="urn:microsoft.com/office/officeart/2018/2/layout/IconVerticalSolidList"/>
    <dgm:cxn modelId="{8AD323BE-09A1-4C5E-90C3-389748EAAD2B}" type="presParOf" srcId="{7A17C0B5-F56D-42F3-967B-3216416A1ED4}" destId="{9A910844-DA91-4E37-9ABD-748507972AAE}" srcOrd="0" destOrd="0" presId="urn:microsoft.com/office/officeart/2018/2/layout/IconVerticalSolidList"/>
    <dgm:cxn modelId="{D8B1EEAD-975F-48E1-8623-334AFDCFE232}" type="presParOf" srcId="{7A17C0B5-F56D-42F3-967B-3216416A1ED4}" destId="{5E5408E9-D1EC-41B8-90B8-05A3481D65DD}" srcOrd="1" destOrd="0" presId="urn:microsoft.com/office/officeart/2018/2/layout/IconVerticalSolidList"/>
    <dgm:cxn modelId="{9FE5F37E-848C-4888-8554-23A07936812D}" type="presParOf" srcId="{7A17C0B5-F56D-42F3-967B-3216416A1ED4}" destId="{9486AB28-CA4C-4C3D-ABFD-D41583EE02F0}" srcOrd="2" destOrd="0" presId="urn:microsoft.com/office/officeart/2018/2/layout/IconVerticalSolidList"/>
    <dgm:cxn modelId="{285BA9FB-EA68-4AF9-B5A0-D2FF5E16AC6F}" type="presParOf" srcId="{7A17C0B5-F56D-42F3-967B-3216416A1ED4}" destId="{65183F3A-CC12-4C20-AAFD-C9A0A606563A}" srcOrd="3" destOrd="0" presId="urn:microsoft.com/office/officeart/2018/2/layout/IconVerticalSolidList"/>
    <dgm:cxn modelId="{7158C385-17CE-4E9A-B7A8-AA7EE462E88C}" type="presParOf" srcId="{0632CAD5-985A-4F80-853C-68141FEBD24C}" destId="{3997EDA6-ADD5-48AD-A5E9-A76D90784EFB}" srcOrd="7" destOrd="0" presId="urn:microsoft.com/office/officeart/2018/2/layout/IconVerticalSolidList"/>
    <dgm:cxn modelId="{66720D9C-DAC6-41A5-B3FA-2FE63C19D110}" type="presParOf" srcId="{0632CAD5-985A-4F80-853C-68141FEBD24C}" destId="{1B5C9A82-2114-4270-8FA7-46E176E33115}" srcOrd="8" destOrd="0" presId="urn:microsoft.com/office/officeart/2018/2/layout/IconVerticalSolidList"/>
    <dgm:cxn modelId="{8CB2880B-41AE-4AA5-A99B-755A41C952B2}" type="presParOf" srcId="{1B5C9A82-2114-4270-8FA7-46E176E33115}" destId="{681CE982-3BB9-4FA5-8872-C66DD081557B}" srcOrd="0" destOrd="0" presId="urn:microsoft.com/office/officeart/2018/2/layout/IconVerticalSolidList"/>
    <dgm:cxn modelId="{D38CD19B-0E45-49A2-AAE5-8D4DF29312D7}" type="presParOf" srcId="{1B5C9A82-2114-4270-8FA7-46E176E33115}" destId="{6629532B-2784-407C-AC53-DDD29E8C9E74}" srcOrd="1" destOrd="0" presId="urn:microsoft.com/office/officeart/2018/2/layout/IconVerticalSolidList"/>
    <dgm:cxn modelId="{49AAAEB2-9E3B-4CC8-B92F-C7BD9204BE8F}" type="presParOf" srcId="{1B5C9A82-2114-4270-8FA7-46E176E33115}" destId="{AF4F3E35-B6B0-4AA8-A035-D8E7EF743D75}" srcOrd="2" destOrd="0" presId="urn:microsoft.com/office/officeart/2018/2/layout/IconVerticalSolidList"/>
    <dgm:cxn modelId="{3379EEF3-4CF0-4222-A251-DB43E0AB8E96}" type="presParOf" srcId="{1B5C9A82-2114-4270-8FA7-46E176E33115}" destId="{5D7E4CB3-A821-420C-B363-741B721E3A06}" srcOrd="3" destOrd="0" presId="urn:microsoft.com/office/officeart/2018/2/layout/IconVerticalSolidList"/>
    <dgm:cxn modelId="{7A3E22C5-643D-443D-BEA5-7ABB99CB9B73}" type="presParOf" srcId="{0632CAD5-985A-4F80-853C-68141FEBD24C}" destId="{7DA0AF9F-4D4E-4E68-BED8-67DE5BAC7529}" srcOrd="9" destOrd="0" presId="urn:microsoft.com/office/officeart/2018/2/layout/IconVerticalSolidList"/>
    <dgm:cxn modelId="{E7E691B4-EE07-4078-983B-17EABA4430DA}" type="presParOf" srcId="{0632CAD5-985A-4F80-853C-68141FEBD24C}" destId="{D3216097-8A88-4077-BB1C-987C33B52C8D}" srcOrd="10" destOrd="0" presId="urn:microsoft.com/office/officeart/2018/2/layout/IconVerticalSolidList"/>
    <dgm:cxn modelId="{6B74B907-6E0A-4D4E-9547-5C8658876CF5}" type="presParOf" srcId="{D3216097-8A88-4077-BB1C-987C33B52C8D}" destId="{942367EF-301E-411E-99B4-D2385F1A9D7C}" srcOrd="0" destOrd="0" presId="urn:microsoft.com/office/officeart/2018/2/layout/IconVerticalSolidList"/>
    <dgm:cxn modelId="{18908815-9D01-4AE9-989C-D36D4ECBF63C}" type="presParOf" srcId="{D3216097-8A88-4077-BB1C-987C33B52C8D}" destId="{05DD061E-8D2E-4238-BB6A-139A6C133065}" srcOrd="1" destOrd="0" presId="urn:microsoft.com/office/officeart/2018/2/layout/IconVerticalSolidList"/>
    <dgm:cxn modelId="{B7CF8E18-B344-4E3E-8934-334E6F355D79}" type="presParOf" srcId="{D3216097-8A88-4077-BB1C-987C33B52C8D}" destId="{293FFCF5-1930-45E9-9005-44611620E67A}" srcOrd="2" destOrd="0" presId="urn:microsoft.com/office/officeart/2018/2/layout/IconVerticalSolidList"/>
    <dgm:cxn modelId="{94BD8945-FB94-4883-982A-C399C41A03AD}" type="presParOf" srcId="{D3216097-8A88-4077-BB1C-987C33B52C8D}" destId="{F2DD3BB0-78EB-4F17-98CC-1ECEC0C88D2C}" srcOrd="3" destOrd="0" presId="urn:microsoft.com/office/officeart/2018/2/layout/IconVerticalSolidList"/>
    <dgm:cxn modelId="{E47F7E55-075E-4326-A4DB-04E327C55DFC}" type="presParOf" srcId="{0632CAD5-985A-4F80-853C-68141FEBD24C}" destId="{08A9B134-B091-4E98-978E-78F1C6AE6605}" srcOrd="11" destOrd="0" presId="urn:microsoft.com/office/officeart/2018/2/layout/IconVerticalSolidList"/>
    <dgm:cxn modelId="{EA96ECBB-E66F-42B7-8995-6A79FBDB52F6}" type="presParOf" srcId="{0632CAD5-985A-4F80-853C-68141FEBD24C}" destId="{B172F969-FDB3-488F-BE0F-21BD7D5089D0}" srcOrd="12" destOrd="0" presId="urn:microsoft.com/office/officeart/2018/2/layout/IconVerticalSolidList"/>
    <dgm:cxn modelId="{509205A8-8093-4D8E-8B24-6B2B63996DD5}" type="presParOf" srcId="{B172F969-FDB3-488F-BE0F-21BD7D5089D0}" destId="{0141A4B5-8F35-4949-850B-F0566B18F6EB}" srcOrd="0" destOrd="0" presId="urn:microsoft.com/office/officeart/2018/2/layout/IconVerticalSolidList"/>
    <dgm:cxn modelId="{AB7D8103-98F6-4A7D-9622-D7C5F90112A9}" type="presParOf" srcId="{B172F969-FDB3-488F-BE0F-21BD7D5089D0}" destId="{BD7892DA-D2EE-492E-9578-C671ABC027D3}" srcOrd="1" destOrd="0" presId="urn:microsoft.com/office/officeart/2018/2/layout/IconVerticalSolidList"/>
    <dgm:cxn modelId="{31A603FC-1418-44C8-AEE8-EDC3B48B7A93}" type="presParOf" srcId="{B172F969-FDB3-488F-BE0F-21BD7D5089D0}" destId="{139FE5A5-E54A-4C57-A502-EB1DCD522123}" srcOrd="2" destOrd="0" presId="urn:microsoft.com/office/officeart/2018/2/layout/IconVerticalSolidList"/>
    <dgm:cxn modelId="{AADB8B33-390A-4AED-B669-A346CDF1C8F3}" type="presParOf" srcId="{B172F969-FDB3-488F-BE0F-21BD7D5089D0}" destId="{44C3F99C-0E03-44EF-A89F-FE13FB6AA8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6DE5E37-C589-4184-8E71-FDF47F84273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94059D-04B9-4B96-8669-970777C6907F}">
      <dgm:prSet/>
      <dgm:spPr/>
      <dgm:t>
        <a:bodyPr/>
        <a:lstStyle/>
        <a:p>
          <a:r>
            <a:rPr lang="es-AR" b="1" dirty="0"/>
            <a:t>Enfoque Centrado en el Usuario (Empatía):</a:t>
          </a:r>
          <a:r>
            <a:rPr lang="es-AR" dirty="0"/>
            <a:t> Permite comprender no solo lo que dicen los usuarios, sino lo que necesitan, piensan y sienten, asegurando productos relevantes.</a:t>
          </a:r>
          <a:endParaRPr lang="en-US" dirty="0"/>
        </a:p>
      </dgm:t>
    </dgm:pt>
    <dgm:pt modelId="{DDA4C956-9954-4C8E-BA1A-7B5345E5CFDA}" type="parTrans" cxnId="{EEA04D4D-64C1-4741-B42B-4A2180C1EF77}">
      <dgm:prSet/>
      <dgm:spPr/>
      <dgm:t>
        <a:bodyPr/>
        <a:lstStyle/>
        <a:p>
          <a:endParaRPr lang="en-US"/>
        </a:p>
      </dgm:t>
    </dgm:pt>
    <dgm:pt modelId="{77605FEF-9060-430E-AD12-64AC9EB8EA0C}" type="sibTrans" cxnId="{EEA04D4D-64C1-4741-B42B-4A2180C1EF77}">
      <dgm:prSet/>
      <dgm:spPr/>
      <dgm:t>
        <a:bodyPr/>
        <a:lstStyle/>
        <a:p>
          <a:endParaRPr lang="en-US"/>
        </a:p>
      </dgm:t>
    </dgm:pt>
    <dgm:pt modelId="{7794EA78-B965-4E94-9428-32B39A7533CA}">
      <dgm:prSet/>
      <dgm:spPr/>
      <dgm:t>
        <a:bodyPr/>
        <a:lstStyle/>
        <a:p>
          <a:r>
            <a:rPr lang="es-AR" b="1" dirty="0"/>
            <a:t>Innovación Efectiva:</a:t>
          </a:r>
          <a:r>
            <a:rPr lang="es-AR" dirty="0"/>
            <a:t> Ayuda a resolver problemas complejos y a diferenciar productos de la competencia, aportando valor real.</a:t>
          </a:r>
          <a:endParaRPr lang="en-US" dirty="0"/>
        </a:p>
      </dgm:t>
    </dgm:pt>
    <dgm:pt modelId="{7438556E-CA03-405A-B556-06F3BDA3EF90}" type="parTrans" cxnId="{FAEFDAFA-F548-4C42-AE08-C87FBF285A74}">
      <dgm:prSet/>
      <dgm:spPr/>
      <dgm:t>
        <a:bodyPr/>
        <a:lstStyle/>
        <a:p>
          <a:endParaRPr lang="en-US"/>
        </a:p>
      </dgm:t>
    </dgm:pt>
    <dgm:pt modelId="{238B8619-28A2-48D5-B1B0-7625FC59FCBB}" type="sibTrans" cxnId="{FAEFDAFA-F548-4C42-AE08-C87FBF285A74}">
      <dgm:prSet/>
      <dgm:spPr/>
      <dgm:t>
        <a:bodyPr/>
        <a:lstStyle/>
        <a:p>
          <a:endParaRPr lang="en-US"/>
        </a:p>
      </dgm:t>
    </dgm:pt>
    <dgm:pt modelId="{583DDE8C-335A-4196-9843-B4AF5BE9AEB3}">
      <dgm:prSet/>
      <dgm:spPr/>
      <dgm:t>
        <a:bodyPr/>
        <a:lstStyle/>
        <a:p>
          <a:r>
            <a:rPr lang="es-AR" b="1"/>
            <a:t>Aprendizaje y Validación Rápida:</a:t>
          </a:r>
          <a:r>
            <a:rPr lang="es-AR"/>
            <a:t> La iteración continua (prototipar y testear) minimiza el riesgo de fracasos costosos al fallar rápido y barato.</a:t>
          </a:r>
          <a:endParaRPr lang="en-US"/>
        </a:p>
      </dgm:t>
    </dgm:pt>
    <dgm:pt modelId="{F38ABDC5-5766-44AD-94FF-C32CEE9C8D7D}" type="parTrans" cxnId="{072C5FFA-EE4A-4CEE-9C79-F7813226EAFE}">
      <dgm:prSet/>
      <dgm:spPr/>
      <dgm:t>
        <a:bodyPr/>
        <a:lstStyle/>
        <a:p>
          <a:endParaRPr lang="en-US"/>
        </a:p>
      </dgm:t>
    </dgm:pt>
    <dgm:pt modelId="{F403AD26-4743-4CAF-B9C7-00110B2AEC32}" type="sibTrans" cxnId="{072C5FFA-EE4A-4CEE-9C79-F7813226EAFE}">
      <dgm:prSet/>
      <dgm:spPr/>
      <dgm:t>
        <a:bodyPr/>
        <a:lstStyle/>
        <a:p>
          <a:endParaRPr lang="en-US"/>
        </a:p>
      </dgm:t>
    </dgm:pt>
    <dgm:pt modelId="{F7AFC3A1-1350-428B-997F-64B1F4784322}">
      <dgm:prSet/>
      <dgm:spPr/>
      <dgm:t>
        <a:bodyPr/>
        <a:lstStyle/>
        <a:p>
          <a:r>
            <a:rPr lang="es-AR" b="1"/>
            <a:t>Resolución Colaborativa:</a:t>
          </a:r>
          <a:r>
            <a:rPr lang="es-AR"/>
            <a:t> Promueve la participación de equipos diversos, lo que enriquece la generación de ideas.</a:t>
          </a:r>
          <a:endParaRPr lang="en-US"/>
        </a:p>
      </dgm:t>
    </dgm:pt>
    <dgm:pt modelId="{9A8583A5-19BE-40F6-B04A-9C8CC399512C}" type="parTrans" cxnId="{DC36A32D-ABF2-46D4-B780-A039178806C5}">
      <dgm:prSet/>
      <dgm:spPr/>
      <dgm:t>
        <a:bodyPr/>
        <a:lstStyle/>
        <a:p>
          <a:endParaRPr lang="en-US"/>
        </a:p>
      </dgm:t>
    </dgm:pt>
    <dgm:pt modelId="{8B22005F-76C7-4E13-BDB3-7D2FB83F448A}" type="sibTrans" cxnId="{DC36A32D-ABF2-46D4-B780-A039178806C5}">
      <dgm:prSet/>
      <dgm:spPr/>
      <dgm:t>
        <a:bodyPr/>
        <a:lstStyle/>
        <a:p>
          <a:endParaRPr lang="en-US"/>
        </a:p>
      </dgm:t>
    </dgm:pt>
    <dgm:pt modelId="{B8FE19BC-B14C-4908-BD7D-D77C04B03684}">
      <dgm:prSet/>
      <dgm:spPr/>
      <dgm:t>
        <a:bodyPr/>
        <a:lstStyle/>
        <a:p>
          <a:r>
            <a:rPr lang="es-AR" b="1"/>
            <a:t>Adaptabilidad:</a:t>
          </a:r>
          <a:r>
            <a:rPr lang="es-AR"/>
            <a:t> Fomenta la creatividad y la adaptabilidad ante los desafíos constantes del mercado</a:t>
          </a:r>
          <a:endParaRPr lang="en-US"/>
        </a:p>
      </dgm:t>
    </dgm:pt>
    <dgm:pt modelId="{603365D8-EE4D-4105-A352-F663BC136D4C}" type="parTrans" cxnId="{EC576854-3644-4D83-B7B2-AA31A47EAFF5}">
      <dgm:prSet/>
      <dgm:spPr/>
      <dgm:t>
        <a:bodyPr/>
        <a:lstStyle/>
        <a:p>
          <a:endParaRPr lang="en-US"/>
        </a:p>
      </dgm:t>
    </dgm:pt>
    <dgm:pt modelId="{D0164C25-5101-430F-907D-3058CA3B7C61}" type="sibTrans" cxnId="{EC576854-3644-4D83-B7B2-AA31A47EAFF5}">
      <dgm:prSet/>
      <dgm:spPr/>
      <dgm:t>
        <a:bodyPr/>
        <a:lstStyle/>
        <a:p>
          <a:endParaRPr lang="en-US"/>
        </a:p>
      </dgm:t>
    </dgm:pt>
    <dgm:pt modelId="{726FCDC3-B0B4-4F0E-9D0F-20FAE8E7FE9D}" type="pres">
      <dgm:prSet presAssocID="{C6DE5E37-C589-4184-8E71-FDF47F842739}" presName="outerComposite" presStyleCnt="0">
        <dgm:presLayoutVars>
          <dgm:chMax val="5"/>
          <dgm:dir/>
          <dgm:resizeHandles val="exact"/>
        </dgm:presLayoutVars>
      </dgm:prSet>
      <dgm:spPr/>
    </dgm:pt>
    <dgm:pt modelId="{450EAC85-AC83-45C7-9833-C3D0037DC4D1}" type="pres">
      <dgm:prSet presAssocID="{C6DE5E37-C589-4184-8E71-FDF47F842739}" presName="dummyMaxCanvas" presStyleCnt="0">
        <dgm:presLayoutVars/>
      </dgm:prSet>
      <dgm:spPr/>
    </dgm:pt>
    <dgm:pt modelId="{8A6B4DB0-2022-4549-B389-60EC92345D0E}" type="pres">
      <dgm:prSet presAssocID="{C6DE5E37-C589-4184-8E71-FDF47F842739}" presName="FiveNodes_1" presStyleLbl="node1" presStyleIdx="0" presStyleCnt="5">
        <dgm:presLayoutVars>
          <dgm:bulletEnabled val="1"/>
        </dgm:presLayoutVars>
      </dgm:prSet>
      <dgm:spPr/>
    </dgm:pt>
    <dgm:pt modelId="{D7EAC8AE-9F95-4A78-9092-4E7E52BB27DF}" type="pres">
      <dgm:prSet presAssocID="{C6DE5E37-C589-4184-8E71-FDF47F842739}" presName="FiveNodes_2" presStyleLbl="node1" presStyleIdx="1" presStyleCnt="5">
        <dgm:presLayoutVars>
          <dgm:bulletEnabled val="1"/>
        </dgm:presLayoutVars>
      </dgm:prSet>
      <dgm:spPr/>
    </dgm:pt>
    <dgm:pt modelId="{DBDEBA6D-0ED8-4E06-9A38-744CD61F8490}" type="pres">
      <dgm:prSet presAssocID="{C6DE5E37-C589-4184-8E71-FDF47F842739}" presName="FiveNodes_3" presStyleLbl="node1" presStyleIdx="2" presStyleCnt="5">
        <dgm:presLayoutVars>
          <dgm:bulletEnabled val="1"/>
        </dgm:presLayoutVars>
      </dgm:prSet>
      <dgm:spPr/>
    </dgm:pt>
    <dgm:pt modelId="{097EEAC4-6D94-42E3-B81F-D2452BE8FF82}" type="pres">
      <dgm:prSet presAssocID="{C6DE5E37-C589-4184-8E71-FDF47F842739}" presName="FiveNodes_4" presStyleLbl="node1" presStyleIdx="3" presStyleCnt="5">
        <dgm:presLayoutVars>
          <dgm:bulletEnabled val="1"/>
        </dgm:presLayoutVars>
      </dgm:prSet>
      <dgm:spPr/>
    </dgm:pt>
    <dgm:pt modelId="{4759C04C-A0DC-48D5-804C-6153E296607A}" type="pres">
      <dgm:prSet presAssocID="{C6DE5E37-C589-4184-8E71-FDF47F842739}" presName="FiveNodes_5" presStyleLbl="node1" presStyleIdx="4" presStyleCnt="5">
        <dgm:presLayoutVars>
          <dgm:bulletEnabled val="1"/>
        </dgm:presLayoutVars>
      </dgm:prSet>
      <dgm:spPr/>
    </dgm:pt>
    <dgm:pt modelId="{ADFDA89D-59A5-4E40-B48C-F24739EB4FE7}" type="pres">
      <dgm:prSet presAssocID="{C6DE5E37-C589-4184-8E71-FDF47F842739}" presName="FiveConn_1-2" presStyleLbl="fgAccFollowNode1" presStyleIdx="0" presStyleCnt="4">
        <dgm:presLayoutVars>
          <dgm:bulletEnabled val="1"/>
        </dgm:presLayoutVars>
      </dgm:prSet>
      <dgm:spPr/>
    </dgm:pt>
    <dgm:pt modelId="{1FBC6ABE-D686-4817-AFCD-7E5D1782D9E6}" type="pres">
      <dgm:prSet presAssocID="{C6DE5E37-C589-4184-8E71-FDF47F842739}" presName="FiveConn_2-3" presStyleLbl="fgAccFollowNode1" presStyleIdx="1" presStyleCnt="4">
        <dgm:presLayoutVars>
          <dgm:bulletEnabled val="1"/>
        </dgm:presLayoutVars>
      </dgm:prSet>
      <dgm:spPr/>
    </dgm:pt>
    <dgm:pt modelId="{7A1A485C-BE1F-4B49-B2B7-4B80CDB8F19B}" type="pres">
      <dgm:prSet presAssocID="{C6DE5E37-C589-4184-8E71-FDF47F842739}" presName="FiveConn_3-4" presStyleLbl="fgAccFollowNode1" presStyleIdx="2" presStyleCnt="4">
        <dgm:presLayoutVars>
          <dgm:bulletEnabled val="1"/>
        </dgm:presLayoutVars>
      </dgm:prSet>
      <dgm:spPr/>
    </dgm:pt>
    <dgm:pt modelId="{8FE83942-C852-4A13-B7C4-025290CFB899}" type="pres">
      <dgm:prSet presAssocID="{C6DE5E37-C589-4184-8E71-FDF47F842739}" presName="FiveConn_4-5" presStyleLbl="fgAccFollowNode1" presStyleIdx="3" presStyleCnt="4">
        <dgm:presLayoutVars>
          <dgm:bulletEnabled val="1"/>
        </dgm:presLayoutVars>
      </dgm:prSet>
      <dgm:spPr/>
    </dgm:pt>
    <dgm:pt modelId="{75591A3A-7C79-4CEB-B82A-A303F1E902F0}" type="pres">
      <dgm:prSet presAssocID="{C6DE5E37-C589-4184-8E71-FDF47F842739}" presName="FiveNodes_1_text" presStyleLbl="node1" presStyleIdx="4" presStyleCnt="5">
        <dgm:presLayoutVars>
          <dgm:bulletEnabled val="1"/>
        </dgm:presLayoutVars>
      </dgm:prSet>
      <dgm:spPr/>
    </dgm:pt>
    <dgm:pt modelId="{E52FCE4D-C446-4C69-BDC3-792FF87E1597}" type="pres">
      <dgm:prSet presAssocID="{C6DE5E37-C589-4184-8E71-FDF47F842739}" presName="FiveNodes_2_text" presStyleLbl="node1" presStyleIdx="4" presStyleCnt="5">
        <dgm:presLayoutVars>
          <dgm:bulletEnabled val="1"/>
        </dgm:presLayoutVars>
      </dgm:prSet>
      <dgm:spPr/>
    </dgm:pt>
    <dgm:pt modelId="{0D7C0C1D-C3B4-4D37-A599-44947ABF8C0F}" type="pres">
      <dgm:prSet presAssocID="{C6DE5E37-C589-4184-8E71-FDF47F842739}" presName="FiveNodes_3_text" presStyleLbl="node1" presStyleIdx="4" presStyleCnt="5">
        <dgm:presLayoutVars>
          <dgm:bulletEnabled val="1"/>
        </dgm:presLayoutVars>
      </dgm:prSet>
      <dgm:spPr/>
    </dgm:pt>
    <dgm:pt modelId="{5C3E6E55-7E2B-4C4F-8B17-CBA282344E27}" type="pres">
      <dgm:prSet presAssocID="{C6DE5E37-C589-4184-8E71-FDF47F842739}" presName="FiveNodes_4_text" presStyleLbl="node1" presStyleIdx="4" presStyleCnt="5">
        <dgm:presLayoutVars>
          <dgm:bulletEnabled val="1"/>
        </dgm:presLayoutVars>
      </dgm:prSet>
      <dgm:spPr/>
    </dgm:pt>
    <dgm:pt modelId="{5DDB80D9-0080-4617-92A5-C82BFF22331B}" type="pres">
      <dgm:prSet presAssocID="{C6DE5E37-C589-4184-8E71-FDF47F84273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BB0050C-77C2-41EF-9856-CF567601D140}" type="presOf" srcId="{F7AFC3A1-1350-428B-997F-64B1F4784322}" destId="{5C3E6E55-7E2B-4C4F-8B17-CBA282344E27}" srcOrd="1" destOrd="0" presId="urn:microsoft.com/office/officeart/2005/8/layout/vProcess5"/>
    <dgm:cxn modelId="{99178619-71DE-415E-B8AD-D8950BFB062E}" type="presOf" srcId="{B8FE19BC-B14C-4908-BD7D-D77C04B03684}" destId="{4759C04C-A0DC-48D5-804C-6153E296607A}" srcOrd="0" destOrd="0" presId="urn:microsoft.com/office/officeart/2005/8/layout/vProcess5"/>
    <dgm:cxn modelId="{7DEAD222-95FD-4A36-B700-D494B7306693}" type="presOf" srcId="{F894059D-04B9-4B96-8669-970777C6907F}" destId="{75591A3A-7C79-4CEB-B82A-A303F1E902F0}" srcOrd="1" destOrd="0" presId="urn:microsoft.com/office/officeart/2005/8/layout/vProcess5"/>
    <dgm:cxn modelId="{B8256528-79C0-4F5A-8C9D-4DD3A8A5C7E0}" type="presOf" srcId="{77605FEF-9060-430E-AD12-64AC9EB8EA0C}" destId="{ADFDA89D-59A5-4E40-B48C-F24739EB4FE7}" srcOrd="0" destOrd="0" presId="urn:microsoft.com/office/officeart/2005/8/layout/vProcess5"/>
    <dgm:cxn modelId="{DC36A32D-ABF2-46D4-B780-A039178806C5}" srcId="{C6DE5E37-C589-4184-8E71-FDF47F842739}" destId="{F7AFC3A1-1350-428B-997F-64B1F4784322}" srcOrd="3" destOrd="0" parTransId="{9A8583A5-19BE-40F6-B04A-9C8CC399512C}" sibTransId="{8B22005F-76C7-4E13-BDB3-7D2FB83F448A}"/>
    <dgm:cxn modelId="{F8A3945F-83EF-4359-8CEE-62F4D679BC10}" type="presOf" srcId="{7794EA78-B965-4E94-9428-32B39A7533CA}" destId="{D7EAC8AE-9F95-4A78-9092-4E7E52BB27DF}" srcOrd="0" destOrd="0" presId="urn:microsoft.com/office/officeart/2005/8/layout/vProcess5"/>
    <dgm:cxn modelId="{086C0766-F432-4CD8-A10B-14FC39DB40DE}" type="presOf" srcId="{F403AD26-4743-4CAF-B9C7-00110B2AEC32}" destId="{7A1A485C-BE1F-4B49-B2B7-4B80CDB8F19B}" srcOrd="0" destOrd="0" presId="urn:microsoft.com/office/officeart/2005/8/layout/vProcess5"/>
    <dgm:cxn modelId="{DD864F4B-8521-42A5-8D8A-80A1A17A8537}" type="presOf" srcId="{238B8619-28A2-48D5-B1B0-7625FC59FCBB}" destId="{1FBC6ABE-D686-4817-AFCD-7E5D1782D9E6}" srcOrd="0" destOrd="0" presId="urn:microsoft.com/office/officeart/2005/8/layout/vProcess5"/>
    <dgm:cxn modelId="{EEA04D4D-64C1-4741-B42B-4A2180C1EF77}" srcId="{C6DE5E37-C589-4184-8E71-FDF47F842739}" destId="{F894059D-04B9-4B96-8669-970777C6907F}" srcOrd="0" destOrd="0" parTransId="{DDA4C956-9954-4C8E-BA1A-7B5345E5CFDA}" sibTransId="{77605FEF-9060-430E-AD12-64AC9EB8EA0C}"/>
    <dgm:cxn modelId="{EC576854-3644-4D83-B7B2-AA31A47EAFF5}" srcId="{C6DE5E37-C589-4184-8E71-FDF47F842739}" destId="{B8FE19BC-B14C-4908-BD7D-D77C04B03684}" srcOrd="4" destOrd="0" parTransId="{603365D8-EE4D-4105-A352-F663BC136D4C}" sibTransId="{D0164C25-5101-430F-907D-3058CA3B7C61}"/>
    <dgm:cxn modelId="{5264A377-1BEF-4A94-8408-5B11DB3B4B38}" type="presOf" srcId="{F894059D-04B9-4B96-8669-970777C6907F}" destId="{8A6B4DB0-2022-4549-B389-60EC92345D0E}" srcOrd="0" destOrd="0" presId="urn:microsoft.com/office/officeart/2005/8/layout/vProcess5"/>
    <dgm:cxn modelId="{FBCA3B7F-F439-4E37-868B-FE0B786B9C64}" type="presOf" srcId="{F7AFC3A1-1350-428B-997F-64B1F4784322}" destId="{097EEAC4-6D94-42E3-B81F-D2452BE8FF82}" srcOrd="0" destOrd="0" presId="urn:microsoft.com/office/officeart/2005/8/layout/vProcess5"/>
    <dgm:cxn modelId="{6F9E2288-BD57-4E38-B08D-98461F23F49D}" type="presOf" srcId="{7794EA78-B965-4E94-9428-32B39A7533CA}" destId="{E52FCE4D-C446-4C69-BDC3-792FF87E1597}" srcOrd="1" destOrd="0" presId="urn:microsoft.com/office/officeart/2005/8/layout/vProcess5"/>
    <dgm:cxn modelId="{E86153BA-A902-4F3A-A427-5E298000CBF5}" type="presOf" srcId="{583DDE8C-335A-4196-9843-B4AF5BE9AEB3}" destId="{DBDEBA6D-0ED8-4E06-9A38-744CD61F8490}" srcOrd="0" destOrd="0" presId="urn:microsoft.com/office/officeart/2005/8/layout/vProcess5"/>
    <dgm:cxn modelId="{E380ADBA-75F2-4155-BE39-66324B7C7346}" type="presOf" srcId="{8B22005F-76C7-4E13-BDB3-7D2FB83F448A}" destId="{8FE83942-C852-4A13-B7C4-025290CFB899}" srcOrd="0" destOrd="0" presId="urn:microsoft.com/office/officeart/2005/8/layout/vProcess5"/>
    <dgm:cxn modelId="{BC029BBE-53DB-4195-A24C-38101B6F4E22}" type="presOf" srcId="{C6DE5E37-C589-4184-8E71-FDF47F842739}" destId="{726FCDC3-B0B4-4F0E-9D0F-20FAE8E7FE9D}" srcOrd="0" destOrd="0" presId="urn:microsoft.com/office/officeart/2005/8/layout/vProcess5"/>
    <dgm:cxn modelId="{AE0D17BF-439C-4FF9-8097-C1BDC9F1A9C8}" type="presOf" srcId="{583DDE8C-335A-4196-9843-B4AF5BE9AEB3}" destId="{0D7C0C1D-C3B4-4D37-A599-44947ABF8C0F}" srcOrd="1" destOrd="0" presId="urn:microsoft.com/office/officeart/2005/8/layout/vProcess5"/>
    <dgm:cxn modelId="{A60AFEDE-FD7D-4AFC-AA14-CF1304C92F82}" type="presOf" srcId="{B8FE19BC-B14C-4908-BD7D-D77C04B03684}" destId="{5DDB80D9-0080-4617-92A5-C82BFF22331B}" srcOrd="1" destOrd="0" presId="urn:microsoft.com/office/officeart/2005/8/layout/vProcess5"/>
    <dgm:cxn modelId="{072C5FFA-EE4A-4CEE-9C79-F7813226EAFE}" srcId="{C6DE5E37-C589-4184-8E71-FDF47F842739}" destId="{583DDE8C-335A-4196-9843-B4AF5BE9AEB3}" srcOrd="2" destOrd="0" parTransId="{F38ABDC5-5766-44AD-94FF-C32CEE9C8D7D}" sibTransId="{F403AD26-4743-4CAF-B9C7-00110B2AEC32}"/>
    <dgm:cxn modelId="{FAEFDAFA-F548-4C42-AE08-C87FBF285A74}" srcId="{C6DE5E37-C589-4184-8E71-FDF47F842739}" destId="{7794EA78-B965-4E94-9428-32B39A7533CA}" srcOrd="1" destOrd="0" parTransId="{7438556E-CA03-405A-B556-06F3BDA3EF90}" sibTransId="{238B8619-28A2-48D5-B1B0-7625FC59FCBB}"/>
    <dgm:cxn modelId="{994F2AE6-D9A1-4EE2-A014-9E41EFFE236D}" type="presParOf" srcId="{726FCDC3-B0B4-4F0E-9D0F-20FAE8E7FE9D}" destId="{450EAC85-AC83-45C7-9833-C3D0037DC4D1}" srcOrd="0" destOrd="0" presId="urn:microsoft.com/office/officeart/2005/8/layout/vProcess5"/>
    <dgm:cxn modelId="{89C78131-DD20-4E4D-9810-D831420526FB}" type="presParOf" srcId="{726FCDC3-B0B4-4F0E-9D0F-20FAE8E7FE9D}" destId="{8A6B4DB0-2022-4549-B389-60EC92345D0E}" srcOrd="1" destOrd="0" presId="urn:microsoft.com/office/officeart/2005/8/layout/vProcess5"/>
    <dgm:cxn modelId="{1FF55298-649D-487F-80B7-9CF70229A0E7}" type="presParOf" srcId="{726FCDC3-B0B4-4F0E-9D0F-20FAE8E7FE9D}" destId="{D7EAC8AE-9F95-4A78-9092-4E7E52BB27DF}" srcOrd="2" destOrd="0" presId="urn:microsoft.com/office/officeart/2005/8/layout/vProcess5"/>
    <dgm:cxn modelId="{67D7A503-4D43-4824-9A16-0662FEBCF22A}" type="presParOf" srcId="{726FCDC3-B0B4-4F0E-9D0F-20FAE8E7FE9D}" destId="{DBDEBA6D-0ED8-4E06-9A38-744CD61F8490}" srcOrd="3" destOrd="0" presId="urn:microsoft.com/office/officeart/2005/8/layout/vProcess5"/>
    <dgm:cxn modelId="{13FA3E9D-E535-42C9-B62D-2D0AF12E4292}" type="presParOf" srcId="{726FCDC3-B0B4-4F0E-9D0F-20FAE8E7FE9D}" destId="{097EEAC4-6D94-42E3-B81F-D2452BE8FF82}" srcOrd="4" destOrd="0" presId="urn:microsoft.com/office/officeart/2005/8/layout/vProcess5"/>
    <dgm:cxn modelId="{4F26FEE4-7E5D-41D5-AB93-E75F8DAA2AF0}" type="presParOf" srcId="{726FCDC3-B0B4-4F0E-9D0F-20FAE8E7FE9D}" destId="{4759C04C-A0DC-48D5-804C-6153E296607A}" srcOrd="5" destOrd="0" presId="urn:microsoft.com/office/officeart/2005/8/layout/vProcess5"/>
    <dgm:cxn modelId="{CBE51B1D-B96D-47A7-811A-0121AC934C01}" type="presParOf" srcId="{726FCDC3-B0B4-4F0E-9D0F-20FAE8E7FE9D}" destId="{ADFDA89D-59A5-4E40-B48C-F24739EB4FE7}" srcOrd="6" destOrd="0" presId="urn:microsoft.com/office/officeart/2005/8/layout/vProcess5"/>
    <dgm:cxn modelId="{60C4356A-2D12-421A-BBA3-CA98920B5273}" type="presParOf" srcId="{726FCDC3-B0B4-4F0E-9D0F-20FAE8E7FE9D}" destId="{1FBC6ABE-D686-4817-AFCD-7E5D1782D9E6}" srcOrd="7" destOrd="0" presId="urn:microsoft.com/office/officeart/2005/8/layout/vProcess5"/>
    <dgm:cxn modelId="{E9C2DB00-4F9F-4B10-9046-7040E01717A3}" type="presParOf" srcId="{726FCDC3-B0B4-4F0E-9D0F-20FAE8E7FE9D}" destId="{7A1A485C-BE1F-4B49-B2B7-4B80CDB8F19B}" srcOrd="8" destOrd="0" presId="urn:microsoft.com/office/officeart/2005/8/layout/vProcess5"/>
    <dgm:cxn modelId="{81AB509B-DF98-43B3-AE15-6E131659571B}" type="presParOf" srcId="{726FCDC3-B0B4-4F0E-9D0F-20FAE8E7FE9D}" destId="{8FE83942-C852-4A13-B7C4-025290CFB899}" srcOrd="9" destOrd="0" presId="urn:microsoft.com/office/officeart/2005/8/layout/vProcess5"/>
    <dgm:cxn modelId="{58755001-B4D0-4239-AD78-208BBF63CD78}" type="presParOf" srcId="{726FCDC3-B0B4-4F0E-9D0F-20FAE8E7FE9D}" destId="{75591A3A-7C79-4CEB-B82A-A303F1E902F0}" srcOrd="10" destOrd="0" presId="urn:microsoft.com/office/officeart/2005/8/layout/vProcess5"/>
    <dgm:cxn modelId="{A20CF8FB-CB8D-4377-B8B7-A49727EC82F0}" type="presParOf" srcId="{726FCDC3-B0B4-4F0E-9D0F-20FAE8E7FE9D}" destId="{E52FCE4D-C446-4C69-BDC3-792FF87E1597}" srcOrd="11" destOrd="0" presId="urn:microsoft.com/office/officeart/2005/8/layout/vProcess5"/>
    <dgm:cxn modelId="{17FAB95C-8397-4DA8-93BA-90F06A767331}" type="presParOf" srcId="{726FCDC3-B0B4-4F0E-9D0F-20FAE8E7FE9D}" destId="{0D7C0C1D-C3B4-4D37-A599-44947ABF8C0F}" srcOrd="12" destOrd="0" presId="urn:microsoft.com/office/officeart/2005/8/layout/vProcess5"/>
    <dgm:cxn modelId="{D47E61BD-16E4-4E4E-9DEE-0195742B3C82}" type="presParOf" srcId="{726FCDC3-B0B4-4F0E-9D0F-20FAE8E7FE9D}" destId="{5C3E6E55-7E2B-4C4F-8B17-CBA282344E27}" srcOrd="13" destOrd="0" presId="urn:microsoft.com/office/officeart/2005/8/layout/vProcess5"/>
    <dgm:cxn modelId="{F99987B9-5242-4659-AE0D-A95E296B16E5}" type="presParOf" srcId="{726FCDC3-B0B4-4F0E-9D0F-20FAE8E7FE9D}" destId="{5DDB80D9-0080-4617-92A5-C82BFF22331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60407-D22B-4A68-981F-2901553FB448}">
      <dsp:nvSpPr>
        <dsp:cNvPr id="0" name=""/>
        <dsp:cNvSpPr/>
      </dsp:nvSpPr>
      <dsp:spPr>
        <a:xfrm>
          <a:off x="0" y="4147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DB24D-CBDF-4323-8396-B6711CACCFC6}">
      <dsp:nvSpPr>
        <dsp:cNvPr id="0" name=""/>
        <dsp:cNvSpPr/>
      </dsp:nvSpPr>
      <dsp:spPr>
        <a:xfrm>
          <a:off x="200392" y="153199"/>
          <a:ext cx="364705" cy="3643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4B7EC-AF58-42D0-8970-4130E8E35814}">
      <dsp:nvSpPr>
        <dsp:cNvPr id="0" name=""/>
        <dsp:cNvSpPr/>
      </dsp:nvSpPr>
      <dsp:spPr>
        <a:xfrm>
          <a:off x="765490" y="4147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Motor de la Innovación:</a:t>
          </a:r>
          <a:r>
            <a:rPr lang="es-AR" sz="1400" kern="1200"/>
            <a:t> La creatividad es la chispa que inicia el proceso, mientras que la innovación es la implementación práctica de esa idea.</a:t>
          </a:r>
          <a:endParaRPr lang="en-US" sz="1400" kern="1200"/>
        </a:p>
      </dsp:txBody>
      <dsp:txXfrm>
        <a:off x="765490" y="4147"/>
        <a:ext cx="6427739" cy="703857"/>
      </dsp:txXfrm>
    </dsp:sp>
    <dsp:sp modelId="{911DC06D-479B-4722-96E9-24E9B648413B}">
      <dsp:nvSpPr>
        <dsp:cNvPr id="0" name=""/>
        <dsp:cNvSpPr/>
      </dsp:nvSpPr>
      <dsp:spPr>
        <a:xfrm>
          <a:off x="0" y="883969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EB847-B13E-4421-BFCE-BFA95BC74945}">
      <dsp:nvSpPr>
        <dsp:cNvPr id="0" name=""/>
        <dsp:cNvSpPr/>
      </dsp:nvSpPr>
      <dsp:spPr>
        <a:xfrm>
          <a:off x="200392" y="1033021"/>
          <a:ext cx="364705" cy="3643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29EA2-B100-4D7F-8D13-E9C4E1BE970C}">
      <dsp:nvSpPr>
        <dsp:cNvPr id="0" name=""/>
        <dsp:cNvSpPr/>
      </dsp:nvSpPr>
      <dsp:spPr>
        <a:xfrm>
          <a:off x="765490" y="883969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Solución de Problemas Complejos:</a:t>
          </a:r>
          <a:r>
            <a:rPr lang="es-AR" sz="1400" kern="1200"/>
            <a:t> Permite abordar desafíos técnicos desde perspectivas inusuales, encontrando soluciones efectivas donde métodos tradicionales fallan.</a:t>
          </a:r>
          <a:endParaRPr lang="en-US" sz="1400" kern="1200"/>
        </a:p>
      </dsp:txBody>
      <dsp:txXfrm>
        <a:off x="765490" y="883969"/>
        <a:ext cx="6427739" cy="703857"/>
      </dsp:txXfrm>
    </dsp:sp>
    <dsp:sp modelId="{E15A574B-471A-4DDE-BECE-176FED8A0177}">
      <dsp:nvSpPr>
        <dsp:cNvPr id="0" name=""/>
        <dsp:cNvSpPr/>
      </dsp:nvSpPr>
      <dsp:spPr>
        <a:xfrm>
          <a:off x="0" y="1763790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FC2FE-12B9-409C-94CC-1F280D604129}">
      <dsp:nvSpPr>
        <dsp:cNvPr id="0" name=""/>
        <dsp:cNvSpPr/>
      </dsp:nvSpPr>
      <dsp:spPr>
        <a:xfrm>
          <a:off x="200392" y="1912842"/>
          <a:ext cx="364705" cy="3643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C598A-2B87-4DE1-AC31-F98FEB433F91}">
      <dsp:nvSpPr>
        <dsp:cNvPr id="0" name=""/>
        <dsp:cNvSpPr/>
      </dsp:nvSpPr>
      <dsp:spPr>
        <a:xfrm>
          <a:off x="765490" y="1763790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Adaptación y Competitividad:</a:t>
          </a:r>
          <a:r>
            <a:rPr lang="es-AR" sz="1400" kern="1200"/>
            <a:t> En un mercado tecnológico de rápido cambio, la creatividad es crucial para mantener la relevancia y anticiparse a las demandas del entorno.</a:t>
          </a:r>
          <a:endParaRPr lang="en-US" sz="1400" kern="1200"/>
        </a:p>
      </dsp:txBody>
      <dsp:txXfrm>
        <a:off x="765490" y="1763790"/>
        <a:ext cx="6427739" cy="703857"/>
      </dsp:txXfrm>
    </dsp:sp>
    <dsp:sp modelId="{E521C308-A0DD-4C73-B2FD-B4A8872403BE}">
      <dsp:nvSpPr>
        <dsp:cNvPr id="0" name=""/>
        <dsp:cNvSpPr/>
      </dsp:nvSpPr>
      <dsp:spPr>
        <a:xfrm>
          <a:off x="0" y="2643612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EB96B-7D21-4792-AD31-C11BADA90E00}">
      <dsp:nvSpPr>
        <dsp:cNvPr id="0" name=""/>
        <dsp:cNvSpPr/>
      </dsp:nvSpPr>
      <dsp:spPr>
        <a:xfrm>
          <a:off x="200392" y="2792664"/>
          <a:ext cx="364705" cy="3643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ABF9C-1C1B-4086-81B8-4C19B592BB1B}">
      <dsp:nvSpPr>
        <dsp:cNvPr id="0" name=""/>
        <dsp:cNvSpPr/>
      </dsp:nvSpPr>
      <dsp:spPr>
        <a:xfrm>
          <a:off x="765490" y="2643612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Experimentación y Mejora:</a:t>
          </a:r>
          <a:r>
            <a:rPr lang="es-AR" sz="1400" kern="1200"/>
            <a:t> Fomenta un entorno de "prueba y error" (MVP), permitiendo que la innovación tecnológica ocurra a través de prototipos y la mejora continua.</a:t>
          </a:r>
          <a:endParaRPr lang="en-US" sz="1400" kern="1200"/>
        </a:p>
      </dsp:txBody>
      <dsp:txXfrm>
        <a:off x="765490" y="2643612"/>
        <a:ext cx="6427739" cy="703857"/>
      </dsp:txXfrm>
    </dsp:sp>
    <dsp:sp modelId="{6521C08A-57AA-4097-BA52-14BA31DE31A3}">
      <dsp:nvSpPr>
        <dsp:cNvPr id="0" name=""/>
        <dsp:cNvSpPr/>
      </dsp:nvSpPr>
      <dsp:spPr>
        <a:xfrm>
          <a:off x="0" y="3523433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B2BDD-421B-4BC5-9667-C9344568FD0A}">
      <dsp:nvSpPr>
        <dsp:cNvPr id="0" name=""/>
        <dsp:cNvSpPr/>
      </dsp:nvSpPr>
      <dsp:spPr>
        <a:xfrm>
          <a:off x="200392" y="3672485"/>
          <a:ext cx="364705" cy="3643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7A22A-DE78-4D06-9979-C987A0B413B9}">
      <dsp:nvSpPr>
        <dsp:cNvPr id="0" name=""/>
        <dsp:cNvSpPr/>
      </dsp:nvSpPr>
      <dsp:spPr>
        <a:xfrm>
          <a:off x="765490" y="3523433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Fusión de Mente y Tecnología:</a:t>
          </a:r>
          <a:r>
            <a:rPr lang="es-AR" sz="1400" kern="1200"/>
            <a:t> Aunque la IA avanza, la mente humana sigue siendo necesaria para la creatividad original, utilizando la tecnología como herramienta para materializar visiones.</a:t>
          </a:r>
          <a:endParaRPr lang="en-US" sz="1400" kern="1200"/>
        </a:p>
      </dsp:txBody>
      <dsp:txXfrm>
        <a:off x="765490" y="3523433"/>
        <a:ext cx="6427739" cy="703857"/>
      </dsp:txXfrm>
    </dsp:sp>
    <dsp:sp modelId="{F543C474-26C0-4F0E-A1B3-0B9DB22DDEF3}">
      <dsp:nvSpPr>
        <dsp:cNvPr id="0" name=""/>
        <dsp:cNvSpPr/>
      </dsp:nvSpPr>
      <dsp:spPr>
        <a:xfrm>
          <a:off x="0" y="4403255"/>
          <a:ext cx="7216416" cy="6624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73E3E-35F4-4389-AA08-2F8DB6845B5C}">
      <dsp:nvSpPr>
        <dsp:cNvPr id="0" name=""/>
        <dsp:cNvSpPr/>
      </dsp:nvSpPr>
      <dsp:spPr>
        <a:xfrm>
          <a:off x="200392" y="4552307"/>
          <a:ext cx="364705" cy="36434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6CD52-B6B4-42F9-BD21-C9384D7D49B5}">
      <dsp:nvSpPr>
        <dsp:cNvPr id="0" name=""/>
        <dsp:cNvSpPr/>
      </dsp:nvSpPr>
      <dsp:spPr>
        <a:xfrm>
          <a:off x="765490" y="4403255"/>
          <a:ext cx="6427739" cy="70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492" tIns="74492" rIns="74492" bIns="744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Optimización:</a:t>
          </a:r>
          <a:r>
            <a:rPr lang="es-AR" sz="1400" kern="1200"/>
            <a:t> El proceso creativo estructurado ayuda a ahorrar tiempo y recursos, dirigiendo la energía hacia el desarrollo de soluciones de alto impacto</a:t>
          </a:r>
          <a:endParaRPr lang="en-US" sz="1400" kern="1200"/>
        </a:p>
      </dsp:txBody>
      <dsp:txXfrm>
        <a:off x="765490" y="4403255"/>
        <a:ext cx="6427739" cy="7038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B23E9-72D8-4F89-A474-0593A7E94295}">
      <dsp:nvSpPr>
        <dsp:cNvPr id="0" name=""/>
        <dsp:cNvSpPr/>
      </dsp:nvSpPr>
      <dsp:spPr>
        <a:xfrm>
          <a:off x="0" y="3993"/>
          <a:ext cx="7216416" cy="8505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63110-4732-46C7-955D-D4D4CFB73E24}">
      <dsp:nvSpPr>
        <dsp:cNvPr id="0" name=""/>
        <dsp:cNvSpPr/>
      </dsp:nvSpPr>
      <dsp:spPr>
        <a:xfrm>
          <a:off x="257290" y="195365"/>
          <a:ext cx="467800" cy="467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F1178-DBFF-45A4-8FD7-92ABF39E832F}">
      <dsp:nvSpPr>
        <dsp:cNvPr id="0" name=""/>
        <dsp:cNvSpPr/>
      </dsp:nvSpPr>
      <dsp:spPr>
        <a:xfrm>
          <a:off x="982380" y="3993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Preparación:</a:t>
          </a:r>
          <a:r>
            <a:rPr lang="es-AR" sz="1800" kern="1200"/>
            <a:t> Investigación del problema, estudio del contexto y definición del reto.</a:t>
          </a:r>
          <a:endParaRPr lang="en-US" sz="1800" kern="1200"/>
        </a:p>
      </dsp:txBody>
      <dsp:txXfrm>
        <a:off x="982380" y="3993"/>
        <a:ext cx="6234035" cy="850545"/>
      </dsp:txXfrm>
    </dsp:sp>
    <dsp:sp modelId="{28C5D315-BE7F-4688-8A0F-8AEDCB86186A}">
      <dsp:nvSpPr>
        <dsp:cNvPr id="0" name=""/>
        <dsp:cNvSpPr/>
      </dsp:nvSpPr>
      <dsp:spPr>
        <a:xfrm>
          <a:off x="0" y="1067175"/>
          <a:ext cx="7216416" cy="8505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926B2-F3B7-40E1-9EDE-69FB8369709A}">
      <dsp:nvSpPr>
        <dsp:cNvPr id="0" name=""/>
        <dsp:cNvSpPr/>
      </dsp:nvSpPr>
      <dsp:spPr>
        <a:xfrm>
          <a:off x="257290" y="1258547"/>
          <a:ext cx="467800" cy="467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5953F-9DAD-4846-9C8F-D8F3D21C286A}">
      <dsp:nvSpPr>
        <dsp:cNvPr id="0" name=""/>
        <dsp:cNvSpPr/>
      </dsp:nvSpPr>
      <dsp:spPr>
        <a:xfrm>
          <a:off x="982380" y="1067175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Incubación:</a:t>
          </a:r>
          <a:r>
            <a:rPr lang="es-AR" sz="1800" kern="1200"/>
            <a:t> Procesamiento mental de la información, maduración de ideas (muchas veces de forma inconsciente).</a:t>
          </a:r>
          <a:endParaRPr lang="en-US" sz="1800" kern="1200"/>
        </a:p>
      </dsp:txBody>
      <dsp:txXfrm>
        <a:off x="982380" y="1067175"/>
        <a:ext cx="6234035" cy="850545"/>
      </dsp:txXfrm>
    </dsp:sp>
    <dsp:sp modelId="{33C580B4-CE8A-4B76-9D71-A9EA30DE1AA4}">
      <dsp:nvSpPr>
        <dsp:cNvPr id="0" name=""/>
        <dsp:cNvSpPr/>
      </dsp:nvSpPr>
      <dsp:spPr>
        <a:xfrm>
          <a:off x="0" y="2130357"/>
          <a:ext cx="7216416" cy="8505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6518B-381F-41D4-81C1-2BEDB1F0D1D1}">
      <dsp:nvSpPr>
        <dsp:cNvPr id="0" name=""/>
        <dsp:cNvSpPr/>
      </dsp:nvSpPr>
      <dsp:spPr>
        <a:xfrm>
          <a:off x="257290" y="2321729"/>
          <a:ext cx="467800" cy="467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74246-5252-443C-8DFA-A01AF1ED71AA}">
      <dsp:nvSpPr>
        <dsp:cNvPr id="0" name=""/>
        <dsp:cNvSpPr/>
      </dsp:nvSpPr>
      <dsp:spPr>
        <a:xfrm>
          <a:off x="982380" y="2130357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Iluminación:</a:t>
          </a:r>
          <a:r>
            <a:rPr lang="es-AR" sz="1800" kern="1200"/>
            <a:t> "Momento Eureka" donde surge la idea o solución innovadora.</a:t>
          </a:r>
          <a:endParaRPr lang="en-US" sz="1800" kern="1200"/>
        </a:p>
      </dsp:txBody>
      <dsp:txXfrm>
        <a:off x="982380" y="2130357"/>
        <a:ext cx="6234035" cy="850545"/>
      </dsp:txXfrm>
    </dsp:sp>
    <dsp:sp modelId="{24CF0D11-2836-403E-8640-5E93F2E64376}">
      <dsp:nvSpPr>
        <dsp:cNvPr id="0" name=""/>
        <dsp:cNvSpPr/>
      </dsp:nvSpPr>
      <dsp:spPr>
        <a:xfrm>
          <a:off x="0" y="3193539"/>
          <a:ext cx="7216416" cy="8505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3DBAC2-F9B4-4BA5-9D0D-5141BC19EBE1}">
      <dsp:nvSpPr>
        <dsp:cNvPr id="0" name=""/>
        <dsp:cNvSpPr/>
      </dsp:nvSpPr>
      <dsp:spPr>
        <a:xfrm>
          <a:off x="257290" y="3384911"/>
          <a:ext cx="467800" cy="4678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82E6C-581D-47BD-801F-FD7A1DEB90A3}">
      <dsp:nvSpPr>
        <dsp:cNvPr id="0" name=""/>
        <dsp:cNvSpPr/>
      </dsp:nvSpPr>
      <dsp:spPr>
        <a:xfrm>
          <a:off x="982380" y="3193539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Verificación/Validación:</a:t>
          </a:r>
          <a:r>
            <a:rPr lang="es-AR" sz="1800" kern="1200"/>
            <a:t> Comprobación técnica de si la idea es funcional y eficaz.</a:t>
          </a:r>
          <a:endParaRPr lang="en-US" sz="1800" kern="1200"/>
        </a:p>
      </dsp:txBody>
      <dsp:txXfrm>
        <a:off x="982380" y="3193539"/>
        <a:ext cx="6234035" cy="850545"/>
      </dsp:txXfrm>
    </dsp:sp>
    <dsp:sp modelId="{28441AA0-DC09-47C2-AA09-F31908B80E19}">
      <dsp:nvSpPr>
        <dsp:cNvPr id="0" name=""/>
        <dsp:cNvSpPr/>
      </dsp:nvSpPr>
      <dsp:spPr>
        <a:xfrm>
          <a:off x="0" y="4256721"/>
          <a:ext cx="7216416" cy="8505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09D2C-003D-4EF0-A435-7DD70B3D23E0}">
      <dsp:nvSpPr>
        <dsp:cNvPr id="0" name=""/>
        <dsp:cNvSpPr/>
      </dsp:nvSpPr>
      <dsp:spPr>
        <a:xfrm>
          <a:off x="257290" y="4448093"/>
          <a:ext cx="467800" cy="4678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AFB9C-CCB8-4234-9818-9FAB77BFD208}">
      <dsp:nvSpPr>
        <dsp:cNvPr id="0" name=""/>
        <dsp:cNvSpPr/>
      </dsp:nvSpPr>
      <dsp:spPr>
        <a:xfrm>
          <a:off x="982380" y="4256721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Adaptación y Difusión:</a:t>
          </a:r>
          <a:r>
            <a:rPr lang="es-AR" sz="1800" kern="1200"/>
            <a:t> Ajuste del prototipo y comercialización o implementación. </a:t>
          </a:r>
          <a:endParaRPr lang="en-US" sz="1800" kern="1200"/>
        </a:p>
      </dsp:txBody>
      <dsp:txXfrm>
        <a:off x="982380" y="4256721"/>
        <a:ext cx="6234035" cy="850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486CA-7AC1-4B64-A0B5-62BFC1DA0B2C}">
      <dsp:nvSpPr>
        <dsp:cNvPr id="0" name=""/>
        <dsp:cNvSpPr/>
      </dsp:nvSpPr>
      <dsp:spPr>
        <a:xfrm>
          <a:off x="0" y="623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8FF577-A25E-4CF3-AE3C-FC5A6F1078B7}">
      <dsp:nvSpPr>
        <dsp:cNvPr id="0" name=""/>
        <dsp:cNvSpPr/>
      </dsp:nvSpPr>
      <dsp:spPr>
        <a:xfrm>
          <a:off x="0" y="623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1. Fomentar la Divergencia (Lluvia de ideas):</a:t>
          </a:r>
          <a:r>
            <a:rPr lang="es-AR" sz="1400" kern="1200"/>
            <a:t> Inicialmente, no se juzgan ni descartan ideas; la cantidad es más importante que la calidad. Se buscan perspectivas diversas.</a:t>
          </a:r>
          <a:endParaRPr lang="en-US" sz="1400" kern="1200"/>
        </a:p>
      </dsp:txBody>
      <dsp:txXfrm>
        <a:off x="0" y="623"/>
        <a:ext cx="7216416" cy="730001"/>
      </dsp:txXfrm>
    </dsp:sp>
    <dsp:sp modelId="{2A7C3D74-3BD1-4D8A-B9F8-4F702D060BC4}">
      <dsp:nvSpPr>
        <dsp:cNvPr id="0" name=""/>
        <dsp:cNvSpPr/>
      </dsp:nvSpPr>
      <dsp:spPr>
        <a:xfrm>
          <a:off x="0" y="730625"/>
          <a:ext cx="7216416" cy="0"/>
        </a:xfrm>
        <a:prstGeom prst="line">
          <a:avLst/>
        </a:prstGeom>
        <a:solidFill>
          <a:schemeClr val="accent2">
            <a:hueOff val="1178683"/>
            <a:satOff val="-4440"/>
            <a:lumOff val="3726"/>
            <a:alphaOff val="0"/>
          </a:schemeClr>
        </a:solidFill>
        <a:ln w="12700" cap="flat" cmpd="sng" algn="ctr">
          <a:solidFill>
            <a:schemeClr val="accent2">
              <a:hueOff val="1178683"/>
              <a:satOff val="-4440"/>
              <a:lumOff val="3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72060-6185-4DFA-9426-A094C447DE46}">
      <dsp:nvSpPr>
        <dsp:cNvPr id="0" name=""/>
        <dsp:cNvSpPr/>
      </dsp:nvSpPr>
      <dsp:spPr>
        <a:xfrm>
          <a:off x="0" y="730625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2. Investigación y Preparación Profunda:</a:t>
          </a:r>
          <a:r>
            <a:rPr lang="es-AR" sz="1400" kern="1200"/>
            <a:t> Comprender el problema a fondo recopilando datos, observando tendencias y analizando el contexto antes de proponer soluciones.</a:t>
          </a:r>
          <a:endParaRPr lang="en-US" sz="1400" kern="1200"/>
        </a:p>
      </dsp:txBody>
      <dsp:txXfrm>
        <a:off x="0" y="730625"/>
        <a:ext cx="7216416" cy="730001"/>
      </dsp:txXfrm>
    </dsp:sp>
    <dsp:sp modelId="{CE7B0C02-4E4E-482D-8902-EA3D8F4361B1}">
      <dsp:nvSpPr>
        <dsp:cNvPr id="0" name=""/>
        <dsp:cNvSpPr/>
      </dsp:nvSpPr>
      <dsp:spPr>
        <a:xfrm>
          <a:off x="0" y="1460627"/>
          <a:ext cx="7216416" cy="0"/>
        </a:xfrm>
        <a:prstGeom prst="line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69BB1-F123-4EB9-9945-4E8B73BF2B4A}">
      <dsp:nvSpPr>
        <dsp:cNvPr id="0" name=""/>
        <dsp:cNvSpPr/>
      </dsp:nvSpPr>
      <dsp:spPr>
        <a:xfrm>
          <a:off x="0" y="1460627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3. Permitir la Incubación:</a:t>
          </a:r>
          <a:r>
            <a:rPr lang="es-AR" sz="1400" kern="1200"/>
            <a:t> Distanciarse del proyecto para que el subconsciente procese la información, lo que fomenta nuevas conexiones y la "iluminación".</a:t>
          </a:r>
          <a:endParaRPr lang="en-US" sz="1400" kern="1200"/>
        </a:p>
      </dsp:txBody>
      <dsp:txXfrm>
        <a:off x="0" y="1460627"/>
        <a:ext cx="7216416" cy="730001"/>
      </dsp:txXfrm>
    </dsp:sp>
    <dsp:sp modelId="{61E6E7B4-285A-4BD6-8444-323F8B621367}">
      <dsp:nvSpPr>
        <dsp:cNvPr id="0" name=""/>
        <dsp:cNvSpPr/>
      </dsp:nvSpPr>
      <dsp:spPr>
        <a:xfrm>
          <a:off x="0" y="2190629"/>
          <a:ext cx="7216416" cy="0"/>
        </a:xfrm>
        <a:prstGeom prst="line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5221C-E93D-4833-82DC-1165F7D08DE0}">
      <dsp:nvSpPr>
        <dsp:cNvPr id="0" name=""/>
        <dsp:cNvSpPr/>
      </dsp:nvSpPr>
      <dsp:spPr>
        <a:xfrm>
          <a:off x="0" y="2190629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4. Iteración y Validación (Prototipado):</a:t>
          </a:r>
          <a:r>
            <a:rPr lang="es-AR" sz="1400" kern="1200"/>
            <a:t> Las ideas no son perfectas al principio. Es necesario crear prototipos, probarlos rápidamente, recibir feedback y reajustar (ciclos de mejora continua).</a:t>
          </a:r>
          <a:endParaRPr lang="en-US" sz="1400" kern="1200"/>
        </a:p>
      </dsp:txBody>
      <dsp:txXfrm>
        <a:off x="0" y="2190629"/>
        <a:ext cx="7216416" cy="730001"/>
      </dsp:txXfrm>
    </dsp:sp>
    <dsp:sp modelId="{8D87F63C-38C4-408F-BF63-F112B2A86B10}">
      <dsp:nvSpPr>
        <dsp:cNvPr id="0" name=""/>
        <dsp:cNvSpPr/>
      </dsp:nvSpPr>
      <dsp:spPr>
        <a:xfrm>
          <a:off x="0" y="2920630"/>
          <a:ext cx="7216416" cy="0"/>
        </a:xfrm>
        <a:prstGeom prst="line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5045D-8F62-487F-BB8D-19D072416FA6}">
      <dsp:nvSpPr>
        <dsp:cNvPr id="0" name=""/>
        <dsp:cNvSpPr/>
      </dsp:nvSpPr>
      <dsp:spPr>
        <a:xfrm>
          <a:off x="0" y="2920630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5. Enfoque al Usuario y al Problema:</a:t>
          </a:r>
          <a:r>
            <a:rPr lang="es-AR" sz="1400" kern="1200"/>
            <a:t> La innovación debe resolver una necesidad real, no solo ser novedosa. Se prioriza la utilidad práctica.</a:t>
          </a:r>
          <a:endParaRPr lang="en-US" sz="1400" kern="1200"/>
        </a:p>
      </dsp:txBody>
      <dsp:txXfrm>
        <a:off x="0" y="2920630"/>
        <a:ext cx="7216416" cy="730001"/>
      </dsp:txXfrm>
    </dsp:sp>
    <dsp:sp modelId="{9BF93C31-F1DC-4D9C-8CCE-58BD2FB16754}">
      <dsp:nvSpPr>
        <dsp:cNvPr id="0" name=""/>
        <dsp:cNvSpPr/>
      </dsp:nvSpPr>
      <dsp:spPr>
        <a:xfrm>
          <a:off x="0" y="3650632"/>
          <a:ext cx="7216416" cy="0"/>
        </a:xfrm>
        <a:prstGeom prst="line">
          <a:avLst/>
        </a:prstGeom>
        <a:solidFill>
          <a:schemeClr val="accent2">
            <a:hueOff val="5893414"/>
            <a:satOff val="-22198"/>
            <a:lumOff val="18627"/>
            <a:alphaOff val="0"/>
          </a:schemeClr>
        </a:solidFill>
        <a:ln w="12700" cap="flat" cmpd="sng" algn="ctr">
          <a:solidFill>
            <a:schemeClr val="accent2">
              <a:hueOff val="5893414"/>
              <a:satOff val="-22198"/>
              <a:lumOff val="186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DD6B6-54E4-4756-BA87-0F473BFA7967}">
      <dsp:nvSpPr>
        <dsp:cNvPr id="0" name=""/>
        <dsp:cNvSpPr/>
      </dsp:nvSpPr>
      <dsp:spPr>
        <a:xfrm>
          <a:off x="0" y="3650632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6. Colaboración Interdisciplinaria:</a:t>
          </a:r>
          <a:r>
            <a:rPr lang="es-AR" sz="1400" kern="1200"/>
            <a:t> Trabajar con equipos diversos que aportan diferentes visiones técnicas y creativas.</a:t>
          </a:r>
          <a:endParaRPr lang="en-US" sz="1400" kern="1200"/>
        </a:p>
      </dsp:txBody>
      <dsp:txXfrm>
        <a:off x="0" y="3650632"/>
        <a:ext cx="7216416" cy="730001"/>
      </dsp:txXfrm>
    </dsp:sp>
    <dsp:sp modelId="{199E3778-2237-4EE0-B596-535207712226}">
      <dsp:nvSpPr>
        <dsp:cNvPr id="0" name=""/>
        <dsp:cNvSpPr/>
      </dsp:nvSpPr>
      <dsp:spPr>
        <a:xfrm>
          <a:off x="0" y="4380634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068BF-C14F-4546-8EFC-52CA2E8E8809}">
      <dsp:nvSpPr>
        <dsp:cNvPr id="0" name=""/>
        <dsp:cNvSpPr/>
      </dsp:nvSpPr>
      <dsp:spPr>
        <a:xfrm>
          <a:off x="0" y="4380634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7. Verificación de Viabilidad:</a:t>
          </a:r>
          <a:r>
            <a:rPr lang="es-AR" sz="1400" kern="1200"/>
            <a:t> Evaluar críticamente la implementación técnica y económica de la idea antes de su lanzamiento.</a:t>
          </a:r>
          <a:endParaRPr lang="en-US" sz="1400" kern="1200"/>
        </a:p>
      </dsp:txBody>
      <dsp:txXfrm>
        <a:off x="0" y="4380634"/>
        <a:ext cx="7216416" cy="7300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7E0BF-9D62-4D09-A0A6-052ED164DB03}">
      <dsp:nvSpPr>
        <dsp:cNvPr id="0" name=""/>
        <dsp:cNvSpPr/>
      </dsp:nvSpPr>
      <dsp:spPr>
        <a:xfrm>
          <a:off x="0" y="623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AEEA7-1926-42BF-9FE5-0D52B090341E}">
      <dsp:nvSpPr>
        <dsp:cNvPr id="0" name=""/>
        <dsp:cNvSpPr/>
      </dsp:nvSpPr>
      <dsp:spPr>
        <a:xfrm>
          <a:off x="0" y="623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SCAMPER:</a:t>
          </a:r>
          <a:r>
            <a:rPr lang="es-AR" sz="1400" kern="1200"/>
            <a:t> Técnica de pensamiento lateral que modifica productos o procesos existentes mediante sustituir, combinar, adaptar, modificar, poner en otro uso, eliminar o revertir.</a:t>
          </a:r>
          <a:endParaRPr lang="en-US" sz="1400" kern="1200"/>
        </a:p>
      </dsp:txBody>
      <dsp:txXfrm>
        <a:off x="0" y="623"/>
        <a:ext cx="7216416" cy="730001"/>
      </dsp:txXfrm>
    </dsp:sp>
    <dsp:sp modelId="{3EA63907-25DF-46BC-A5CB-4712E98E6EA6}">
      <dsp:nvSpPr>
        <dsp:cNvPr id="0" name=""/>
        <dsp:cNvSpPr/>
      </dsp:nvSpPr>
      <dsp:spPr>
        <a:xfrm>
          <a:off x="0" y="730625"/>
          <a:ext cx="7216416" cy="0"/>
        </a:xfrm>
        <a:prstGeom prst="line">
          <a:avLst/>
        </a:prstGeom>
        <a:solidFill>
          <a:schemeClr val="accent2">
            <a:hueOff val="1178683"/>
            <a:satOff val="-4440"/>
            <a:lumOff val="3726"/>
            <a:alphaOff val="0"/>
          </a:schemeClr>
        </a:solidFill>
        <a:ln w="12700" cap="flat" cmpd="sng" algn="ctr">
          <a:solidFill>
            <a:schemeClr val="accent2">
              <a:hueOff val="1178683"/>
              <a:satOff val="-4440"/>
              <a:lumOff val="3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4553C-A92B-4D6E-9DCE-B3354E4CE73B}">
      <dsp:nvSpPr>
        <dsp:cNvPr id="0" name=""/>
        <dsp:cNvSpPr/>
      </dsp:nvSpPr>
      <dsp:spPr>
        <a:xfrm>
          <a:off x="0" y="730625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Análisis Morfológico:</a:t>
          </a:r>
          <a:r>
            <a:rPr lang="es-AR" sz="1400" kern="1200"/>
            <a:t> Descompone un problema en sus componentes fundamentales para explorar todas las combinaciones posibles de soluciones.</a:t>
          </a:r>
          <a:endParaRPr lang="en-US" sz="1400" kern="1200"/>
        </a:p>
      </dsp:txBody>
      <dsp:txXfrm>
        <a:off x="0" y="730625"/>
        <a:ext cx="7216416" cy="730001"/>
      </dsp:txXfrm>
    </dsp:sp>
    <dsp:sp modelId="{CB73AC3F-FC37-4881-A277-62148D03267E}">
      <dsp:nvSpPr>
        <dsp:cNvPr id="0" name=""/>
        <dsp:cNvSpPr/>
      </dsp:nvSpPr>
      <dsp:spPr>
        <a:xfrm>
          <a:off x="0" y="1460627"/>
          <a:ext cx="7216416" cy="0"/>
        </a:xfrm>
        <a:prstGeom prst="line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61F94-64E4-42F7-B7E8-5609F7F53320}">
      <dsp:nvSpPr>
        <dsp:cNvPr id="0" name=""/>
        <dsp:cNvSpPr/>
      </dsp:nvSpPr>
      <dsp:spPr>
        <a:xfrm>
          <a:off x="0" y="1460627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Brainstorming / Brainwriting:</a:t>
          </a:r>
          <a:r>
            <a:rPr lang="es-AR" sz="1400" kern="1200"/>
            <a:t> Generación libre de ideas en grupo (brainstorming) o escrita e individual antes de compartir (brainwriting), útil para evitar la censura en equipos jerárquicos.</a:t>
          </a:r>
          <a:endParaRPr lang="en-US" sz="1400" kern="1200"/>
        </a:p>
      </dsp:txBody>
      <dsp:txXfrm>
        <a:off x="0" y="1460627"/>
        <a:ext cx="7216416" cy="730001"/>
      </dsp:txXfrm>
    </dsp:sp>
    <dsp:sp modelId="{257798BB-1E24-46C5-AADB-215686853F5C}">
      <dsp:nvSpPr>
        <dsp:cNvPr id="0" name=""/>
        <dsp:cNvSpPr/>
      </dsp:nvSpPr>
      <dsp:spPr>
        <a:xfrm>
          <a:off x="0" y="2190629"/>
          <a:ext cx="7216416" cy="0"/>
        </a:xfrm>
        <a:prstGeom prst="line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59FDB-1650-4CBB-AE84-A719532DF38A}">
      <dsp:nvSpPr>
        <dsp:cNvPr id="0" name=""/>
        <dsp:cNvSpPr/>
      </dsp:nvSpPr>
      <dsp:spPr>
        <a:xfrm>
          <a:off x="0" y="2190629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Biomimética / Biónica:</a:t>
          </a:r>
          <a:r>
            <a:rPr lang="es-AR" sz="1400" kern="1200"/>
            <a:t> Solución de problemas tecnológicos mediante la imitación de estructuras y procesos naturales.</a:t>
          </a:r>
          <a:endParaRPr lang="en-US" sz="1400" kern="1200"/>
        </a:p>
      </dsp:txBody>
      <dsp:txXfrm>
        <a:off x="0" y="2190629"/>
        <a:ext cx="7216416" cy="730001"/>
      </dsp:txXfrm>
    </dsp:sp>
    <dsp:sp modelId="{7E3EA08E-2987-43FA-9D24-A1FE647FCC3A}">
      <dsp:nvSpPr>
        <dsp:cNvPr id="0" name=""/>
        <dsp:cNvSpPr/>
      </dsp:nvSpPr>
      <dsp:spPr>
        <a:xfrm>
          <a:off x="0" y="2920630"/>
          <a:ext cx="7216416" cy="0"/>
        </a:xfrm>
        <a:prstGeom prst="line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8E9B7-5EBA-4399-B2C7-A8D955F35FD6}">
      <dsp:nvSpPr>
        <dsp:cNvPr id="0" name=""/>
        <dsp:cNvSpPr/>
      </dsp:nvSpPr>
      <dsp:spPr>
        <a:xfrm>
          <a:off x="0" y="2920630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Mapas Mentales:</a:t>
          </a:r>
          <a:r>
            <a:rPr lang="es-AR" sz="1400" kern="1200"/>
            <a:t> Diagramas visuales que organizan información de manera no lineal, ayudando a encontrar conexiones entre conceptos.</a:t>
          </a:r>
          <a:endParaRPr lang="en-US" sz="1400" kern="1200"/>
        </a:p>
      </dsp:txBody>
      <dsp:txXfrm>
        <a:off x="0" y="2920630"/>
        <a:ext cx="7216416" cy="730001"/>
      </dsp:txXfrm>
    </dsp:sp>
    <dsp:sp modelId="{24AC667C-D7ED-4702-A722-E7451702408A}">
      <dsp:nvSpPr>
        <dsp:cNvPr id="0" name=""/>
        <dsp:cNvSpPr/>
      </dsp:nvSpPr>
      <dsp:spPr>
        <a:xfrm>
          <a:off x="0" y="3650632"/>
          <a:ext cx="7216416" cy="0"/>
        </a:xfrm>
        <a:prstGeom prst="line">
          <a:avLst/>
        </a:prstGeom>
        <a:solidFill>
          <a:schemeClr val="accent2">
            <a:hueOff val="5893414"/>
            <a:satOff val="-22198"/>
            <a:lumOff val="18627"/>
            <a:alphaOff val="0"/>
          </a:schemeClr>
        </a:solidFill>
        <a:ln w="12700" cap="flat" cmpd="sng" algn="ctr">
          <a:solidFill>
            <a:schemeClr val="accent2">
              <a:hueOff val="5893414"/>
              <a:satOff val="-22198"/>
              <a:lumOff val="186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90B5E-B6F7-4CAC-B4D8-8451D08D0BD8}">
      <dsp:nvSpPr>
        <dsp:cNvPr id="0" name=""/>
        <dsp:cNvSpPr/>
      </dsp:nvSpPr>
      <dsp:spPr>
        <a:xfrm>
          <a:off x="0" y="3650632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Visualización de ideas:</a:t>
          </a:r>
          <a:r>
            <a:rPr lang="es-AR" sz="1400" kern="1200"/>
            <a:t> Uso de contenido audiovisual de diversas plataformas para inspirar y relacionar conceptos visuales con el problema a resolver.</a:t>
          </a:r>
          <a:endParaRPr lang="en-US" sz="1400" kern="1200"/>
        </a:p>
      </dsp:txBody>
      <dsp:txXfrm>
        <a:off x="0" y="3650632"/>
        <a:ext cx="7216416" cy="730001"/>
      </dsp:txXfrm>
    </dsp:sp>
    <dsp:sp modelId="{0E48D0D3-FC40-48E3-AED5-E8519614619B}">
      <dsp:nvSpPr>
        <dsp:cNvPr id="0" name=""/>
        <dsp:cNvSpPr/>
      </dsp:nvSpPr>
      <dsp:spPr>
        <a:xfrm>
          <a:off x="0" y="4380634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63CB0-290A-4068-8F8E-952293AA909A}">
      <dsp:nvSpPr>
        <dsp:cNvPr id="0" name=""/>
        <dsp:cNvSpPr/>
      </dsp:nvSpPr>
      <dsp:spPr>
        <a:xfrm>
          <a:off x="0" y="4380634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Análisis de Analogías:</a:t>
          </a:r>
          <a:r>
            <a:rPr lang="es-AR" sz="1400" kern="1200"/>
            <a:t> Comparar el problema actual con situaciones o productos de otros sectores para romper patrones de pensamiento convencional</a:t>
          </a:r>
          <a:endParaRPr lang="en-US" sz="1400" kern="1200"/>
        </a:p>
      </dsp:txBody>
      <dsp:txXfrm>
        <a:off x="0" y="4380634"/>
        <a:ext cx="7216416" cy="7300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AB2E4C-B7CA-40DE-B65F-E3F5FC119906}">
      <dsp:nvSpPr>
        <dsp:cNvPr id="0" name=""/>
        <dsp:cNvSpPr/>
      </dsp:nvSpPr>
      <dsp:spPr>
        <a:xfrm>
          <a:off x="772415" y="211"/>
          <a:ext cx="3738439" cy="37384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700" kern="1200"/>
            <a:t>Para ustedes…</a:t>
          </a:r>
          <a:endParaRPr lang="en-US" sz="3700" kern="1200"/>
        </a:p>
      </dsp:txBody>
      <dsp:txXfrm>
        <a:off x="1319897" y="547693"/>
        <a:ext cx="2643475" cy="2643475"/>
      </dsp:txXfrm>
    </dsp:sp>
    <dsp:sp modelId="{AE834431-AF15-41BA-A749-7472113C6FC0}">
      <dsp:nvSpPr>
        <dsp:cNvPr id="0" name=""/>
        <dsp:cNvSpPr/>
      </dsp:nvSpPr>
      <dsp:spPr>
        <a:xfrm rot="5400000">
          <a:off x="4819275" y="1374088"/>
          <a:ext cx="1308453" cy="990686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6F44D-A1C8-4CDE-BA30-D5688C79E359}">
      <dsp:nvSpPr>
        <dsp:cNvPr id="0" name=""/>
        <dsp:cNvSpPr/>
      </dsp:nvSpPr>
      <dsp:spPr>
        <a:xfrm>
          <a:off x="6380074" y="211"/>
          <a:ext cx="3738439" cy="37384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700" kern="1200" dirty="0"/>
            <a:t>¿Innovar es tener una buena idea… o hacer que funcione?</a:t>
          </a:r>
          <a:endParaRPr lang="en-US" sz="3700" kern="1200" dirty="0"/>
        </a:p>
      </dsp:txBody>
      <dsp:txXfrm>
        <a:off x="6927556" y="547693"/>
        <a:ext cx="2643475" cy="26434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45DFF-34D5-4CBD-A682-738F4522E9CB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3B316-0623-473F-8E94-E2D746397426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6FF3D-6B21-4FCC-AA98-3F36D8481A6A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Mejora y Eficiencia</a:t>
          </a:r>
          <a:r>
            <a:rPr lang="es-AR" sz="1800" kern="1200"/>
            <a:t>: Busca optimizar procesos existentes o crear nuevas formas de hacer las cosas para mayor productividad.</a:t>
          </a:r>
          <a:endParaRPr lang="en-US" sz="1800" kern="1200"/>
        </a:p>
      </dsp:txBody>
      <dsp:txXfrm>
        <a:off x="1241811" y="2121"/>
        <a:ext cx="5974604" cy="1075161"/>
      </dsp:txXfrm>
    </dsp:sp>
    <dsp:sp modelId="{45E42AF3-4BAC-422C-B9D5-633906BA76C3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D4842-5C64-4226-8922-974968A5D8E9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A3512-AF23-4225-AA55-FB0F8A3DE1D9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Impacto Económico</a:t>
          </a:r>
          <a:r>
            <a:rPr lang="es-AR" sz="1800" kern="1200"/>
            <a:t>: Actúa como motor de crecimiento al crear nuevas industrias y empleos.</a:t>
          </a:r>
          <a:endParaRPr lang="en-US" sz="1800" kern="1200"/>
        </a:p>
      </dsp:txBody>
      <dsp:txXfrm>
        <a:off x="1241811" y="1346073"/>
        <a:ext cx="5974604" cy="1075161"/>
      </dsp:txXfrm>
    </dsp:sp>
    <dsp:sp modelId="{A95DEF76-6086-417A-A84B-7AF3B6D51D99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203BF-137E-4A55-B17D-CCFFA22CC3DB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123B8-E27A-4DDB-9E9E-BB2F44FAF9FF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Tipos</a:t>
          </a:r>
          <a:r>
            <a:rPr lang="es-AR" sz="1800" kern="1200"/>
            <a:t>: Puede ser incremental (mejoras constantes como nuevos modelos de smartphones) o disruptiva (cambia el mercado, ej. blockchain, inteligencia artificial).</a:t>
          </a:r>
          <a:endParaRPr lang="en-US" sz="1800" kern="1200"/>
        </a:p>
      </dsp:txBody>
      <dsp:txXfrm>
        <a:off x="1241811" y="2690025"/>
        <a:ext cx="5974604" cy="1075161"/>
      </dsp:txXfrm>
    </dsp:sp>
    <dsp:sp modelId="{765C29B2-927B-4857-953E-B46CE8E989B2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4BF39-154D-46EA-A467-64B7D0E5B69E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2EAFC2-0FAC-41FD-9455-F1167799F7D1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kern="1200"/>
            <a:t>Aplicación Práctica</a:t>
          </a:r>
          <a:r>
            <a:rPr lang="es-AR" sz="1800" kern="1200"/>
            <a:t>: No es solo una idea, sino la implementación exitosa de la tecnología en el mercado. </a:t>
          </a:r>
          <a:endParaRPr lang="en-US" sz="1800" kern="1200"/>
        </a:p>
      </dsp:txBody>
      <dsp:txXfrm>
        <a:off x="1241811" y="4033977"/>
        <a:ext cx="5974604" cy="10751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CF071-B2AD-4828-B503-3014975537B5}">
      <dsp:nvSpPr>
        <dsp:cNvPr id="0" name=""/>
        <dsp:cNvSpPr/>
      </dsp:nvSpPr>
      <dsp:spPr>
        <a:xfrm>
          <a:off x="0" y="435"/>
          <a:ext cx="10890928" cy="1018654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ADB32-A072-421E-A9FF-EB8A830E03D9}">
      <dsp:nvSpPr>
        <dsp:cNvPr id="0" name=""/>
        <dsp:cNvSpPr/>
      </dsp:nvSpPr>
      <dsp:spPr>
        <a:xfrm>
          <a:off x="308142" y="229632"/>
          <a:ext cx="560259" cy="5602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288FB-CDE8-4FDB-A6CC-25FDE006F47E}">
      <dsp:nvSpPr>
        <dsp:cNvPr id="0" name=""/>
        <dsp:cNvSpPr/>
      </dsp:nvSpPr>
      <dsp:spPr>
        <a:xfrm>
          <a:off x="1176545" y="435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500" b="1" kern="1200" dirty="0"/>
            <a:t>Ventaja competitiva</a:t>
          </a:r>
          <a:r>
            <a:rPr lang="es-AR" sz="2500" kern="1200" dirty="0"/>
            <a:t>: Diferenciación frente a la competencia.</a:t>
          </a:r>
          <a:endParaRPr lang="en-US" sz="2500" kern="1200" dirty="0"/>
        </a:p>
      </dsp:txBody>
      <dsp:txXfrm>
        <a:off x="1176545" y="435"/>
        <a:ext cx="9714382" cy="1018654"/>
      </dsp:txXfrm>
    </dsp:sp>
    <dsp:sp modelId="{4E0F4C70-3F3E-4602-94B7-C6E561621088}">
      <dsp:nvSpPr>
        <dsp:cNvPr id="0" name=""/>
        <dsp:cNvSpPr/>
      </dsp:nvSpPr>
      <dsp:spPr>
        <a:xfrm>
          <a:off x="0" y="1273752"/>
          <a:ext cx="10890928" cy="1018654"/>
        </a:xfrm>
        <a:prstGeom prst="roundRect">
          <a:avLst>
            <a:gd name="adj" fmla="val 10000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3139F-607B-4558-95D7-7D419367B84A}">
      <dsp:nvSpPr>
        <dsp:cNvPr id="0" name=""/>
        <dsp:cNvSpPr/>
      </dsp:nvSpPr>
      <dsp:spPr>
        <a:xfrm>
          <a:off x="308142" y="1502950"/>
          <a:ext cx="560259" cy="560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5B256-5CAB-4199-B84D-2C7AB7E307B7}">
      <dsp:nvSpPr>
        <dsp:cNvPr id="0" name=""/>
        <dsp:cNvSpPr/>
      </dsp:nvSpPr>
      <dsp:spPr>
        <a:xfrm>
          <a:off x="1176545" y="1273752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500" b="1" kern="1200" dirty="0"/>
            <a:t>Mejor experiencia de cliente</a:t>
          </a:r>
          <a:r>
            <a:rPr lang="es-AR" sz="2500" kern="1200" dirty="0"/>
            <a:t>: Soluciones como </a:t>
          </a:r>
          <a:r>
            <a:rPr lang="es-AR" sz="2500" kern="1200" dirty="0" err="1"/>
            <a:t>chatbots</a:t>
          </a:r>
          <a:r>
            <a:rPr lang="es-AR" sz="2500" kern="1200" dirty="0"/>
            <a:t> o IA.</a:t>
          </a:r>
          <a:endParaRPr lang="en-US" sz="2500" kern="1200" dirty="0"/>
        </a:p>
      </dsp:txBody>
      <dsp:txXfrm>
        <a:off x="1176545" y="1273752"/>
        <a:ext cx="9714382" cy="1018654"/>
      </dsp:txXfrm>
    </dsp:sp>
    <dsp:sp modelId="{4C7A7732-35B9-4B7A-B392-E23A590FD3E8}">
      <dsp:nvSpPr>
        <dsp:cNvPr id="0" name=""/>
        <dsp:cNvSpPr/>
      </dsp:nvSpPr>
      <dsp:spPr>
        <a:xfrm>
          <a:off x="0" y="2547070"/>
          <a:ext cx="10890928" cy="1018654"/>
        </a:xfrm>
        <a:prstGeom prst="roundRect">
          <a:avLst>
            <a:gd name="adj" fmla="val 10000"/>
          </a:avLst>
        </a:prstGeom>
        <a:solidFill>
          <a:srgbClr val="FFFF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A8AD6-24A3-452B-8383-F4BFA988F441}">
      <dsp:nvSpPr>
        <dsp:cNvPr id="0" name=""/>
        <dsp:cNvSpPr/>
      </dsp:nvSpPr>
      <dsp:spPr>
        <a:xfrm>
          <a:off x="308142" y="2776267"/>
          <a:ext cx="560259" cy="560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2596A-0720-4AB8-9965-CE4DBA67D85E}">
      <dsp:nvSpPr>
        <dsp:cNvPr id="0" name=""/>
        <dsp:cNvSpPr/>
      </dsp:nvSpPr>
      <dsp:spPr>
        <a:xfrm>
          <a:off x="1176545" y="2547070"/>
          <a:ext cx="9714382" cy="1018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8" tIns="107808" rIns="107808" bIns="10780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500" b="1" kern="1200" dirty="0"/>
            <a:t>Sostenibilidad</a:t>
          </a:r>
          <a:r>
            <a:rPr lang="es-AR" sz="2500" kern="1200" dirty="0"/>
            <a:t>: Creación de soluciones más respetuosas con el medio ambiente</a:t>
          </a:r>
          <a:endParaRPr lang="en-US" sz="2500" kern="1200" dirty="0"/>
        </a:p>
      </dsp:txBody>
      <dsp:txXfrm>
        <a:off x="1176545" y="2547070"/>
        <a:ext cx="9714382" cy="10186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38BA6-B87A-4269-B168-80B8897E7675}">
      <dsp:nvSpPr>
        <dsp:cNvPr id="0" name=""/>
        <dsp:cNvSpPr/>
      </dsp:nvSpPr>
      <dsp:spPr>
        <a:xfrm>
          <a:off x="0" y="586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1ADA5-F314-4FE2-9ED3-E53CBEE7CA6D}">
      <dsp:nvSpPr>
        <dsp:cNvPr id="0" name=""/>
        <dsp:cNvSpPr/>
      </dsp:nvSpPr>
      <dsp:spPr>
        <a:xfrm>
          <a:off x="0" y="586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Novedad y Creatividad:</a:t>
          </a:r>
          <a:r>
            <a:rPr lang="es-AR" sz="1500" kern="1200"/>
            <a:t> No se limita a copiar, sino que genera ideas originales, nuevos productos o mejoras sustanciales en los existentes, basándose en conceptos originales.</a:t>
          </a:r>
          <a:endParaRPr lang="en-US" sz="1500" kern="1200"/>
        </a:p>
      </dsp:txBody>
      <dsp:txXfrm>
        <a:off x="0" y="586"/>
        <a:ext cx="11355275" cy="533652"/>
      </dsp:txXfrm>
    </dsp:sp>
    <dsp:sp modelId="{FD7C83C4-3289-406D-B333-F3F35892708C}">
      <dsp:nvSpPr>
        <dsp:cNvPr id="0" name=""/>
        <dsp:cNvSpPr/>
      </dsp:nvSpPr>
      <dsp:spPr>
        <a:xfrm>
          <a:off x="0" y="534238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BDD61-F7AF-4F21-A896-EE47C70B5C0E}">
      <dsp:nvSpPr>
        <dsp:cNvPr id="0" name=""/>
        <dsp:cNvSpPr/>
      </dsp:nvSpPr>
      <dsp:spPr>
        <a:xfrm>
          <a:off x="0" y="534238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Proceso Sistemático y Planificado:</a:t>
          </a:r>
          <a:r>
            <a:rPr lang="es-AR" sz="1500" kern="1200"/>
            <a:t> Implica investigación, desarrollo, presupuestos y una planificación estructurada (I+D+i).</a:t>
          </a:r>
          <a:endParaRPr lang="en-US" sz="1500" kern="1200"/>
        </a:p>
      </dsp:txBody>
      <dsp:txXfrm>
        <a:off x="0" y="534238"/>
        <a:ext cx="11355275" cy="533652"/>
      </dsp:txXfrm>
    </dsp:sp>
    <dsp:sp modelId="{02AED142-D0ED-40CD-9069-683B998EEF62}">
      <dsp:nvSpPr>
        <dsp:cNvPr id="0" name=""/>
        <dsp:cNvSpPr/>
      </dsp:nvSpPr>
      <dsp:spPr>
        <a:xfrm>
          <a:off x="0" y="1067890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03CD1-1CB5-4728-8FE0-E06F85E5AE20}">
      <dsp:nvSpPr>
        <dsp:cNvPr id="0" name=""/>
        <dsp:cNvSpPr/>
      </dsp:nvSpPr>
      <dsp:spPr>
        <a:xfrm>
          <a:off x="0" y="1067890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Orientada a la Mejora (Eficiencia y Productividad):</a:t>
          </a:r>
          <a:r>
            <a:rPr lang="es-AR" sz="1500" kern="1200"/>
            <a:t> Busca mejorar procesos, reducir costes operativos y aumentar la productividad o calidad de productos y servicios.</a:t>
          </a:r>
          <a:endParaRPr lang="en-US" sz="1500" kern="1200"/>
        </a:p>
      </dsp:txBody>
      <dsp:txXfrm>
        <a:off x="0" y="1067890"/>
        <a:ext cx="11355275" cy="533652"/>
      </dsp:txXfrm>
    </dsp:sp>
    <dsp:sp modelId="{59F1E70B-1793-439C-BBE5-B400D73B7B6E}">
      <dsp:nvSpPr>
        <dsp:cNvPr id="0" name=""/>
        <dsp:cNvSpPr/>
      </dsp:nvSpPr>
      <dsp:spPr>
        <a:xfrm>
          <a:off x="0" y="1601542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689243-A008-41F9-B777-F1D412E081D9}">
      <dsp:nvSpPr>
        <dsp:cNvPr id="0" name=""/>
        <dsp:cNvSpPr/>
      </dsp:nvSpPr>
      <dsp:spPr>
        <a:xfrm>
          <a:off x="0" y="1601542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Incertidumbre y Riesgo:</a:t>
          </a:r>
          <a:r>
            <a:rPr lang="es-AR" sz="1500" kern="1200"/>
            <a:t> Al tratar con tecnologías nuevas o aplicaciones originales, el resultado final no es garantizado y conlleva riesgos.</a:t>
          </a:r>
          <a:endParaRPr lang="en-US" sz="1500" kern="1200"/>
        </a:p>
      </dsp:txBody>
      <dsp:txXfrm>
        <a:off x="0" y="1601542"/>
        <a:ext cx="11355275" cy="533652"/>
      </dsp:txXfrm>
    </dsp:sp>
    <dsp:sp modelId="{99BD0438-052B-409D-BEAD-3AA8E268EF1A}">
      <dsp:nvSpPr>
        <dsp:cNvPr id="0" name=""/>
        <dsp:cNvSpPr/>
      </dsp:nvSpPr>
      <dsp:spPr>
        <a:xfrm>
          <a:off x="0" y="2135194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08A62-9165-4AF8-BF70-7065C56CD581}">
      <dsp:nvSpPr>
        <dsp:cNvPr id="0" name=""/>
        <dsp:cNvSpPr/>
      </dsp:nvSpPr>
      <dsp:spPr>
        <a:xfrm>
          <a:off x="0" y="2135194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Característica Iterativa:</a:t>
          </a:r>
          <a:r>
            <a:rPr lang="es-AR" sz="1500" kern="1200"/>
            <a:t> Es un proceso de mejora constante y evolución de ideas, influenciado por la retroalimentación de los usuarios y el mercado.</a:t>
          </a:r>
          <a:endParaRPr lang="en-US" sz="1500" kern="1200"/>
        </a:p>
      </dsp:txBody>
      <dsp:txXfrm>
        <a:off x="0" y="2135194"/>
        <a:ext cx="11355275" cy="533652"/>
      </dsp:txXfrm>
    </dsp:sp>
    <dsp:sp modelId="{4A8B2545-1380-4A7C-921A-A2C0E7F298F8}">
      <dsp:nvSpPr>
        <dsp:cNvPr id="0" name=""/>
        <dsp:cNvSpPr/>
      </dsp:nvSpPr>
      <dsp:spPr>
        <a:xfrm>
          <a:off x="0" y="2668846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8013B-8D31-4F64-B8CA-3CC7824856C2}">
      <dsp:nvSpPr>
        <dsp:cNvPr id="0" name=""/>
        <dsp:cNvSpPr/>
      </dsp:nvSpPr>
      <dsp:spPr>
        <a:xfrm>
          <a:off x="0" y="2668846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Efecto de "Rendimientos Crecientes":</a:t>
          </a:r>
          <a:r>
            <a:rPr lang="es-AR" sz="1500" kern="1200"/>
            <a:t> Las tecnologías tienden a ser más eficaces a medida que son más adoptadas y utilizadas.</a:t>
          </a:r>
          <a:endParaRPr lang="en-US" sz="1500" kern="1200"/>
        </a:p>
      </dsp:txBody>
      <dsp:txXfrm>
        <a:off x="0" y="2668846"/>
        <a:ext cx="11355275" cy="533652"/>
      </dsp:txXfrm>
    </dsp:sp>
    <dsp:sp modelId="{8C3340E5-945C-47A3-9A23-A268356A3FE7}">
      <dsp:nvSpPr>
        <dsp:cNvPr id="0" name=""/>
        <dsp:cNvSpPr/>
      </dsp:nvSpPr>
      <dsp:spPr>
        <a:xfrm>
          <a:off x="0" y="3202498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D8FC9-733D-436F-A5B5-AD46AFD6140E}">
      <dsp:nvSpPr>
        <dsp:cNvPr id="0" name=""/>
        <dsp:cNvSpPr/>
      </dsp:nvSpPr>
      <dsp:spPr>
        <a:xfrm>
          <a:off x="0" y="3202498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Transformadora (Disruptiva o Incremental):</a:t>
          </a:r>
          <a:r>
            <a:rPr lang="es-AR" sz="1500" kern="1200"/>
            <a:t> Puede ser un cambio radical que transforma mercados (disruptiva) o una mejora constante sobre lo existente (incremental).</a:t>
          </a:r>
          <a:endParaRPr lang="en-US" sz="1500" kern="1200"/>
        </a:p>
      </dsp:txBody>
      <dsp:txXfrm>
        <a:off x="0" y="3202498"/>
        <a:ext cx="11355275" cy="533652"/>
      </dsp:txXfrm>
    </dsp:sp>
    <dsp:sp modelId="{1B7FBDEF-87C9-4954-817A-27AD0F89837B}">
      <dsp:nvSpPr>
        <dsp:cNvPr id="0" name=""/>
        <dsp:cNvSpPr/>
      </dsp:nvSpPr>
      <dsp:spPr>
        <a:xfrm>
          <a:off x="0" y="3736150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BBB08-1CCF-4926-A826-C09359C81992}">
      <dsp:nvSpPr>
        <dsp:cNvPr id="0" name=""/>
        <dsp:cNvSpPr/>
      </dsp:nvSpPr>
      <dsp:spPr>
        <a:xfrm>
          <a:off x="0" y="3736150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Reproducible:</a:t>
          </a:r>
          <a:r>
            <a:rPr lang="es-AR" sz="1500" kern="1200"/>
            <a:t> Los resultados de la innovación deben poderse aplicar de forma repetible en un entorno de producción.</a:t>
          </a:r>
          <a:endParaRPr lang="en-US" sz="1500" kern="1200"/>
        </a:p>
      </dsp:txBody>
      <dsp:txXfrm>
        <a:off x="0" y="3736150"/>
        <a:ext cx="11355275" cy="533652"/>
      </dsp:txXfrm>
    </dsp:sp>
    <dsp:sp modelId="{AC83B95B-9E4F-48FB-A6C1-11A3EDDD7271}">
      <dsp:nvSpPr>
        <dsp:cNvPr id="0" name=""/>
        <dsp:cNvSpPr/>
      </dsp:nvSpPr>
      <dsp:spPr>
        <a:xfrm>
          <a:off x="0" y="4269802"/>
          <a:ext cx="113552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BE94B-E2F7-4347-8F38-07EACEE90A46}">
      <dsp:nvSpPr>
        <dsp:cNvPr id="0" name=""/>
        <dsp:cNvSpPr/>
      </dsp:nvSpPr>
      <dsp:spPr>
        <a:xfrm>
          <a:off x="0" y="4269802"/>
          <a:ext cx="11355275" cy="533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Impulsada por el Mercado:</a:t>
          </a:r>
          <a:r>
            <a:rPr lang="es-AR" sz="1500" kern="1200"/>
            <a:t> Responde a necesidades concretas del consumidor y a la competencia, adaptándose al entorno tecnológico.</a:t>
          </a:r>
          <a:endParaRPr lang="en-US" sz="1500" kern="1200"/>
        </a:p>
      </dsp:txBody>
      <dsp:txXfrm>
        <a:off x="0" y="4269802"/>
        <a:ext cx="11355275" cy="53365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320FD-0BDA-473A-96E5-6791EF1208C9}">
      <dsp:nvSpPr>
        <dsp:cNvPr id="0" name=""/>
        <dsp:cNvSpPr/>
      </dsp:nvSpPr>
      <dsp:spPr>
        <a:xfrm>
          <a:off x="194508" y="641247"/>
          <a:ext cx="910382" cy="9103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56A9F-5CAB-46E6-8CF3-9F93F29CAE4A}">
      <dsp:nvSpPr>
        <dsp:cNvPr id="0" name=""/>
        <dsp:cNvSpPr/>
      </dsp:nvSpPr>
      <dsp:spPr>
        <a:xfrm>
          <a:off x="385688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22584-662A-4CBB-91A7-41DE041CBF9D}">
      <dsp:nvSpPr>
        <dsp:cNvPr id="0" name=""/>
        <dsp:cNvSpPr/>
      </dsp:nvSpPr>
      <dsp:spPr>
        <a:xfrm>
          <a:off x="1299972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/>
            <a:t>Innovación Incremental:</a:t>
          </a:r>
          <a:r>
            <a:rPr lang="es-AR" sz="1100" kern="1200"/>
            <a:t> Consiste en pequeñas mejoras continuas aplicadas a productos, servicios o procesos ya existentes para aumentar su eficiencia, productividad o valor, como las actualizaciones de software o nuevos modelos de smartphones.</a:t>
          </a:r>
          <a:endParaRPr lang="en-US" sz="1100" kern="1200"/>
        </a:p>
      </dsp:txBody>
      <dsp:txXfrm>
        <a:off x="1299972" y="641247"/>
        <a:ext cx="2145901" cy="910382"/>
      </dsp:txXfrm>
    </dsp:sp>
    <dsp:sp modelId="{50FFADD3-ECAD-4A8E-91B7-ACAFFF12BDD8}">
      <dsp:nvSpPr>
        <dsp:cNvPr id="0" name=""/>
        <dsp:cNvSpPr/>
      </dsp:nvSpPr>
      <dsp:spPr>
        <a:xfrm>
          <a:off x="3819781" y="641247"/>
          <a:ext cx="910382" cy="9103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FA839-EBA6-4545-AD68-624A625F7F15}">
      <dsp:nvSpPr>
        <dsp:cNvPr id="0" name=""/>
        <dsp:cNvSpPr/>
      </dsp:nvSpPr>
      <dsp:spPr>
        <a:xfrm>
          <a:off x="4010961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F01D7-3B28-4024-9D94-8E8B2A4FE3CD}">
      <dsp:nvSpPr>
        <dsp:cNvPr id="0" name=""/>
        <dsp:cNvSpPr/>
      </dsp:nvSpPr>
      <dsp:spPr>
        <a:xfrm>
          <a:off x="4925245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Innovación Radical:</a:t>
          </a:r>
          <a:r>
            <a:rPr lang="es-AR" sz="1100" kern="1200" dirty="0"/>
            <a:t> Introduce cambios revolucionarios que transforman la industria, crean mercados totalmente nuevos y dejan obsoletas tecnologías anteriores, como la invención de internet o los smartphones.</a:t>
          </a:r>
          <a:endParaRPr lang="en-US" sz="1100" kern="1200" dirty="0"/>
        </a:p>
      </dsp:txBody>
      <dsp:txXfrm>
        <a:off x="4925245" y="641247"/>
        <a:ext cx="2145901" cy="910382"/>
      </dsp:txXfrm>
    </dsp:sp>
    <dsp:sp modelId="{AC8A2A08-AE33-4DD1-9CC7-1CD9A87C375A}">
      <dsp:nvSpPr>
        <dsp:cNvPr id="0" name=""/>
        <dsp:cNvSpPr/>
      </dsp:nvSpPr>
      <dsp:spPr>
        <a:xfrm>
          <a:off x="7445054" y="641247"/>
          <a:ext cx="910382" cy="9103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98D74-A97D-43FD-8E34-04A75B0AAB1E}">
      <dsp:nvSpPr>
        <dsp:cNvPr id="0" name=""/>
        <dsp:cNvSpPr/>
      </dsp:nvSpPr>
      <dsp:spPr>
        <a:xfrm>
          <a:off x="7636234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A07DE-63FE-43F0-921B-14CAD7A5EEAF}">
      <dsp:nvSpPr>
        <dsp:cNvPr id="0" name=""/>
        <dsp:cNvSpPr/>
      </dsp:nvSpPr>
      <dsp:spPr>
        <a:xfrm>
          <a:off x="8550519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/>
            <a:t>Innovación Disruptiva:</a:t>
          </a:r>
          <a:r>
            <a:rPr lang="es-AR" sz="1100" kern="1200"/>
            <a:t> A menudo comienza en nichos de mercado y termina desplazando a las tecnologías líderes, cambiando por completo la forma en que los consumidores acceden a un producto o servicio.</a:t>
          </a:r>
          <a:endParaRPr lang="en-US" sz="1100" kern="1200"/>
        </a:p>
      </dsp:txBody>
      <dsp:txXfrm>
        <a:off x="8550519" y="641247"/>
        <a:ext cx="2145901" cy="910382"/>
      </dsp:txXfrm>
    </dsp:sp>
    <dsp:sp modelId="{BBEE400F-0058-460F-8536-6CFCF2B173F9}">
      <dsp:nvSpPr>
        <dsp:cNvPr id="0" name=""/>
        <dsp:cNvSpPr/>
      </dsp:nvSpPr>
      <dsp:spPr>
        <a:xfrm>
          <a:off x="194508" y="2187237"/>
          <a:ext cx="910382" cy="9103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36626-D4EF-4E38-99A9-99E47E6D6E88}">
      <dsp:nvSpPr>
        <dsp:cNvPr id="0" name=""/>
        <dsp:cNvSpPr/>
      </dsp:nvSpPr>
      <dsp:spPr>
        <a:xfrm>
          <a:off x="385688" y="2378418"/>
          <a:ext cx="528021" cy="5280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BB7F5-7257-4379-BD4F-13D52CE622E7}">
      <dsp:nvSpPr>
        <dsp:cNvPr id="0" name=""/>
        <dsp:cNvSpPr/>
      </dsp:nvSpPr>
      <dsp:spPr>
        <a:xfrm>
          <a:off x="1299972" y="218723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/>
            <a:t>Innovación de Producto:</a:t>
          </a:r>
          <a:r>
            <a:rPr lang="es-AR" sz="1100" kern="1200"/>
            <a:t> Creación de nuevos productos o mejoras significativas en las características funcionales de los ya existentes.</a:t>
          </a:r>
          <a:endParaRPr lang="en-US" sz="1100" kern="1200"/>
        </a:p>
      </dsp:txBody>
      <dsp:txXfrm>
        <a:off x="1299972" y="2187237"/>
        <a:ext cx="2145901" cy="910382"/>
      </dsp:txXfrm>
    </dsp:sp>
    <dsp:sp modelId="{73C28DE5-3387-450C-8BC6-A37A23910729}">
      <dsp:nvSpPr>
        <dsp:cNvPr id="0" name=""/>
        <dsp:cNvSpPr/>
      </dsp:nvSpPr>
      <dsp:spPr>
        <a:xfrm>
          <a:off x="3819781" y="2187237"/>
          <a:ext cx="910382" cy="9103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58627-A524-4DE2-8D23-D10AE4E8B46B}">
      <dsp:nvSpPr>
        <dsp:cNvPr id="0" name=""/>
        <dsp:cNvSpPr/>
      </dsp:nvSpPr>
      <dsp:spPr>
        <a:xfrm>
          <a:off x="4010961" y="2378418"/>
          <a:ext cx="528021" cy="5280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39619-A269-48C6-ABEF-FA9F178F0AB3}">
      <dsp:nvSpPr>
        <dsp:cNvPr id="0" name=""/>
        <dsp:cNvSpPr/>
      </dsp:nvSpPr>
      <dsp:spPr>
        <a:xfrm>
          <a:off x="4925245" y="218723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/>
            <a:t>Innovación de Proceso:</a:t>
          </a:r>
          <a:r>
            <a:rPr lang="es-AR" sz="1100" kern="1200"/>
            <a:t> Implementación de métodos de producción o distribución nuevos o mejorados (ej. automatización, robótica).</a:t>
          </a:r>
          <a:endParaRPr lang="en-US" sz="1100" kern="1200"/>
        </a:p>
      </dsp:txBody>
      <dsp:txXfrm>
        <a:off x="4925245" y="2187237"/>
        <a:ext cx="2145901" cy="910382"/>
      </dsp:txXfrm>
    </dsp:sp>
    <dsp:sp modelId="{C1678CBA-C131-4D71-AC13-19C1127DB954}">
      <dsp:nvSpPr>
        <dsp:cNvPr id="0" name=""/>
        <dsp:cNvSpPr/>
      </dsp:nvSpPr>
      <dsp:spPr>
        <a:xfrm>
          <a:off x="7445054" y="2187237"/>
          <a:ext cx="910382" cy="9103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BB7B6F-19E5-4A40-BD6B-10F68180165E}">
      <dsp:nvSpPr>
        <dsp:cNvPr id="0" name=""/>
        <dsp:cNvSpPr/>
      </dsp:nvSpPr>
      <dsp:spPr>
        <a:xfrm>
          <a:off x="7636234" y="2378418"/>
          <a:ext cx="528021" cy="5280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CED60-F968-4396-B977-6A7149871369}">
      <dsp:nvSpPr>
        <dsp:cNvPr id="0" name=""/>
        <dsp:cNvSpPr/>
      </dsp:nvSpPr>
      <dsp:spPr>
        <a:xfrm>
          <a:off x="8550519" y="218723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/>
            <a:t>Innovación Tecnológica Sostenible:</a:t>
          </a:r>
          <a:r>
            <a:rPr lang="es-AR" sz="1100" kern="1200"/>
            <a:t> Enfocada en desarrollar soluciones que mejoran la eficiencia sin cambiar drásticamente el mercado, orientada a la sostenibilidad</a:t>
          </a:r>
          <a:endParaRPr lang="en-US" sz="1100" kern="1200"/>
        </a:p>
      </dsp:txBody>
      <dsp:txXfrm>
        <a:off x="8550519" y="2187237"/>
        <a:ext cx="2145901" cy="9103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3B4BA-89D8-457B-9C76-79DCAD2E3677}">
      <dsp:nvSpPr>
        <dsp:cNvPr id="0" name=""/>
        <dsp:cNvSpPr/>
      </dsp:nvSpPr>
      <dsp:spPr>
        <a:xfrm>
          <a:off x="0" y="5020"/>
          <a:ext cx="11287314" cy="11684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83B4DC-FBE9-4C93-944B-0C5FA1781ABB}">
      <dsp:nvSpPr>
        <dsp:cNvPr id="0" name=""/>
        <dsp:cNvSpPr/>
      </dsp:nvSpPr>
      <dsp:spPr>
        <a:xfrm>
          <a:off x="353468" y="267930"/>
          <a:ext cx="642669" cy="6426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30A56-4271-4A29-80D6-529594FD9886}">
      <dsp:nvSpPr>
        <dsp:cNvPr id="0" name=""/>
        <dsp:cNvSpPr/>
      </dsp:nvSpPr>
      <dsp:spPr>
        <a:xfrm>
          <a:off x="1349606" y="5020"/>
          <a:ext cx="5079291" cy="116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65" tIns="123665" rIns="123665" bIns="12366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b="1" i="0" kern="1200" baseline="0" dirty="0"/>
            <a:t>Eficiencia Operativa y Productividad:</a:t>
          </a:r>
          <a:endParaRPr lang="en-US" sz="2200" kern="1200" dirty="0"/>
        </a:p>
      </dsp:txBody>
      <dsp:txXfrm>
        <a:off x="1349606" y="5020"/>
        <a:ext cx="5079291" cy="1168490"/>
      </dsp:txXfrm>
    </dsp:sp>
    <dsp:sp modelId="{AEF792F5-348D-4082-8D96-CA3100E010C2}">
      <dsp:nvSpPr>
        <dsp:cNvPr id="0" name=""/>
        <dsp:cNvSpPr/>
      </dsp:nvSpPr>
      <dsp:spPr>
        <a:xfrm>
          <a:off x="6428897" y="5020"/>
          <a:ext cx="4857097" cy="116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65" tIns="123665" rIns="123665" bIns="12366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Automatización de procesos:</a:t>
          </a:r>
          <a:r>
            <a:rPr lang="es-AR" sz="1100" b="0" i="0" kern="1200" baseline="0"/>
            <a:t> La adopción de tecnología permite realizar tareas repetitivas de forma más rápida y precisa, reduciendo errores humanos.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 dirty="0"/>
            <a:t>Reducción de costos:</a:t>
          </a:r>
          <a:r>
            <a:rPr lang="es-AR" sz="1100" b="0" i="0" kern="1200" baseline="0" dirty="0"/>
            <a:t> Mejora la gestión de recursos, lo que disminuye gastos operativos y maximiza la rentabilidad.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Monitoreo en tiempo real:</a:t>
          </a:r>
          <a:r>
            <a:rPr lang="es-AR" sz="1100" b="0" i="0" kern="1200" baseline="0"/>
            <a:t> Facilita el seguimiento de inventarios, producción y finanzas.</a:t>
          </a:r>
          <a:endParaRPr lang="en-US" sz="1100" kern="1200"/>
        </a:p>
      </dsp:txBody>
      <dsp:txXfrm>
        <a:off x="6428897" y="5020"/>
        <a:ext cx="4857097" cy="1168490"/>
      </dsp:txXfrm>
    </dsp:sp>
    <dsp:sp modelId="{FC0C9B5F-6874-4F59-8786-92F039FC2C1C}">
      <dsp:nvSpPr>
        <dsp:cNvPr id="0" name=""/>
        <dsp:cNvSpPr/>
      </dsp:nvSpPr>
      <dsp:spPr>
        <a:xfrm>
          <a:off x="0" y="1465633"/>
          <a:ext cx="11287314" cy="116849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A77A5-EC0A-4C86-BC84-BF8D71042734}">
      <dsp:nvSpPr>
        <dsp:cNvPr id="0" name=""/>
        <dsp:cNvSpPr/>
      </dsp:nvSpPr>
      <dsp:spPr>
        <a:xfrm>
          <a:off x="353468" y="1728543"/>
          <a:ext cx="642669" cy="6426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F1D7B-8A80-43C6-A9D3-8261936AB323}">
      <dsp:nvSpPr>
        <dsp:cNvPr id="0" name=""/>
        <dsp:cNvSpPr/>
      </dsp:nvSpPr>
      <dsp:spPr>
        <a:xfrm>
          <a:off x="1349606" y="1465633"/>
          <a:ext cx="5079291" cy="116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65" tIns="123665" rIns="123665" bIns="12366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b="1" i="0" kern="1200" baseline="0"/>
            <a:t>Competitividad y Crecimiento Empresarial:</a:t>
          </a:r>
          <a:endParaRPr lang="en-US" sz="2200" kern="1200"/>
        </a:p>
      </dsp:txBody>
      <dsp:txXfrm>
        <a:off x="1349606" y="1465633"/>
        <a:ext cx="5079291" cy="1168490"/>
      </dsp:txXfrm>
    </dsp:sp>
    <dsp:sp modelId="{FA94D8A1-8AF4-4213-AF32-8B3B7265CDD4}">
      <dsp:nvSpPr>
        <dsp:cNvPr id="0" name=""/>
        <dsp:cNvSpPr/>
      </dsp:nvSpPr>
      <dsp:spPr>
        <a:xfrm>
          <a:off x="6428897" y="1465633"/>
          <a:ext cx="4857097" cy="116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65" tIns="123665" rIns="123665" bIns="12366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Ventaja competitiva:</a:t>
          </a:r>
          <a:r>
            <a:rPr lang="es-AR" sz="1100" b="0" i="0" kern="1200" baseline="0"/>
            <a:t> Permite a las empresas diferenciarse en el mercado y adaptarse a cambios constantes.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Acceso a nuevos mercados:</a:t>
          </a:r>
          <a:r>
            <a:rPr lang="es-AR" sz="1100" b="0" i="0" kern="1200" baseline="0"/>
            <a:t> Abre oportunidades de negocio globales y facilita el trabajo remoto.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Innovación en productos/servicios:</a:t>
          </a:r>
          <a:r>
            <a:rPr lang="es-AR" sz="1100" b="0" i="0" kern="1200" baseline="0"/>
            <a:t> Fomenta la creación de nuevas ofertas de valor que satisfacen mejor las necesidades de los clientes.</a:t>
          </a:r>
          <a:endParaRPr lang="en-US" sz="1100" kern="1200"/>
        </a:p>
      </dsp:txBody>
      <dsp:txXfrm>
        <a:off x="6428897" y="1465633"/>
        <a:ext cx="4857097" cy="1168490"/>
      </dsp:txXfrm>
    </dsp:sp>
    <dsp:sp modelId="{4AB2E160-363F-4AA3-B726-B849A9B28F4B}">
      <dsp:nvSpPr>
        <dsp:cNvPr id="0" name=""/>
        <dsp:cNvSpPr/>
      </dsp:nvSpPr>
      <dsp:spPr>
        <a:xfrm>
          <a:off x="0" y="2926245"/>
          <a:ext cx="11287314" cy="116849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C8589-0155-47D6-A9EE-16395953C0EE}">
      <dsp:nvSpPr>
        <dsp:cNvPr id="0" name=""/>
        <dsp:cNvSpPr/>
      </dsp:nvSpPr>
      <dsp:spPr>
        <a:xfrm>
          <a:off x="353468" y="3189156"/>
          <a:ext cx="642669" cy="6426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76CB6-8B0B-4AE8-94A3-C762D3A3CEBF}">
      <dsp:nvSpPr>
        <dsp:cNvPr id="0" name=""/>
        <dsp:cNvSpPr/>
      </dsp:nvSpPr>
      <dsp:spPr>
        <a:xfrm>
          <a:off x="1349606" y="2926245"/>
          <a:ext cx="5079291" cy="116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65" tIns="123665" rIns="123665" bIns="12366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b="1" i="0" kern="1200" baseline="0"/>
            <a:t>Mejora en la Toma de Decisiones y Comunicación:</a:t>
          </a:r>
          <a:endParaRPr lang="en-US" sz="2200" kern="1200"/>
        </a:p>
      </dsp:txBody>
      <dsp:txXfrm>
        <a:off x="1349606" y="2926245"/>
        <a:ext cx="5079291" cy="1168490"/>
      </dsp:txXfrm>
    </dsp:sp>
    <dsp:sp modelId="{50CCFF12-2196-41F7-BC1D-29018C7D894B}">
      <dsp:nvSpPr>
        <dsp:cNvPr id="0" name=""/>
        <dsp:cNvSpPr/>
      </dsp:nvSpPr>
      <dsp:spPr>
        <a:xfrm>
          <a:off x="6428897" y="2926245"/>
          <a:ext cx="4857097" cy="116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65" tIns="123665" rIns="123665" bIns="12366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Uso de datos (Big Data/IA):</a:t>
          </a:r>
          <a:r>
            <a:rPr lang="es-AR" sz="1100" b="0" i="0" kern="1200" baseline="0"/>
            <a:t> Proporciona información precisa y rápida, mejorando las decisiones estratégicas.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Mejor experiencia del cliente:</a:t>
          </a:r>
          <a:r>
            <a:rPr lang="es-AR" sz="1100" b="0" i="0" kern="1200" baseline="0"/>
            <a:t> Permite personalización y comunicación más eficiente, por ejemplo, a través de chatbots.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Conectividad y colaboración:</a:t>
          </a:r>
          <a:r>
            <a:rPr lang="es-AR" sz="1100" b="0" i="0" kern="1200" baseline="0"/>
            <a:t> Mejora la comunicación interna y externa, facilitando la colaboración entre equipos.</a:t>
          </a:r>
          <a:endParaRPr lang="en-US" sz="1100" kern="1200"/>
        </a:p>
      </dsp:txBody>
      <dsp:txXfrm>
        <a:off x="6428897" y="2926245"/>
        <a:ext cx="4857097" cy="1168490"/>
      </dsp:txXfrm>
    </dsp:sp>
    <dsp:sp modelId="{181A9E90-479B-467E-AF50-6F6E0F25BD46}">
      <dsp:nvSpPr>
        <dsp:cNvPr id="0" name=""/>
        <dsp:cNvSpPr/>
      </dsp:nvSpPr>
      <dsp:spPr>
        <a:xfrm>
          <a:off x="0" y="4386858"/>
          <a:ext cx="11287314" cy="116849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9A623-D0FC-4CDC-AFB3-DC216DC054E0}">
      <dsp:nvSpPr>
        <dsp:cNvPr id="0" name=""/>
        <dsp:cNvSpPr/>
      </dsp:nvSpPr>
      <dsp:spPr>
        <a:xfrm>
          <a:off x="353468" y="4649768"/>
          <a:ext cx="642669" cy="6426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F1536-209F-4791-8A8D-D0FD087CFCE6}">
      <dsp:nvSpPr>
        <dsp:cNvPr id="0" name=""/>
        <dsp:cNvSpPr/>
      </dsp:nvSpPr>
      <dsp:spPr>
        <a:xfrm>
          <a:off x="1349606" y="4386858"/>
          <a:ext cx="5079291" cy="116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65" tIns="123665" rIns="123665" bIns="12366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b="1" i="0" kern="1200" baseline="0"/>
            <a:t>Beneficios en la Sociedad y el Empleo:</a:t>
          </a:r>
          <a:endParaRPr lang="en-US" sz="2200" kern="1200"/>
        </a:p>
      </dsp:txBody>
      <dsp:txXfrm>
        <a:off x="1349606" y="4386858"/>
        <a:ext cx="5079291" cy="1168490"/>
      </dsp:txXfrm>
    </dsp:sp>
    <dsp:sp modelId="{D26A21AC-0806-4AAA-A3F3-37FFA8E903BD}">
      <dsp:nvSpPr>
        <dsp:cNvPr id="0" name=""/>
        <dsp:cNvSpPr/>
      </dsp:nvSpPr>
      <dsp:spPr>
        <a:xfrm>
          <a:off x="6428897" y="4386858"/>
          <a:ext cx="4857097" cy="1168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665" tIns="123665" rIns="123665" bIns="12366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Tareas de mayor valor:</a:t>
          </a:r>
          <a:r>
            <a:rPr lang="es-AR" sz="1100" b="0" i="0" kern="1200" baseline="0"/>
            <a:t> Permite a los empleados enfocarse en actividades creativas o estratégicas en lugar de manuales.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Mejora en la salud y calidad de vida:</a:t>
          </a:r>
          <a:r>
            <a:rPr lang="es-AR" sz="1100" b="0" i="0" kern="1200" baseline="0"/>
            <a:t> Avances en telemedicina y diagnósticos asistidos.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i="0" kern="1200" baseline="0"/>
            <a:t>Educación y formación:</a:t>
          </a:r>
          <a:r>
            <a:rPr lang="es-AR" sz="1100" b="0" i="0" kern="1200" baseline="0"/>
            <a:t> Facilita el aprendizaje personalizado y continuo. </a:t>
          </a:r>
          <a:endParaRPr lang="en-US" sz="1100" kern="1200"/>
        </a:p>
      </dsp:txBody>
      <dsp:txXfrm>
        <a:off x="6428897" y="4386858"/>
        <a:ext cx="4857097" cy="116849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02224-92A5-44C9-AC4C-A7DF3B609759}">
      <dsp:nvSpPr>
        <dsp:cNvPr id="0" name=""/>
        <dsp:cNvSpPr/>
      </dsp:nvSpPr>
      <dsp:spPr>
        <a:xfrm>
          <a:off x="0" y="0"/>
          <a:ext cx="5507453" cy="14778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Inteligencia Artificial (IA) y Machine Learning:</a:t>
          </a:r>
          <a:r>
            <a:rPr lang="es-AR" sz="1500" kern="1200"/>
            <a:t> Utilizada para diagnósticos médicos precisos, atención al cliente mediante chatbots y análisis predictivo en empresas, mejorando la eficiencia operativa.</a:t>
          </a:r>
          <a:endParaRPr lang="en-US" sz="1500" kern="1200"/>
        </a:p>
      </dsp:txBody>
      <dsp:txXfrm>
        <a:off x="43286" y="43286"/>
        <a:ext cx="3912689" cy="1391323"/>
      </dsp:txXfrm>
    </dsp:sp>
    <dsp:sp modelId="{C7103142-2DD0-43EC-951C-160846FA3D9A}">
      <dsp:nvSpPr>
        <dsp:cNvPr id="0" name=""/>
        <dsp:cNvSpPr/>
      </dsp:nvSpPr>
      <dsp:spPr>
        <a:xfrm>
          <a:off x="485951" y="1724211"/>
          <a:ext cx="5507453" cy="14778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Internet de las Cosas (IoT):</a:t>
          </a:r>
          <a:r>
            <a:rPr lang="es-AR" sz="1500" kern="1200"/>
            <a:t> Dispositivos conectados que permiten la automatización industrial, hogares inteligentes y monitorización de salud, como biosensores y rastreadores.</a:t>
          </a:r>
          <a:endParaRPr lang="en-US" sz="1500" kern="1200"/>
        </a:p>
      </dsp:txBody>
      <dsp:txXfrm>
        <a:off x="529237" y="1767497"/>
        <a:ext cx="3974297" cy="1391323"/>
      </dsp:txXfrm>
    </dsp:sp>
    <dsp:sp modelId="{355A1163-702E-4710-B88C-BF8116110A8D}">
      <dsp:nvSpPr>
        <dsp:cNvPr id="0" name=""/>
        <dsp:cNvSpPr/>
      </dsp:nvSpPr>
      <dsp:spPr>
        <a:xfrm>
          <a:off x="971903" y="3448422"/>
          <a:ext cx="5507453" cy="14778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b="1" kern="1200"/>
            <a:t>Tecnología 5G:</a:t>
          </a:r>
          <a:r>
            <a:rPr lang="es-AR" sz="1500" kern="1200"/>
            <a:t> Redes de banda ancha de altísima velocidad que permiten la conectividad simultánea de múltiples dispositivos y el desarrollo de ciudades inteligentes.</a:t>
          </a:r>
          <a:endParaRPr lang="en-US" sz="1500" kern="1200"/>
        </a:p>
      </dsp:txBody>
      <dsp:txXfrm>
        <a:off x="1015189" y="3491708"/>
        <a:ext cx="3974297" cy="1391323"/>
      </dsp:txXfrm>
    </dsp:sp>
    <dsp:sp modelId="{9BB64C1A-2A13-41A5-A27B-01269FE3C068}">
      <dsp:nvSpPr>
        <dsp:cNvPr id="0" name=""/>
        <dsp:cNvSpPr/>
      </dsp:nvSpPr>
      <dsp:spPr>
        <a:xfrm>
          <a:off x="4546821" y="1120737"/>
          <a:ext cx="960632" cy="960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762963" y="1120737"/>
        <a:ext cx="528348" cy="722876"/>
      </dsp:txXfrm>
    </dsp:sp>
    <dsp:sp modelId="{FDE5A9CA-1C1B-4439-8358-8C6356DB99E6}">
      <dsp:nvSpPr>
        <dsp:cNvPr id="0" name=""/>
        <dsp:cNvSpPr/>
      </dsp:nvSpPr>
      <dsp:spPr>
        <a:xfrm>
          <a:off x="5032773" y="2835096"/>
          <a:ext cx="960632" cy="960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248915" y="2835096"/>
        <a:ext cx="528348" cy="7228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AEBF6-41CE-43C1-9262-1CD73B561D19}">
      <dsp:nvSpPr>
        <dsp:cNvPr id="0" name=""/>
        <dsp:cNvSpPr/>
      </dsp:nvSpPr>
      <dsp:spPr>
        <a:xfrm>
          <a:off x="0" y="22298"/>
          <a:ext cx="7053942" cy="9348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1" kern="1200" dirty="0"/>
            <a:t>Impresión 3D:</a:t>
          </a:r>
          <a:r>
            <a:rPr lang="es-AR" sz="1700" kern="1200" dirty="0"/>
            <a:t> Revolución en la fabricación de prototipos, piezas industriales y medicina, permitiendo la creación de prótesis personalizadas.</a:t>
          </a:r>
          <a:endParaRPr lang="en-US" sz="1700" kern="1200" dirty="0"/>
        </a:p>
      </dsp:txBody>
      <dsp:txXfrm>
        <a:off x="45635" y="67933"/>
        <a:ext cx="6962672" cy="843560"/>
      </dsp:txXfrm>
    </dsp:sp>
    <dsp:sp modelId="{DE5763FE-6DFA-429A-9BC8-E40B2D5E8DEA}">
      <dsp:nvSpPr>
        <dsp:cNvPr id="0" name=""/>
        <dsp:cNvSpPr/>
      </dsp:nvSpPr>
      <dsp:spPr>
        <a:xfrm>
          <a:off x="0" y="1006088"/>
          <a:ext cx="7053942" cy="934830"/>
        </a:xfrm>
        <a:prstGeom prst="roundRect">
          <a:avLst/>
        </a:prstGeom>
        <a:solidFill>
          <a:schemeClr val="accent2">
            <a:hueOff val="1414419"/>
            <a:satOff val="-5328"/>
            <a:lumOff val="4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1" kern="1200"/>
            <a:t>Realidad Virtual (RV) y Aumentada (RA):</a:t>
          </a:r>
          <a:r>
            <a:rPr lang="es-AR" sz="1700" kern="1200"/>
            <a:t> Herramientas aplicadas en educación, entrenamiento industrial y experiencias de consumo inmersivas.</a:t>
          </a:r>
          <a:endParaRPr lang="en-US" sz="1700" kern="1200"/>
        </a:p>
      </dsp:txBody>
      <dsp:txXfrm>
        <a:off x="45635" y="1051723"/>
        <a:ext cx="6962672" cy="843560"/>
      </dsp:txXfrm>
    </dsp:sp>
    <dsp:sp modelId="{DAA00E6F-3D1E-406F-A3FE-AA0AA0F61833}">
      <dsp:nvSpPr>
        <dsp:cNvPr id="0" name=""/>
        <dsp:cNvSpPr/>
      </dsp:nvSpPr>
      <dsp:spPr>
        <a:xfrm>
          <a:off x="0" y="1989878"/>
          <a:ext cx="7053942" cy="934830"/>
        </a:xfrm>
        <a:prstGeom prst="roundRect">
          <a:avLst/>
        </a:prstGeom>
        <a:solidFill>
          <a:schemeClr val="accent2">
            <a:hueOff val="2828839"/>
            <a:satOff val="-10655"/>
            <a:lumOff val="8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1" kern="1200"/>
            <a:t>Drones Autónomos:</a:t>
          </a:r>
          <a:r>
            <a:rPr lang="es-AR" sz="1700" kern="1200"/>
            <a:t> Utilizados para logística (entregas), agricultura de precisión y vigilancia, optimizando tareas complejas.</a:t>
          </a:r>
          <a:endParaRPr lang="en-US" sz="1700" kern="1200"/>
        </a:p>
      </dsp:txBody>
      <dsp:txXfrm>
        <a:off x="45635" y="2035513"/>
        <a:ext cx="6962672" cy="843560"/>
      </dsp:txXfrm>
    </dsp:sp>
    <dsp:sp modelId="{18F663E2-DD86-4108-AE10-9374F479EC90}">
      <dsp:nvSpPr>
        <dsp:cNvPr id="0" name=""/>
        <dsp:cNvSpPr/>
      </dsp:nvSpPr>
      <dsp:spPr>
        <a:xfrm>
          <a:off x="0" y="2973668"/>
          <a:ext cx="7053942" cy="934830"/>
        </a:xfrm>
        <a:prstGeom prst="roundRect">
          <a:avLst/>
        </a:prstGeom>
        <a:solidFill>
          <a:schemeClr val="accent2">
            <a:hueOff val="4243259"/>
            <a:satOff val="-15983"/>
            <a:lumOff val="13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1" kern="1200"/>
            <a:t>Sistemas de Reconocimiento Facial:</a:t>
          </a:r>
          <a:r>
            <a:rPr lang="es-AR" sz="1700" kern="1200"/>
            <a:t> Tecnología aplicada a la seguridad urbana, control de acceso y autenticación en dispositivos móviles.</a:t>
          </a:r>
          <a:endParaRPr lang="en-US" sz="1700" kern="1200"/>
        </a:p>
      </dsp:txBody>
      <dsp:txXfrm>
        <a:off x="45635" y="3019303"/>
        <a:ext cx="6962672" cy="843560"/>
      </dsp:txXfrm>
    </dsp:sp>
    <dsp:sp modelId="{424EC1F4-2E5A-4C48-8196-72F7F3CEFDF0}">
      <dsp:nvSpPr>
        <dsp:cNvPr id="0" name=""/>
        <dsp:cNvSpPr/>
      </dsp:nvSpPr>
      <dsp:spPr>
        <a:xfrm>
          <a:off x="0" y="3957458"/>
          <a:ext cx="7053942" cy="934830"/>
        </a:xfrm>
        <a:prstGeom prst="roundRect">
          <a:avLst/>
        </a:prstGeom>
        <a:solidFill>
          <a:schemeClr val="accent2">
            <a:hueOff val="5657678"/>
            <a:satOff val="-21310"/>
            <a:lumOff val="17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1" kern="1200"/>
            <a:t>Blockchain:</a:t>
          </a:r>
          <a:r>
            <a:rPr lang="es-AR" sz="1700" kern="1200"/>
            <a:t> Sistemas de registro descentralizados que garantizan la seguridad y transparencia en transacciones financieras y logística.</a:t>
          </a:r>
          <a:endParaRPr lang="en-US" sz="1700" kern="1200"/>
        </a:p>
      </dsp:txBody>
      <dsp:txXfrm>
        <a:off x="45635" y="4003093"/>
        <a:ext cx="6962672" cy="843560"/>
      </dsp:txXfrm>
    </dsp:sp>
    <dsp:sp modelId="{FF6A5AC0-B63C-46C3-A97C-6D92D298F121}">
      <dsp:nvSpPr>
        <dsp:cNvPr id="0" name=""/>
        <dsp:cNvSpPr/>
      </dsp:nvSpPr>
      <dsp:spPr>
        <a:xfrm>
          <a:off x="0" y="4941248"/>
          <a:ext cx="7053942" cy="934830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b="1" kern="1200"/>
            <a:t>Energías Renovables Innovadoras:</a:t>
          </a:r>
          <a:r>
            <a:rPr lang="es-AR" sz="1700" kern="1200"/>
            <a:t> Paneles solares de alta eficiencia, baterías de litio de gran capacidad y turbinas eólicas avanzadas para la sostenibilidad</a:t>
          </a:r>
          <a:endParaRPr lang="en-US" sz="1700" kern="1200"/>
        </a:p>
      </dsp:txBody>
      <dsp:txXfrm>
        <a:off x="45635" y="4986883"/>
        <a:ext cx="6962672" cy="8435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1CABDF-6CC0-4B6F-A1F1-0615F49354A6}">
      <dsp:nvSpPr>
        <dsp:cNvPr id="0" name=""/>
        <dsp:cNvSpPr/>
      </dsp:nvSpPr>
      <dsp:spPr>
        <a:xfrm>
          <a:off x="0" y="690698"/>
          <a:ext cx="6479357" cy="17105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300" kern="1200"/>
            <a:t>¿La innovación mejora la vida… o la complica?</a:t>
          </a:r>
          <a:endParaRPr lang="en-US" sz="4300" kern="1200"/>
        </a:p>
      </dsp:txBody>
      <dsp:txXfrm>
        <a:off x="83502" y="774200"/>
        <a:ext cx="6312353" cy="1543536"/>
      </dsp:txXfrm>
    </dsp:sp>
    <dsp:sp modelId="{914659C0-AA97-4C8D-A9DC-C4DBF2E33AB0}">
      <dsp:nvSpPr>
        <dsp:cNvPr id="0" name=""/>
        <dsp:cNvSpPr/>
      </dsp:nvSpPr>
      <dsp:spPr>
        <a:xfrm>
          <a:off x="0" y="2525078"/>
          <a:ext cx="6479357" cy="1710540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4300" kern="1200"/>
            <a:t>¿Se puede innovar sin entender a las personas?</a:t>
          </a:r>
          <a:endParaRPr lang="en-US" sz="4300" kern="1200"/>
        </a:p>
      </dsp:txBody>
      <dsp:txXfrm>
        <a:off x="83502" y="2608580"/>
        <a:ext cx="6312353" cy="154353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54D07-EF15-4F39-9798-25337815F575}">
      <dsp:nvSpPr>
        <dsp:cNvPr id="0" name=""/>
        <dsp:cNvSpPr/>
      </dsp:nvSpPr>
      <dsp:spPr>
        <a:xfrm>
          <a:off x="0" y="2919"/>
          <a:ext cx="6479357" cy="1193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Capacidad de aprendizaje: A diferencia de la programación tradicional, la IA (especialmente el machine learning o aprendizaje automático) aprende de los datos para mejorar su precisión con el tiempo.</a:t>
          </a:r>
          <a:endParaRPr lang="en-US" sz="1700" kern="1200"/>
        </a:p>
      </dsp:txBody>
      <dsp:txXfrm>
        <a:off x="58257" y="61176"/>
        <a:ext cx="6362843" cy="1076886"/>
      </dsp:txXfrm>
    </dsp:sp>
    <dsp:sp modelId="{ABE9E2D0-3690-4134-A508-F3F7912AE5E1}">
      <dsp:nvSpPr>
        <dsp:cNvPr id="0" name=""/>
        <dsp:cNvSpPr/>
      </dsp:nvSpPr>
      <dsp:spPr>
        <a:xfrm>
          <a:off x="0" y="1245279"/>
          <a:ext cx="6479357" cy="1193400"/>
        </a:xfrm>
        <a:prstGeom prst="roundRect">
          <a:avLst/>
        </a:prstGeom>
        <a:solidFill>
          <a:schemeClr val="accent5">
            <a:hueOff val="3003598"/>
            <a:satOff val="-7513"/>
            <a:lumOff val="-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Subcampos principales: Incluyen el aprendizaje automático (machine learning) y el aprendizaje profundo (deep learning), que imitan las redes neuronales humanas para procesar información compleja.</a:t>
          </a:r>
          <a:endParaRPr lang="en-US" sz="1700" kern="1200"/>
        </a:p>
      </dsp:txBody>
      <dsp:txXfrm>
        <a:off x="58257" y="1303536"/>
        <a:ext cx="6362843" cy="1076886"/>
      </dsp:txXfrm>
    </dsp:sp>
    <dsp:sp modelId="{2B605A84-3CD5-43EE-A91A-27C7E518CE80}">
      <dsp:nvSpPr>
        <dsp:cNvPr id="0" name=""/>
        <dsp:cNvSpPr/>
      </dsp:nvSpPr>
      <dsp:spPr>
        <a:xfrm>
          <a:off x="0" y="2487639"/>
          <a:ext cx="6479357" cy="1193400"/>
        </a:xfrm>
        <a:prstGeom prst="roundRect">
          <a:avLst/>
        </a:prstGeom>
        <a:solidFill>
          <a:schemeClr val="accent5">
            <a:hueOff val="6007196"/>
            <a:satOff val="-15026"/>
            <a:lumOff val="-1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Tipos de IA: La mayoría de la IA actual es "IA estrecha" o débil, diseñada para una tarea específica (como los filtros de spam o recomendaciones), mientras que la "IA general" o fuerte, que emularía la mente humana, sigue siendo un objetivo teórico.</a:t>
          </a:r>
          <a:endParaRPr lang="en-US" sz="1700" kern="1200"/>
        </a:p>
      </dsp:txBody>
      <dsp:txXfrm>
        <a:off x="58257" y="2545896"/>
        <a:ext cx="6362843" cy="1076886"/>
      </dsp:txXfrm>
    </dsp:sp>
    <dsp:sp modelId="{CA2B8D1B-EA9A-4580-86EE-F352E3D28A95}">
      <dsp:nvSpPr>
        <dsp:cNvPr id="0" name=""/>
        <dsp:cNvSpPr/>
      </dsp:nvSpPr>
      <dsp:spPr>
        <a:xfrm>
          <a:off x="0" y="3729999"/>
          <a:ext cx="6479357" cy="1193400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/>
            <a:t>Aplicaciones diarias: Está presente en asistentes personales (Siri/Alexa), motores de búsqueda, traducción de idiomas, reconocimiento facial, vehículos autónomos y redes sociales. </a:t>
          </a:r>
          <a:endParaRPr lang="en-US" sz="1700" kern="1200"/>
        </a:p>
      </dsp:txBody>
      <dsp:txXfrm>
        <a:off x="58257" y="3788256"/>
        <a:ext cx="6362843" cy="107688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33B9A-8BCC-4C89-AA42-19561ED4CE53}">
      <dsp:nvSpPr>
        <dsp:cNvPr id="0" name=""/>
        <dsp:cNvSpPr/>
      </dsp:nvSpPr>
      <dsp:spPr>
        <a:xfrm>
          <a:off x="0" y="2932"/>
          <a:ext cx="7216416" cy="4928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9BE1E-86DA-4A59-B021-24D4E0929982}">
      <dsp:nvSpPr>
        <dsp:cNvPr id="0" name=""/>
        <dsp:cNvSpPr/>
      </dsp:nvSpPr>
      <dsp:spPr>
        <a:xfrm>
          <a:off x="149080" y="113818"/>
          <a:ext cx="271320" cy="2710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6BFE4-17D5-4784-A4BF-ECADB30A4B90}">
      <dsp:nvSpPr>
        <dsp:cNvPr id="0" name=""/>
        <dsp:cNvSpPr/>
      </dsp:nvSpPr>
      <dsp:spPr>
        <a:xfrm>
          <a:off x="569481" y="2932"/>
          <a:ext cx="6587291" cy="60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7" tIns="63567" rIns="63567" bIns="635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Aprendizaje automático (Machine Learning): Los sistemas mejoran su desempeño y precisión a medida que se exponen a más datos, sin ser programados explícitamente para cada tarea.</a:t>
          </a:r>
          <a:endParaRPr lang="en-US" sz="1400" kern="1200"/>
        </a:p>
      </dsp:txBody>
      <dsp:txXfrm>
        <a:off x="569481" y="2932"/>
        <a:ext cx="6587291" cy="600634"/>
      </dsp:txXfrm>
    </dsp:sp>
    <dsp:sp modelId="{A147ADD6-D183-46A9-8717-57ACA95EE7A0}">
      <dsp:nvSpPr>
        <dsp:cNvPr id="0" name=""/>
        <dsp:cNvSpPr/>
      </dsp:nvSpPr>
      <dsp:spPr>
        <a:xfrm>
          <a:off x="0" y="753725"/>
          <a:ext cx="7216416" cy="4928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FA72C-AAC2-47DB-9C76-6F3220DA091F}">
      <dsp:nvSpPr>
        <dsp:cNvPr id="0" name=""/>
        <dsp:cNvSpPr/>
      </dsp:nvSpPr>
      <dsp:spPr>
        <a:xfrm>
          <a:off x="149080" y="864611"/>
          <a:ext cx="271320" cy="2710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1D067-0E6D-4C91-ACDB-731191D85FDF}">
      <dsp:nvSpPr>
        <dsp:cNvPr id="0" name=""/>
        <dsp:cNvSpPr/>
      </dsp:nvSpPr>
      <dsp:spPr>
        <a:xfrm>
          <a:off x="569481" y="753725"/>
          <a:ext cx="6587291" cy="60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7" tIns="63567" rIns="63567" bIns="635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Capacidad de análisis y predicción: Analizan grandes volúmenes de datos (Big Data) para detectar patrones y predecir comportamientos o resultados.</a:t>
          </a:r>
          <a:endParaRPr lang="en-US" sz="1400" kern="1200"/>
        </a:p>
      </dsp:txBody>
      <dsp:txXfrm>
        <a:off x="569481" y="753725"/>
        <a:ext cx="6587291" cy="600634"/>
      </dsp:txXfrm>
    </dsp:sp>
    <dsp:sp modelId="{4D38E91D-9A4F-47AC-A0FA-EC453C0ACCD8}">
      <dsp:nvSpPr>
        <dsp:cNvPr id="0" name=""/>
        <dsp:cNvSpPr/>
      </dsp:nvSpPr>
      <dsp:spPr>
        <a:xfrm>
          <a:off x="0" y="1504519"/>
          <a:ext cx="7216416" cy="4928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85688-5C8D-4075-B40E-56DC25BF9E72}">
      <dsp:nvSpPr>
        <dsp:cNvPr id="0" name=""/>
        <dsp:cNvSpPr/>
      </dsp:nvSpPr>
      <dsp:spPr>
        <a:xfrm>
          <a:off x="149080" y="1615405"/>
          <a:ext cx="271320" cy="2710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12CCB-AB63-44C1-87B8-4AC0D952A2B2}">
      <dsp:nvSpPr>
        <dsp:cNvPr id="0" name=""/>
        <dsp:cNvSpPr/>
      </dsp:nvSpPr>
      <dsp:spPr>
        <a:xfrm>
          <a:off x="569481" y="1504519"/>
          <a:ext cx="6587291" cy="60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7" tIns="63567" rIns="63567" bIns="635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Autonomía: Habilidad para ejecutar tareas y tomar decisiones basadas en reglas preprogramadas o patrones aprendidos.</a:t>
          </a:r>
          <a:endParaRPr lang="en-US" sz="1400" kern="1200"/>
        </a:p>
      </dsp:txBody>
      <dsp:txXfrm>
        <a:off x="569481" y="1504519"/>
        <a:ext cx="6587291" cy="600634"/>
      </dsp:txXfrm>
    </dsp:sp>
    <dsp:sp modelId="{C01BF231-B352-46A3-9FE4-CD053CF83F43}">
      <dsp:nvSpPr>
        <dsp:cNvPr id="0" name=""/>
        <dsp:cNvSpPr/>
      </dsp:nvSpPr>
      <dsp:spPr>
        <a:xfrm>
          <a:off x="0" y="2255312"/>
          <a:ext cx="7216416" cy="4928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BDC615-6173-4309-B642-87B091491045}">
      <dsp:nvSpPr>
        <dsp:cNvPr id="0" name=""/>
        <dsp:cNvSpPr/>
      </dsp:nvSpPr>
      <dsp:spPr>
        <a:xfrm>
          <a:off x="149080" y="2366199"/>
          <a:ext cx="271320" cy="2710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3B4BA-F29D-4E2D-9E65-2CA272BB39C1}">
      <dsp:nvSpPr>
        <dsp:cNvPr id="0" name=""/>
        <dsp:cNvSpPr/>
      </dsp:nvSpPr>
      <dsp:spPr>
        <a:xfrm>
          <a:off x="569481" y="2255312"/>
          <a:ext cx="6587291" cy="60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7" tIns="63567" rIns="63567" bIns="635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Procesamiento del Lenguaje Natural (PLN): Capacidad para entender, interpretar y generar lenguaje humano, facilitando la interacción hombre-máquina (ej. chatbots).</a:t>
          </a:r>
          <a:endParaRPr lang="en-US" sz="1400" kern="1200"/>
        </a:p>
      </dsp:txBody>
      <dsp:txXfrm>
        <a:off x="569481" y="2255312"/>
        <a:ext cx="6587291" cy="600634"/>
      </dsp:txXfrm>
    </dsp:sp>
    <dsp:sp modelId="{40E1F0B3-7E6E-429E-9449-4DB22E6AD1D9}">
      <dsp:nvSpPr>
        <dsp:cNvPr id="0" name=""/>
        <dsp:cNvSpPr/>
      </dsp:nvSpPr>
      <dsp:spPr>
        <a:xfrm>
          <a:off x="0" y="3006106"/>
          <a:ext cx="7216416" cy="4928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40113-2AF5-4BA2-876D-812F695DF16A}">
      <dsp:nvSpPr>
        <dsp:cNvPr id="0" name=""/>
        <dsp:cNvSpPr/>
      </dsp:nvSpPr>
      <dsp:spPr>
        <a:xfrm>
          <a:off x="149080" y="3116992"/>
          <a:ext cx="271320" cy="2710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7B5A0-F329-42CC-90B6-067B70B7F15C}">
      <dsp:nvSpPr>
        <dsp:cNvPr id="0" name=""/>
        <dsp:cNvSpPr/>
      </dsp:nvSpPr>
      <dsp:spPr>
        <a:xfrm>
          <a:off x="569481" y="3006106"/>
          <a:ext cx="6587291" cy="60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7" tIns="63567" rIns="63567" bIns="635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Adaptabilidad: Ajustan sus respuestas y acciones en función de nuevos datos o cambios en el entorno.</a:t>
          </a:r>
          <a:endParaRPr lang="en-US" sz="1400" kern="1200"/>
        </a:p>
      </dsp:txBody>
      <dsp:txXfrm>
        <a:off x="569481" y="3006106"/>
        <a:ext cx="6587291" cy="600634"/>
      </dsp:txXfrm>
    </dsp:sp>
    <dsp:sp modelId="{328772E9-15D0-4537-892B-AC436405D354}">
      <dsp:nvSpPr>
        <dsp:cNvPr id="0" name=""/>
        <dsp:cNvSpPr/>
      </dsp:nvSpPr>
      <dsp:spPr>
        <a:xfrm>
          <a:off x="0" y="3756899"/>
          <a:ext cx="7216416" cy="4928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A0286C-B049-4C46-B4E3-9203DDC21038}">
      <dsp:nvSpPr>
        <dsp:cNvPr id="0" name=""/>
        <dsp:cNvSpPr/>
      </dsp:nvSpPr>
      <dsp:spPr>
        <a:xfrm>
          <a:off x="149080" y="3867786"/>
          <a:ext cx="271320" cy="27105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78454C-5E91-4544-8212-9B6B0EC577B8}">
      <dsp:nvSpPr>
        <dsp:cNvPr id="0" name=""/>
        <dsp:cNvSpPr/>
      </dsp:nvSpPr>
      <dsp:spPr>
        <a:xfrm>
          <a:off x="569481" y="3756899"/>
          <a:ext cx="6587291" cy="60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7" tIns="63567" rIns="63567" bIns="635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Visión por computadora: Capacidad para identificar, procesar e interpretar imágenes y videos.</a:t>
          </a:r>
          <a:endParaRPr lang="en-US" sz="1400" kern="1200"/>
        </a:p>
      </dsp:txBody>
      <dsp:txXfrm>
        <a:off x="569481" y="3756899"/>
        <a:ext cx="6587291" cy="600634"/>
      </dsp:txXfrm>
    </dsp:sp>
    <dsp:sp modelId="{46DDD30B-E85F-4F8E-81C4-B170008697AB}">
      <dsp:nvSpPr>
        <dsp:cNvPr id="0" name=""/>
        <dsp:cNvSpPr/>
      </dsp:nvSpPr>
      <dsp:spPr>
        <a:xfrm>
          <a:off x="0" y="4507693"/>
          <a:ext cx="7216416" cy="4928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FE18B1-CF02-4974-8105-72C62BCF2E63}">
      <dsp:nvSpPr>
        <dsp:cNvPr id="0" name=""/>
        <dsp:cNvSpPr/>
      </dsp:nvSpPr>
      <dsp:spPr>
        <a:xfrm>
          <a:off x="149080" y="4618579"/>
          <a:ext cx="271320" cy="27105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53D94-0C52-4743-8DA4-AD83036D650D}">
      <dsp:nvSpPr>
        <dsp:cNvPr id="0" name=""/>
        <dsp:cNvSpPr/>
      </dsp:nvSpPr>
      <dsp:spPr>
        <a:xfrm>
          <a:off x="569481" y="4507693"/>
          <a:ext cx="6587291" cy="60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7" tIns="63567" rIns="63567" bIns="635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Automatización de procesos: Realización de tareas repetitivas o complejas de forma rápida, eficiente y sin interrupciones (disponibilidad 24x7)</a:t>
          </a:r>
          <a:endParaRPr lang="en-US" sz="1400" kern="1200"/>
        </a:p>
      </dsp:txBody>
      <dsp:txXfrm>
        <a:off x="569481" y="4507693"/>
        <a:ext cx="6587291" cy="60063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77CED-90AC-4550-A8EF-C4391DB6A098}">
      <dsp:nvSpPr>
        <dsp:cNvPr id="0" name=""/>
        <dsp:cNvSpPr/>
      </dsp:nvSpPr>
      <dsp:spPr>
        <a:xfrm>
          <a:off x="0" y="623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D9378-5B34-4FE8-894D-EDA2618FF766}">
      <dsp:nvSpPr>
        <dsp:cNvPr id="0" name=""/>
        <dsp:cNvSpPr/>
      </dsp:nvSpPr>
      <dsp:spPr>
        <a:xfrm>
          <a:off x="0" y="623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Automatización y Eficiencia: La IA maneja tareas monótonas y rutinarias, liberando tiempo humano para actividades creativas o estratégicas.</a:t>
          </a:r>
          <a:endParaRPr lang="en-US" sz="1400" kern="1200"/>
        </a:p>
      </dsp:txBody>
      <dsp:txXfrm>
        <a:off x="0" y="623"/>
        <a:ext cx="7216416" cy="730001"/>
      </dsp:txXfrm>
    </dsp:sp>
    <dsp:sp modelId="{4F6CC2B2-11B4-4701-B64C-CB02D467D441}">
      <dsp:nvSpPr>
        <dsp:cNvPr id="0" name=""/>
        <dsp:cNvSpPr/>
      </dsp:nvSpPr>
      <dsp:spPr>
        <a:xfrm>
          <a:off x="0" y="730625"/>
          <a:ext cx="7216416" cy="0"/>
        </a:xfrm>
        <a:prstGeom prst="line">
          <a:avLst/>
        </a:prstGeom>
        <a:solidFill>
          <a:schemeClr val="accent2">
            <a:hueOff val="1178683"/>
            <a:satOff val="-4440"/>
            <a:lumOff val="3726"/>
            <a:alphaOff val="0"/>
          </a:schemeClr>
        </a:solidFill>
        <a:ln w="12700" cap="flat" cmpd="sng" algn="ctr">
          <a:solidFill>
            <a:schemeClr val="accent2">
              <a:hueOff val="1178683"/>
              <a:satOff val="-4440"/>
              <a:lumOff val="3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0732B-5899-44CB-86B7-F8F2A521F8AC}">
      <dsp:nvSpPr>
        <dsp:cNvPr id="0" name=""/>
        <dsp:cNvSpPr/>
      </dsp:nvSpPr>
      <dsp:spPr>
        <a:xfrm>
          <a:off x="0" y="730625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Reducción de Errores Humanas: Al no sufrir cansancio ni distracciones, las máquinas pueden ejecutar tareas con alta precisión, siendo fundamentales en campos críticos como la medicina o la industria.</a:t>
          </a:r>
          <a:endParaRPr lang="en-US" sz="1400" kern="1200"/>
        </a:p>
      </dsp:txBody>
      <dsp:txXfrm>
        <a:off x="0" y="730625"/>
        <a:ext cx="7216416" cy="730001"/>
      </dsp:txXfrm>
    </dsp:sp>
    <dsp:sp modelId="{92BB7A2B-5E64-42CC-A0DB-D6E6DFDFCCAB}">
      <dsp:nvSpPr>
        <dsp:cNvPr id="0" name=""/>
        <dsp:cNvSpPr/>
      </dsp:nvSpPr>
      <dsp:spPr>
        <a:xfrm>
          <a:off x="0" y="1460627"/>
          <a:ext cx="7216416" cy="0"/>
        </a:xfrm>
        <a:prstGeom prst="line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787E6-4C89-4FA5-8002-3C6ED863C523}">
      <dsp:nvSpPr>
        <dsp:cNvPr id="0" name=""/>
        <dsp:cNvSpPr/>
      </dsp:nvSpPr>
      <dsp:spPr>
        <a:xfrm>
          <a:off x="0" y="1460627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Disponibilidad 24/7: A diferencia de los humanos, los sistemas de IA pueden trabajar sin interrupciones, ofreciendo atención al cliente o supervisión continua las 24 horas del día.</a:t>
          </a:r>
          <a:endParaRPr lang="en-US" sz="1400" kern="1200"/>
        </a:p>
      </dsp:txBody>
      <dsp:txXfrm>
        <a:off x="0" y="1460627"/>
        <a:ext cx="7216416" cy="730001"/>
      </dsp:txXfrm>
    </dsp:sp>
    <dsp:sp modelId="{C7257ED9-8707-4E99-A0C0-558FCA825ADC}">
      <dsp:nvSpPr>
        <dsp:cNvPr id="0" name=""/>
        <dsp:cNvSpPr/>
      </dsp:nvSpPr>
      <dsp:spPr>
        <a:xfrm>
          <a:off x="0" y="2190629"/>
          <a:ext cx="7216416" cy="0"/>
        </a:xfrm>
        <a:prstGeom prst="line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9EB42-B9D5-4F0E-A754-5CB1800F2612}">
      <dsp:nvSpPr>
        <dsp:cNvPr id="0" name=""/>
        <dsp:cNvSpPr/>
      </dsp:nvSpPr>
      <dsp:spPr>
        <a:xfrm>
          <a:off x="0" y="2190629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Análisis Rápido de Datos: La IA procesa y analiza volúmenes masivos de información en tiempo real, identificando patrones y tendencias ocultas para mejorar la toma de decisiones empresariales.</a:t>
          </a:r>
          <a:endParaRPr lang="en-US" sz="1400" kern="1200"/>
        </a:p>
      </dsp:txBody>
      <dsp:txXfrm>
        <a:off x="0" y="2190629"/>
        <a:ext cx="7216416" cy="730001"/>
      </dsp:txXfrm>
    </dsp:sp>
    <dsp:sp modelId="{81498C39-EE17-4F0B-BF9D-2D15B15ADEF1}">
      <dsp:nvSpPr>
        <dsp:cNvPr id="0" name=""/>
        <dsp:cNvSpPr/>
      </dsp:nvSpPr>
      <dsp:spPr>
        <a:xfrm>
          <a:off x="0" y="2920630"/>
          <a:ext cx="7216416" cy="0"/>
        </a:xfrm>
        <a:prstGeom prst="line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B7B7C-D650-4FE6-B0B3-98DE51C29AFA}">
      <dsp:nvSpPr>
        <dsp:cNvPr id="0" name=""/>
        <dsp:cNvSpPr/>
      </dsp:nvSpPr>
      <dsp:spPr>
        <a:xfrm>
          <a:off x="0" y="2920630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Optimización en la Toma de Decisiones: Facilita la previsión de riesgos y la detección de fraudes, permitiendo acciones preventivas y más rápidas.</a:t>
          </a:r>
          <a:endParaRPr lang="en-US" sz="1400" kern="1200"/>
        </a:p>
      </dsp:txBody>
      <dsp:txXfrm>
        <a:off x="0" y="2920630"/>
        <a:ext cx="7216416" cy="730001"/>
      </dsp:txXfrm>
    </dsp:sp>
    <dsp:sp modelId="{3B9A5940-C5F3-4725-BD94-AFDB29917028}">
      <dsp:nvSpPr>
        <dsp:cNvPr id="0" name=""/>
        <dsp:cNvSpPr/>
      </dsp:nvSpPr>
      <dsp:spPr>
        <a:xfrm>
          <a:off x="0" y="3650632"/>
          <a:ext cx="7216416" cy="0"/>
        </a:xfrm>
        <a:prstGeom prst="line">
          <a:avLst/>
        </a:prstGeom>
        <a:solidFill>
          <a:schemeClr val="accent2">
            <a:hueOff val="5893414"/>
            <a:satOff val="-22198"/>
            <a:lumOff val="18627"/>
            <a:alphaOff val="0"/>
          </a:schemeClr>
        </a:solidFill>
        <a:ln w="12700" cap="flat" cmpd="sng" algn="ctr">
          <a:solidFill>
            <a:schemeClr val="accent2">
              <a:hueOff val="5893414"/>
              <a:satOff val="-22198"/>
              <a:lumOff val="186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87C4A-5F94-4319-83BB-A06064B5D970}">
      <dsp:nvSpPr>
        <dsp:cNvPr id="0" name=""/>
        <dsp:cNvSpPr/>
      </dsp:nvSpPr>
      <dsp:spPr>
        <a:xfrm>
          <a:off x="0" y="3650632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Avances en la Educación y Personalización: Permite experiencias de aprendizaje adaptadas a las necesidades individuales de los estudiantes y apoya a los docentes en la evaluación.</a:t>
          </a:r>
          <a:endParaRPr lang="en-US" sz="1400" kern="1200"/>
        </a:p>
      </dsp:txBody>
      <dsp:txXfrm>
        <a:off x="0" y="3650632"/>
        <a:ext cx="7216416" cy="730001"/>
      </dsp:txXfrm>
    </dsp:sp>
    <dsp:sp modelId="{F434306B-F146-4613-BD8B-911D9F0B5019}">
      <dsp:nvSpPr>
        <dsp:cNvPr id="0" name=""/>
        <dsp:cNvSpPr/>
      </dsp:nvSpPr>
      <dsp:spPr>
        <a:xfrm>
          <a:off x="0" y="4380634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8A471-02A5-483A-8C2D-7A61DB080BF8}">
      <dsp:nvSpPr>
        <dsp:cNvPr id="0" name=""/>
        <dsp:cNvSpPr/>
      </dsp:nvSpPr>
      <dsp:spPr>
        <a:xfrm>
          <a:off x="0" y="4380634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/>
            <a:t>Aplicación en Entornos Peligrosos: Los robots y sistemas inteligentes pueden operar en entornos hostiles o peligrosos para los seres humanos</a:t>
          </a:r>
          <a:endParaRPr lang="en-US" sz="1400" kern="1200"/>
        </a:p>
      </dsp:txBody>
      <dsp:txXfrm>
        <a:off x="0" y="4380634"/>
        <a:ext cx="7216416" cy="73000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811ED-8A74-42AB-BBFC-E71D5A588394}">
      <dsp:nvSpPr>
        <dsp:cNvPr id="0" name=""/>
        <dsp:cNvSpPr/>
      </dsp:nvSpPr>
      <dsp:spPr>
        <a:xfrm>
          <a:off x="1142454" y="1514085"/>
          <a:ext cx="908413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AE3B5-41E0-4185-959F-7A968F3C3303}">
      <dsp:nvSpPr>
        <dsp:cNvPr id="0" name=""/>
        <dsp:cNvSpPr/>
      </dsp:nvSpPr>
      <dsp:spPr>
        <a:xfrm>
          <a:off x="2105372" y="1437739"/>
          <a:ext cx="104467" cy="196408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529634"/>
            <a:satOff val="-529"/>
            <a:lumOff val="24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29634"/>
              <a:satOff val="-529"/>
              <a:lumOff val="2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8DD52-76C3-4902-BE3F-89F5160BD1B7}">
      <dsp:nvSpPr>
        <dsp:cNvPr id="0" name=""/>
        <dsp:cNvSpPr/>
      </dsp:nvSpPr>
      <dsp:spPr>
        <a:xfrm>
          <a:off x="566121" y="1051340"/>
          <a:ext cx="925561" cy="9255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7" tIns="35917" rIns="35917" bIns="35917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1</a:t>
          </a:r>
        </a:p>
      </dsp:txBody>
      <dsp:txXfrm>
        <a:off x="701666" y="1186885"/>
        <a:ext cx="654471" cy="654471"/>
      </dsp:txXfrm>
    </dsp:sp>
    <dsp:sp modelId="{BD9801C6-9318-4CCA-A9D1-352962C95AFA}">
      <dsp:nvSpPr>
        <dsp:cNvPr id="0" name=""/>
        <dsp:cNvSpPr/>
      </dsp:nvSpPr>
      <dsp:spPr>
        <a:xfrm>
          <a:off x="6937" y="2142501"/>
          <a:ext cx="2043930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059268"/>
            <a:satOff val="-1058"/>
            <a:lumOff val="48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059268"/>
              <a:satOff val="-1058"/>
              <a:lumOff val="4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27" tIns="165100" rIns="161227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Empatizar (</a:t>
          </a:r>
          <a:r>
            <a:rPr lang="es-AR" sz="1100" b="1" kern="1200" dirty="0" err="1"/>
            <a:t>Empathize</a:t>
          </a:r>
          <a:r>
            <a:rPr lang="es-AR" sz="1100" b="1" kern="1200" dirty="0"/>
            <a:t>):</a:t>
          </a:r>
          <a:r>
            <a:rPr lang="es-AR" sz="1100" kern="1200" dirty="0"/>
            <a:t> Consiste en investigar y comprender las necesidades, pensamientos, emociones y motivaciones del público objetivo. Implica observar, escuchar y ponerse en la piel del usuario, utilizando técnicas como entrevistas, inmersión o mapas de empatía [5, </a:t>
          </a:r>
          <a:r>
            <a:rPr lang="es-AR" sz="1100" kern="1200" dirty="0" err="1"/>
            <a:t>Genially</a:t>
          </a:r>
          <a:r>
            <a:rPr lang="es-AR" sz="1100" kern="1200" dirty="0"/>
            <a:t> Blog].</a:t>
          </a:r>
          <a:endParaRPr lang="en-US" sz="1100" kern="1200" dirty="0"/>
        </a:p>
      </dsp:txBody>
      <dsp:txXfrm>
        <a:off x="6937" y="2551287"/>
        <a:ext cx="2043930" cy="2171064"/>
      </dsp:txXfrm>
    </dsp:sp>
    <dsp:sp modelId="{267D3C87-96AC-4384-A606-9167CD5A7F1C}">
      <dsp:nvSpPr>
        <dsp:cNvPr id="0" name=""/>
        <dsp:cNvSpPr/>
      </dsp:nvSpPr>
      <dsp:spPr>
        <a:xfrm>
          <a:off x="2277971" y="1514085"/>
          <a:ext cx="2043930" cy="72"/>
        </a:xfrm>
        <a:prstGeom prst="rect">
          <a:avLst/>
        </a:prstGeom>
        <a:solidFill>
          <a:schemeClr val="accent2">
            <a:tint val="40000"/>
            <a:alpha val="90000"/>
            <a:hueOff val="1588902"/>
            <a:satOff val="-1587"/>
            <a:lumOff val="73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588902"/>
              <a:satOff val="-1587"/>
              <a:lumOff val="7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91FE0-9EE4-4F87-9D85-78BCBA4A913C}">
      <dsp:nvSpPr>
        <dsp:cNvPr id="0" name=""/>
        <dsp:cNvSpPr/>
      </dsp:nvSpPr>
      <dsp:spPr>
        <a:xfrm>
          <a:off x="4376406" y="1437739"/>
          <a:ext cx="104467" cy="196409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2118536"/>
            <a:satOff val="-2116"/>
            <a:lumOff val="97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118536"/>
              <a:satOff val="-2116"/>
              <a:lumOff val="9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C9ECD-5111-47BB-B474-28DC8F9ADD34}">
      <dsp:nvSpPr>
        <dsp:cNvPr id="0" name=""/>
        <dsp:cNvSpPr/>
      </dsp:nvSpPr>
      <dsp:spPr>
        <a:xfrm>
          <a:off x="2837155" y="1051340"/>
          <a:ext cx="925561" cy="925561"/>
        </a:xfrm>
        <a:prstGeom prst="ellipse">
          <a:avLst/>
        </a:prstGeom>
        <a:solidFill>
          <a:schemeClr val="accent2">
            <a:hueOff val="1768024"/>
            <a:satOff val="-6660"/>
            <a:lumOff val="5588"/>
            <a:alphaOff val="0"/>
          </a:schemeClr>
        </a:solidFill>
        <a:ln w="12700" cap="flat" cmpd="sng" algn="ctr">
          <a:solidFill>
            <a:schemeClr val="accent2">
              <a:hueOff val="1768024"/>
              <a:satOff val="-6660"/>
              <a:lumOff val="5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7" tIns="35917" rIns="35917" bIns="35917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2</a:t>
          </a:r>
        </a:p>
      </dsp:txBody>
      <dsp:txXfrm>
        <a:off x="2972700" y="1186885"/>
        <a:ext cx="654471" cy="654471"/>
      </dsp:txXfrm>
    </dsp:sp>
    <dsp:sp modelId="{DDEE135E-73F0-47CA-8013-AA13203EBB60}">
      <dsp:nvSpPr>
        <dsp:cNvPr id="0" name=""/>
        <dsp:cNvSpPr/>
      </dsp:nvSpPr>
      <dsp:spPr>
        <a:xfrm>
          <a:off x="2277971" y="2142501"/>
          <a:ext cx="2043930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2648170"/>
            <a:satOff val="-2645"/>
            <a:lumOff val="121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648170"/>
              <a:satOff val="-2645"/>
              <a:lumOff val="12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27" tIns="165100" rIns="161227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Definir (Define):</a:t>
          </a:r>
          <a:r>
            <a:rPr lang="es-AR" sz="1100" kern="1200" dirty="0"/>
            <a:t> Se procesa y analiza la información recopilada para enfocar el problema real y establecer un punto de vista claro. Se seleccionan los hallazgos más relevantes para definir un enunciado del problema o "reto" que guiará el resto del proceso.</a:t>
          </a:r>
          <a:endParaRPr lang="en-US" sz="1100" kern="1200" dirty="0"/>
        </a:p>
      </dsp:txBody>
      <dsp:txXfrm>
        <a:off x="2277971" y="2551287"/>
        <a:ext cx="2043930" cy="2171064"/>
      </dsp:txXfrm>
    </dsp:sp>
    <dsp:sp modelId="{FA17BA84-5B08-4856-9B5F-1EFA7B53FA5E}">
      <dsp:nvSpPr>
        <dsp:cNvPr id="0" name=""/>
        <dsp:cNvSpPr/>
      </dsp:nvSpPr>
      <dsp:spPr>
        <a:xfrm>
          <a:off x="4549004" y="1514085"/>
          <a:ext cx="2043930" cy="72"/>
        </a:xfrm>
        <a:prstGeom prst="rect">
          <a:avLst/>
        </a:prstGeom>
        <a:solidFill>
          <a:schemeClr val="accent2">
            <a:tint val="40000"/>
            <a:alpha val="90000"/>
            <a:hueOff val="3177805"/>
            <a:satOff val="-3174"/>
            <a:lumOff val="146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177805"/>
              <a:satOff val="-3174"/>
              <a:lumOff val="14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92A03-FE59-463C-9AE1-6FBBDC7F9D2E}">
      <dsp:nvSpPr>
        <dsp:cNvPr id="0" name=""/>
        <dsp:cNvSpPr/>
      </dsp:nvSpPr>
      <dsp:spPr>
        <a:xfrm>
          <a:off x="6647439" y="1437739"/>
          <a:ext cx="104467" cy="196409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E7236-4671-4997-9666-B90E59A934BC}">
      <dsp:nvSpPr>
        <dsp:cNvPr id="0" name=""/>
        <dsp:cNvSpPr/>
      </dsp:nvSpPr>
      <dsp:spPr>
        <a:xfrm>
          <a:off x="5108188" y="1051340"/>
          <a:ext cx="925561" cy="925561"/>
        </a:xfrm>
        <a:prstGeom prst="ellipse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7" tIns="35917" rIns="35917" bIns="35917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3</a:t>
          </a:r>
        </a:p>
      </dsp:txBody>
      <dsp:txXfrm>
        <a:off x="5243733" y="1186885"/>
        <a:ext cx="654471" cy="654471"/>
      </dsp:txXfrm>
    </dsp:sp>
    <dsp:sp modelId="{FA229489-CC55-4EE1-9AE5-BA3DAB407202}">
      <dsp:nvSpPr>
        <dsp:cNvPr id="0" name=""/>
        <dsp:cNvSpPr/>
      </dsp:nvSpPr>
      <dsp:spPr>
        <a:xfrm>
          <a:off x="4549004" y="2142501"/>
          <a:ext cx="2043930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4237073"/>
            <a:satOff val="-4232"/>
            <a:lumOff val="195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237073"/>
              <a:satOff val="-4232"/>
              <a:lumOff val="19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27" tIns="165100" rIns="161227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/>
            <a:t>Idear (Ideate):</a:t>
          </a:r>
          <a:r>
            <a:rPr lang="es-AR" sz="1100" kern="1200"/>
            <a:t> Fase dedicada a generar la mayor cantidad de soluciones posibles, sin restricciones ni juicios. Se busca fomentar el pensamiento creativo y la "lluvia de ideas" para abordar las necesidades definidas.</a:t>
          </a:r>
          <a:endParaRPr lang="en-US" sz="1100" kern="1200"/>
        </a:p>
      </dsp:txBody>
      <dsp:txXfrm>
        <a:off x="4549004" y="2551287"/>
        <a:ext cx="2043930" cy="2171064"/>
      </dsp:txXfrm>
    </dsp:sp>
    <dsp:sp modelId="{B0E2298A-8C2D-4B36-9276-2769975F0BB7}">
      <dsp:nvSpPr>
        <dsp:cNvPr id="0" name=""/>
        <dsp:cNvSpPr/>
      </dsp:nvSpPr>
      <dsp:spPr>
        <a:xfrm>
          <a:off x="6820038" y="1514084"/>
          <a:ext cx="2043930" cy="72"/>
        </a:xfrm>
        <a:prstGeom prst="rect">
          <a:avLst/>
        </a:prstGeom>
        <a:solidFill>
          <a:schemeClr val="accent2">
            <a:tint val="40000"/>
            <a:alpha val="90000"/>
            <a:hueOff val="4766706"/>
            <a:satOff val="-4761"/>
            <a:lumOff val="219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766706"/>
              <a:satOff val="-4761"/>
              <a:lumOff val="21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3D684B-43B9-4A1D-A460-8848D84F9E66}">
      <dsp:nvSpPr>
        <dsp:cNvPr id="0" name=""/>
        <dsp:cNvSpPr/>
      </dsp:nvSpPr>
      <dsp:spPr>
        <a:xfrm>
          <a:off x="8918473" y="1437739"/>
          <a:ext cx="104467" cy="196409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5296341"/>
            <a:satOff val="-5290"/>
            <a:lumOff val="24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296341"/>
              <a:satOff val="-5290"/>
              <a:lumOff val="24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F0505-8942-4456-AC37-B15F4CC117FE}">
      <dsp:nvSpPr>
        <dsp:cNvPr id="0" name=""/>
        <dsp:cNvSpPr/>
      </dsp:nvSpPr>
      <dsp:spPr>
        <a:xfrm>
          <a:off x="7379222" y="1051340"/>
          <a:ext cx="925561" cy="925561"/>
        </a:xfrm>
        <a:prstGeom prst="ellipse">
          <a:avLst/>
        </a:prstGeom>
        <a:solidFill>
          <a:schemeClr val="accent2">
            <a:hueOff val="5304073"/>
            <a:satOff val="-19979"/>
            <a:lumOff val="16765"/>
            <a:alphaOff val="0"/>
          </a:schemeClr>
        </a:solidFill>
        <a:ln w="12700" cap="flat" cmpd="sng" algn="ctr">
          <a:solidFill>
            <a:schemeClr val="accent2">
              <a:hueOff val="5304073"/>
              <a:satOff val="-19979"/>
              <a:lumOff val="16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7" tIns="35917" rIns="35917" bIns="35917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4</a:t>
          </a:r>
        </a:p>
      </dsp:txBody>
      <dsp:txXfrm>
        <a:off x="7514767" y="1186885"/>
        <a:ext cx="654471" cy="654471"/>
      </dsp:txXfrm>
    </dsp:sp>
    <dsp:sp modelId="{7303B688-D27A-4ABC-9135-4ABEBC51A5F9}">
      <dsp:nvSpPr>
        <dsp:cNvPr id="0" name=""/>
        <dsp:cNvSpPr/>
      </dsp:nvSpPr>
      <dsp:spPr>
        <a:xfrm>
          <a:off x="6820038" y="2142501"/>
          <a:ext cx="2043930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5825975"/>
            <a:satOff val="-5819"/>
            <a:lumOff val="26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825975"/>
              <a:satOff val="-5819"/>
              <a:lumOff val="26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27" tIns="165100" rIns="161227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/>
            <a:t>Prototipar (Prototype):</a:t>
          </a:r>
          <a:r>
            <a:rPr lang="es-AR" sz="1100" kern="1200"/>
            <a:t> Se construyen versiones rápidas, económicas y tangibles de las ideas (maquetas, dibujos, storyboards). Su objetivo es convertir las ideas en elementos físicos o simulaciones para evaluar su viabilidad.</a:t>
          </a:r>
          <a:endParaRPr lang="en-US" sz="1100" kern="1200"/>
        </a:p>
      </dsp:txBody>
      <dsp:txXfrm>
        <a:off x="6820038" y="2551287"/>
        <a:ext cx="2043930" cy="2171064"/>
      </dsp:txXfrm>
    </dsp:sp>
    <dsp:sp modelId="{6533F64C-7E14-4C9B-9B9A-AF0BF4F7A619}">
      <dsp:nvSpPr>
        <dsp:cNvPr id="0" name=""/>
        <dsp:cNvSpPr/>
      </dsp:nvSpPr>
      <dsp:spPr>
        <a:xfrm>
          <a:off x="9091071" y="1514084"/>
          <a:ext cx="1021965" cy="72"/>
        </a:xfrm>
        <a:prstGeom prst="rect">
          <a:avLst/>
        </a:prstGeom>
        <a:solidFill>
          <a:schemeClr val="accent2">
            <a:tint val="40000"/>
            <a:alpha val="90000"/>
            <a:hueOff val="6355609"/>
            <a:satOff val="-6348"/>
            <a:lumOff val="2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355609"/>
              <a:satOff val="-6348"/>
              <a:lumOff val="29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25BED-EFF9-4867-86C6-C33BC0A1D047}">
      <dsp:nvSpPr>
        <dsp:cNvPr id="0" name=""/>
        <dsp:cNvSpPr/>
      </dsp:nvSpPr>
      <dsp:spPr>
        <a:xfrm>
          <a:off x="9650255" y="1051340"/>
          <a:ext cx="925561" cy="925561"/>
        </a:xfrm>
        <a:prstGeom prst="ellips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7" tIns="35917" rIns="35917" bIns="35917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5</a:t>
          </a:r>
        </a:p>
      </dsp:txBody>
      <dsp:txXfrm>
        <a:off x="9785800" y="1186885"/>
        <a:ext cx="654471" cy="654471"/>
      </dsp:txXfrm>
    </dsp:sp>
    <dsp:sp modelId="{A8B2A65E-B8BD-48AD-9F00-F97371FA57A4}">
      <dsp:nvSpPr>
        <dsp:cNvPr id="0" name=""/>
        <dsp:cNvSpPr/>
      </dsp:nvSpPr>
      <dsp:spPr>
        <a:xfrm>
          <a:off x="9091071" y="2142501"/>
          <a:ext cx="2043930" cy="257985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27" tIns="165100" rIns="161227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Evaluar/Testear (Test):</a:t>
          </a:r>
          <a:r>
            <a:rPr lang="es-AR" sz="1100" kern="1200" dirty="0"/>
            <a:t> Se prueban los prototipos con usuarios reales para recibir </a:t>
          </a:r>
          <a:r>
            <a:rPr lang="es-AR" sz="1100" kern="1200" dirty="0" err="1"/>
            <a:t>feedback</a:t>
          </a:r>
          <a:r>
            <a:rPr lang="es-AR" sz="1100" kern="1200" dirty="0"/>
            <a:t> y validar si la solución funciona. Es una etapa iterativa, lo que significa que el resultado suele llevar a perfeccionar el prototipo o incluso a volver a fases anteriores.</a:t>
          </a:r>
          <a:endParaRPr lang="en-US" sz="1100" kern="1200" dirty="0"/>
        </a:p>
      </dsp:txBody>
      <dsp:txXfrm>
        <a:off x="9091071" y="2551287"/>
        <a:ext cx="2043930" cy="217106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B7CC1-03DD-4491-AC38-5FF47353E143}">
      <dsp:nvSpPr>
        <dsp:cNvPr id="0" name=""/>
        <dsp:cNvSpPr/>
      </dsp:nvSpPr>
      <dsp:spPr>
        <a:xfrm>
          <a:off x="0" y="436"/>
          <a:ext cx="7216416" cy="6012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4363D-D9BC-4D3C-91B2-D0FAF202F3A4}">
      <dsp:nvSpPr>
        <dsp:cNvPr id="0" name=""/>
        <dsp:cNvSpPr/>
      </dsp:nvSpPr>
      <dsp:spPr>
        <a:xfrm>
          <a:off x="181869" y="135711"/>
          <a:ext cx="330672" cy="3306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893BE-26F0-4784-BD3D-891883701719}">
      <dsp:nvSpPr>
        <dsp:cNvPr id="0" name=""/>
        <dsp:cNvSpPr/>
      </dsp:nvSpPr>
      <dsp:spPr>
        <a:xfrm>
          <a:off x="694411" y="436"/>
          <a:ext cx="6522004" cy="601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29" tIns="63629" rIns="63629" bIns="636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Centrado en el usuario (Empatía):</a:t>
          </a:r>
          <a:r>
            <a:rPr lang="es-AR" sz="1400" kern="1200"/>
            <a:t> Se basa en comprender profundamente las necesidades, emociones y motivaciones de los usuarios finales.</a:t>
          </a:r>
          <a:endParaRPr lang="en-US" sz="1400" kern="1200"/>
        </a:p>
      </dsp:txBody>
      <dsp:txXfrm>
        <a:off x="694411" y="436"/>
        <a:ext cx="6522004" cy="601221"/>
      </dsp:txXfrm>
    </dsp:sp>
    <dsp:sp modelId="{E3D95C7B-5E83-4784-9EC8-4E1A59042632}">
      <dsp:nvSpPr>
        <dsp:cNvPr id="0" name=""/>
        <dsp:cNvSpPr/>
      </dsp:nvSpPr>
      <dsp:spPr>
        <a:xfrm>
          <a:off x="0" y="751964"/>
          <a:ext cx="7216416" cy="6012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1BFCB-AB4E-4885-98C9-9BFF7F12B834}">
      <dsp:nvSpPr>
        <dsp:cNvPr id="0" name=""/>
        <dsp:cNvSpPr/>
      </dsp:nvSpPr>
      <dsp:spPr>
        <a:xfrm>
          <a:off x="181869" y="887239"/>
          <a:ext cx="330672" cy="3306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CB741-BD4B-4FF9-8BF9-BDCE65D20A96}">
      <dsp:nvSpPr>
        <dsp:cNvPr id="0" name=""/>
        <dsp:cNvSpPr/>
      </dsp:nvSpPr>
      <dsp:spPr>
        <a:xfrm>
          <a:off x="694411" y="751964"/>
          <a:ext cx="6522004" cy="601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29" tIns="63629" rIns="63629" bIns="636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Colaborativo y Multidisciplinario:</a:t>
          </a:r>
          <a:r>
            <a:rPr lang="es-AR" sz="1400" kern="1200"/>
            <a:t> Fomenta el trabajo en equipo con perfiles diversos para aportar diferentes perspectivas.</a:t>
          </a:r>
          <a:endParaRPr lang="en-US" sz="1400" kern="1200"/>
        </a:p>
      </dsp:txBody>
      <dsp:txXfrm>
        <a:off x="694411" y="751964"/>
        <a:ext cx="6522004" cy="601221"/>
      </dsp:txXfrm>
    </dsp:sp>
    <dsp:sp modelId="{8A81D1BD-53B9-40EF-A94A-8CB0F41D9C3A}">
      <dsp:nvSpPr>
        <dsp:cNvPr id="0" name=""/>
        <dsp:cNvSpPr/>
      </dsp:nvSpPr>
      <dsp:spPr>
        <a:xfrm>
          <a:off x="0" y="1503491"/>
          <a:ext cx="7216416" cy="6012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CB93D7-0BC8-41EE-8540-65984CDE5F6C}">
      <dsp:nvSpPr>
        <dsp:cNvPr id="0" name=""/>
        <dsp:cNvSpPr/>
      </dsp:nvSpPr>
      <dsp:spPr>
        <a:xfrm>
          <a:off x="181869" y="1638766"/>
          <a:ext cx="330672" cy="3306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4B257-9074-4B80-8ACC-E90F098B12ED}">
      <dsp:nvSpPr>
        <dsp:cNvPr id="0" name=""/>
        <dsp:cNvSpPr/>
      </dsp:nvSpPr>
      <dsp:spPr>
        <a:xfrm>
          <a:off x="694411" y="1503491"/>
          <a:ext cx="6522004" cy="601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29" tIns="63629" rIns="63629" bIns="636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Iterativo:</a:t>
          </a:r>
          <a:r>
            <a:rPr lang="es-AR" sz="1400" kern="1200"/>
            <a:t> Es un proceso no lineal; se avanza, se retrocede, se prueba y se mejora continuamente.</a:t>
          </a:r>
          <a:endParaRPr lang="en-US" sz="1400" kern="1200"/>
        </a:p>
      </dsp:txBody>
      <dsp:txXfrm>
        <a:off x="694411" y="1503491"/>
        <a:ext cx="6522004" cy="601221"/>
      </dsp:txXfrm>
    </dsp:sp>
    <dsp:sp modelId="{9A910844-DA91-4E37-9ABD-748507972AAE}">
      <dsp:nvSpPr>
        <dsp:cNvPr id="0" name=""/>
        <dsp:cNvSpPr/>
      </dsp:nvSpPr>
      <dsp:spPr>
        <a:xfrm>
          <a:off x="0" y="2255019"/>
          <a:ext cx="7216416" cy="6012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408E9-D1EC-41B8-90B8-05A3481D65DD}">
      <dsp:nvSpPr>
        <dsp:cNvPr id="0" name=""/>
        <dsp:cNvSpPr/>
      </dsp:nvSpPr>
      <dsp:spPr>
        <a:xfrm>
          <a:off x="181869" y="2390293"/>
          <a:ext cx="330672" cy="3306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83F3A-CC12-4C20-AAFD-C9A0A606563A}">
      <dsp:nvSpPr>
        <dsp:cNvPr id="0" name=""/>
        <dsp:cNvSpPr/>
      </dsp:nvSpPr>
      <dsp:spPr>
        <a:xfrm>
          <a:off x="694411" y="2255019"/>
          <a:ext cx="6522004" cy="601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29" tIns="63629" rIns="63629" bIns="636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Orientado a la acción (Prototipado):</a:t>
          </a:r>
          <a:r>
            <a:rPr lang="es-AR" sz="1400" kern="1200"/>
            <a:t> Pasa rápidamente de la idea a la acción creando prototipos físicos o tangibles.</a:t>
          </a:r>
          <a:endParaRPr lang="en-US" sz="1400" kern="1200"/>
        </a:p>
      </dsp:txBody>
      <dsp:txXfrm>
        <a:off x="694411" y="2255019"/>
        <a:ext cx="6522004" cy="601221"/>
      </dsp:txXfrm>
    </dsp:sp>
    <dsp:sp modelId="{681CE982-3BB9-4FA5-8872-C66DD081557B}">
      <dsp:nvSpPr>
        <dsp:cNvPr id="0" name=""/>
        <dsp:cNvSpPr/>
      </dsp:nvSpPr>
      <dsp:spPr>
        <a:xfrm>
          <a:off x="0" y="3006546"/>
          <a:ext cx="7216416" cy="6012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9532B-2784-407C-AC53-DDD29E8C9E74}">
      <dsp:nvSpPr>
        <dsp:cNvPr id="0" name=""/>
        <dsp:cNvSpPr/>
      </dsp:nvSpPr>
      <dsp:spPr>
        <a:xfrm>
          <a:off x="181869" y="3141821"/>
          <a:ext cx="330672" cy="3306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E4CB3-A821-420C-B363-741B721E3A06}">
      <dsp:nvSpPr>
        <dsp:cNvPr id="0" name=""/>
        <dsp:cNvSpPr/>
      </dsp:nvSpPr>
      <dsp:spPr>
        <a:xfrm>
          <a:off x="694411" y="3006546"/>
          <a:ext cx="6522004" cy="601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29" tIns="63629" rIns="63629" bIns="636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Pensamiento Abierto y Creativo:</a:t>
          </a:r>
          <a:r>
            <a:rPr lang="es-AR" sz="1400" kern="1200"/>
            <a:t> Busca soluciones innovadoras, fomentando la generación de un gran volumen de ideas (ideación) sin restricciones iniciales.</a:t>
          </a:r>
          <a:endParaRPr lang="en-US" sz="1400" kern="1200"/>
        </a:p>
      </dsp:txBody>
      <dsp:txXfrm>
        <a:off x="694411" y="3006546"/>
        <a:ext cx="6522004" cy="601221"/>
      </dsp:txXfrm>
    </dsp:sp>
    <dsp:sp modelId="{942367EF-301E-411E-99B4-D2385F1A9D7C}">
      <dsp:nvSpPr>
        <dsp:cNvPr id="0" name=""/>
        <dsp:cNvSpPr/>
      </dsp:nvSpPr>
      <dsp:spPr>
        <a:xfrm>
          <a:off x="0" y="3758073"/>
          <a:ext cx="7216416" cy="6012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D061E-8D2E-4238-BB6A-139A6C133065}">
      <dsp:nvSpPr>
        <dsp:cNvPr id="0" name=""/>
        <dsp:cNvSpPr/>
      </dsp:nvSpPr>
      <dsp:spPr>
        <a:xfrm>
          <a:off x="181869" y="3893348"/>
          <a:ext cx="330672" cy="33067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D3BB0-78EB-4F17-98CC-1ECEC0C88D2C}">
      <dsp:nvSpPr>
        <dsp:cNvPr id="0" name=""/>
        <dsp:cNvSpPr/>
      </dsp:nvSpPr>
      <dsp:spPr>
        <a:xfrm>
          <a:off x="694411" y="3758073"/>
          <a:ext cx="6522004" cy="601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29" tIns="63629" rIns="63629" bIns="636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Visual y Tangible:</a:t>
          </a:r>
          <a:r>
            <a:rPr lang="es-AR" sz="1400" kern="1200"/>
            <a:t> Utiliza herramientas visuales, bocetos y modelos para hacer las ideas más comprensibles.</a:t>
          </a:r>
          <a:endParaRPr lang="en-US" sz="1400" kern="1200"/>
        </a:p>
      </dsp:txBody>
      <dsp:txXfrm>
        <a:off x="694411" y="3758073"/>
        <a:ext cx="6522004" cy="601221"/>
      </dsp:txXfrm>
    </dsp:sp>
    <dsp:sp modelId="{0141A4B5-8F35-4949-850B-F0566B18F6EB}">
      <dsp:nvSpPr>
        <dsp:cNvPr id="0" name=""/>
        <dsp:cNvSpPr/>
      </dsp:nvSpPr>
      <dsp:spPr>
        <a:xfrm>
          <a:off x="0" y="4509601"/>
          <a:ext cx="7216416" cy="6012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892DA-D2EE-492E-9578-C671ABC027D3}">
      <dsp:nvSpPr>
        <dsp:cNvPr id="0" name=""/>
        <dsp:cNvSpPr/>
      </dsp:nvSpPr>
      <dsp:spPr>
        <a:xfrm>
          <a:off x="181869" y="4644876"/>
          <a:ext cx="330672" cy="33067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3F99C-0E03-44EF-A89F-FE13FB6AA8E7}">
      <dsp:nvSpPr>
        <dsp:cNvPr id="0" name=""/>
        <dsp:cNvSpPr/>
      </dsp:nvSpPr>
      <dsp:spPr>
        <a:xfrm>
          <a:off x="694411" y="4509601"/>
          <a:ext cx="6522004" cy="601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29" tIns="63629" rIns="63629" bIns="6362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/>
            <a:t>Validación constante:</a:t>
          </a:r>
          <a:r>
            <a:rPr lang="es-AR" sz="1400" kern="1200"/>
            <a:t> Los prototipos se testean con usuarios reales para recibir retroalimentación temprana.</a:t>
          </a:r>
          <a:endParaRPr lang="en-US" sz="1400" kern="1200"/>
        </a:p>
      </dsp:txBody>
      <dsp:txXfrm>
        <a:off x="694411" y="4509601"/>
        <a:ext cx="6522004" cy="60122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B4DB0-2022-4549-B389-60EC92345D0E}">
      <dsp:nvSpPr>
        <dsp:cNvPr id="0" name=""/>
        <dsp:cNvSpPr/>
      </dsp:nvSpPr>
      <dsp:spPr>
        <a:xfrm>
          <a:off x="0" y="0"/>
          <a:ext cx="8242230" cy="8455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 dirty="0"/>
            <a:t>Enfoque Centrado en el Usuario (Empatía):</a:t>
          </a:r>
          <a:r>
            <a:rPr lang="es-AR" sz="1600" kern="1200" dirty="0"/>
            <a:t> Permite comprender no solo lo que dicen los usuarios, sino lo que necesitan, piensan y sienten, asegurando productos relevantes.</a:t>
          </a:r>
          <a:endParaRPr lang="en-US" sz="1600" kern="1200" dirty="0"/>
        </a:p>
      </dsp:txBody>
      <dsp:txXfrm>
        <a:off x="24766" y="24766"/>
        <a:ext cx="7230842" cy="796056"/>
      </dsp:txXfrm>
    </dsp:sp>
    <dsp:sp modelId="{D7EAC8AE-9F95-4A78-9092-4E7E52BB27DF}">
      <dsp:nvSpPr>
        <dsp:cNvPr id="0" name=""/>
        <dsp:cNvSpPr/>
      </dsp:nvSpPr>
      <dsp:spPr>
        <a:xfrm>
          <a:off x="615491" y="963031"/>
          <a:ext cx="8242230" cy="845588"/>
        </a:xfrm>
        <a:prstGeom prst="roundRect">
          <a:avLst>
            <a:gd name="adj" fmla="val 10000"/>
          </a:avLst>
        </a:prstGeom>
        <a:solidFill>
          <a:schemeClr val="accent2">
            <a:hueOff val="1768024"/>
            <a:satOff val="-6660"/>
            <a:lumOff val="5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 dirty="0"/>
            <a:t>Innovación Efectiva:</a:t>
          </a:r>
          <a:r>
            <a:rPr lang="es-AR" sz="1600" kern="1200" dirty="0"/>
            <a:t> Ayuda a resolver problemas complejos y a diferenciar productos de la competencia, aportando valor real.</a:t>
          </a:r>
          <a:endParaRPr lang="en-US" sz="1600" kern="1200" dirty="0"/>
        </a:p>
      </dsp:txBody>
      <dsp:txXfrm>
        <a:off x="640257" y="987797"/>
        <a:ext cx="7027575" cy="796056"/>
      </dsp:txXfrm>
    </dsp:sp>
    <dsp:sp modelId="{DBDEBA6D-0ED8-4E06-9A38-744CD61F8490}">
      <dsp:nvSpPr>
        <dsp:cNvPr id="0" name=""/>
        <dsp:cNvSpPr/>
      </dsp:nvSpPr>
      <dsp:spPr>
        <a:xfrm>
          <a:off x="1230982" y="1926062"/>
          <a:ext cx="8242230" cy="845588"/>
        </a:xfrm>
        <a:prstGeom prst="roundRect">
          <a:avLst>
            <a:gd name="adj" fmla="val 10000"/>
          </a:avLst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/>
            <a:t>Aprendizaje y Validación Rápida:</a:t>
          </a:r>
          <a:r>
            <a:rPr lang="es-AR" sz="1600" kern="1200"/>
            <a:t> La iteración continua (prototipar y testear) minimiza el riesgo de fracasos costosos al fallar rápido y barato.</a:t>
          </a:r>
          <a:endParaRPr lang="en-US" sz="1600" kern="1200"/>
        </a:p>
      </dsp:txBody>
      <dsp:txXfrm>
        <a:off x="1255748" y="1950828"/>
        <a:ext cx="7027575" cy="796056"/>
      </dsp:txXfrm>
    </dsp:sp>
    <dsp:sp modelId="{097EEAC4-6D94-42E3-B81F-D2452BE8FF82}">
      <dsp:nvSpPr>
        <dsp:cNvPr id="0" name=""/>
        <dsp:cNvSpPr/>
      </dsp:nvSpPr>
      <dsp:spPr>
        <a:xfrm>
          <a:off x="1846473" y="2889093"/>
          <a:ext cx="8242230" cy="845588"/>
        </a:xfrm>
        <a:prstGeom prst="roundRect">
          <a:avLst>
            <a:gd name="adj" fmla="val 10000"/>
          </a:avLst>
        </a:prstGeom>
        <a:solidFill>
          <a:schemeClr val="accent2">
            <a:hueOff val="5304073"/>
            <a:satOff val="-19979"/>
            <a:lumOff val="16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/>
            <a:t>Resolución Colaborativa:</a:t>
          </a:r>
          <a:r>
            <a:rPr lang="es-AR" sz="1600" kern="1200"/>
            <a:t> Promueve la participación de equipos diversos, lo que enriquece la generación de ideas.</a:t>
          </a:r>
          <a:endParaRPr lang="en-US" sz="1600" kern="1200"/>
        </a:p>
      </dsp:txBody>
      <dsp:txXfrm>
        <a:off x="1871239" y="2913859"/>
        <a:ext cx="7027575" cy="796056"/>
      </dsp:txXfrm>
    </dsp:sp>
    <dsp:sp modelId="{4759C04C-A0DC-48D5-804C-6153E296607A}">
      <dsp:nvSpPr>
        <dsp:cNvPr id="0" name=""/>
        <dsp:cNvSpPr/>
      </dsp:nvSpPr>
      <dsp:spPr>
        <a:xfrm>
          <a:off x="2461965" y="3852124"/>
          <a:ext cx="8242230" cy="845588"/>
        </a:xfrm>
        <a:prstGeom prst="roundRect">
          <a:avLst>
            <a:gd name="adj" fmla="val 10000"/>
          </a:avLst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600" b="1" kern="1200"/>
            <a:t>Adaptabilidad:</a:t>
          </a:r>
          <a:r>
            <a:rPr lang="es-AR" sz="1600" kern="1200"/>
            <a:t> Fomenta la creatividad y la adaptabilidad ante los desafíos constantes del mercado</a:t>
          </a:r>
          <a:endParaRPr lang="en-US" sz="1600" kern="1200"/>
        </a:p>
      </dsp:txBody>
      <dsp:txXfrm>
        <a:off x="2486731" y="3876890"/>
        <a:ext cx="7027575" cy="796056"/>
      </dsp:txXfrm>
    </dsp:sp>
    <dsp:sp modelId="{ADFDA89D-59A5-4E40-B48C-F24739EB4FE7}">
      <dsp:nvSpPr>
        <dsp:cNvPr id="0" name=""/>
        <dsp:cNvSpPr/>
      </dsp:nvSpPr>
      <dsp:spPr>
        <a:xfrm>
          <a:off x="7692598" y="617749"/>
          <a:ext cx="549632" cy="549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816265" y="617749"/>
        <a:ext cx="302298" cy="413598"/>
      </dsp:txXfrm>
    </dsp:sp>
    <dsp:sp modelId="{1FBC6ABE-D686-4817-AFCD-7E5D1782D9E6}">
      <dsp:nvSpPr>
        <dsp:cNvPr id="0" name=""/>
        <dsp:cNvSpPr/>
      </dsp:nvSpPr>
      <dsp:spPr>
        <a:xfrm>
          <a:off x="8308089" y="1580780"/>
          <a:ext cx="549632" cy="549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471626"/>
            <a:satOff val="-2469"/>
            <a:lumOff val="11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471626"/>
              <a:satOff val="-2469"/>
              <a:lumOff val="1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431756" y="1580780"/>
        <a:ext cx="302298" cy="413598"/>
      </dsp:txXfrm>
    </dsp:sp>
    <dsp:sp modelId="{7A1A485C-BE1F-4B49-B2B7-4B80CDB8F19B}">
      <dsp:nvSpPr>
        <dsp:cNvPr id="0" name=""/>
        <dsp:cNvSpPr/>
      </dsp:nvSpPr>
      <dsp:spPr>
        <a:xfrm>
          <a:off x="8923581" y="2529718"/>
          <a:ext cx="549632" cy="549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943252"/>
            <a:satOff val="-4937"/>
            <a:lumOff val="227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943252"/>
              <a:satOff val="-4937"/>
              <a:lumOff val="22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047248" y="2529718"/>
        <a:ext cx="302298" cy="413598"/>
      </dsp:txXfrm>
    </dsp:sp>
    <dsp:sp modelId="{8FE83942-C852-4A13-B7C4-025290CFB899}">
      <dsp:nvSpPr>
        <dsp:cNvPr id="0" name=""/>
        <dsp:cNvSpPr/>
      </dsp:nvSpPr>
      <dsp:spPr>
        <a:xfrm>
          <a:off x="9539072" y="3502145"/>
          <a:ext cx="549632" cy="5496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662739" y="3502145"/>
        <a:ext cx="302298" cy="4135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C0B8-53A0-49BB-9718-52C991C0C99E}" type="datetimeFigureOut">
              <a:rPr lang="es-AR" smtClean="0"/>
              <a:t>8/9/2026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5209D-CECA-4586-B22A-9DF434C38A5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95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Son ambas y debe aportar valor a una persona del mercado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A5209D-CECA-4586-B22A-9DF434C38A5C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6783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9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4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62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0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4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4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7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27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1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0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91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35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ídeo 3" descr="Gráficos 3D">
            <a:extLst>
              <a:ext uri="{FF2B5EF4-FFF2-40B4-BE49-F238E27FC236}">
                <a16:creationId xmlns:a16="http://schemas.microsoft.com/office/drawing/2014/main" id="{A5A2746D-0F63-B7D4-189C-F6FBEC9956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alphaModFix/>
          </a:blip>
          <a:srcRect t="284" r="1" b="1"/>
          <a:stretch>
            <a:fillRect/>
          </a:stretch>
        </p:blipFill>
        <p:spPr>
          <a:xfrm>
            <a:off x="-1" y="10"/>
            <a:ext cx="12191999" cy="68579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0741CA-59A3-4426-8205-D763C96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BDE12E-F7C4-1AB6-ED1E-D6333C303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583874"/>
            <a:ext cx="5296829" cy="288476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AR" sz="5000" dirty="0">
                <a:solidFill>
                  <a:srgbClr val="FFFFFF"/>
                </a:solidFill>
              </a:rPr>
              <a:t>Tecnología e Innovación</a:t>
            </a:r>
            <a:br>
              <a:rPr lang="es-AR" sz="5000" dirty="0">
                <a:solidFill>
                  <a:srgbClr val="FFFFFF"/>
                </a:solidFill>
              </a:rPr>
            </a:br>
            <a:endParaRPr lang="es-AR" sz="50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E97139-6329-EA59-954D-5C60A34B7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2" y="930155"/>
            <a:ext cx="6556247" cy="918408"/>
          </a:xfrm>
        </p:spPr>
        <p:txBody>
          <a:bodyPr anchor="t">
            <a:normAutofit/>
          </a:bodyPr>
          <a:lstStyle/>
          <a:p>
            <a:pPr algn="ctr"/>
            <a:r>
              <a:rPr lang="es-MX" dirty="0"/>
              <a:t>Innovación Tecnológica, </a:t>
            </a:r>
          </a:p>
          <a:p>
            <a:pPr algn="ctr"/>
            <a:r>
              <a:rPr lang="es-MX" dirty="0"/>
              <a:t>Creatividad vs Innovación</a:t>
            </a:r>
            <a:r>
              <a:rPr lang="es-AR" dirty="0">
                <a:solidFill>
                  <a:srgbClr val="FFFFFF"/>
                </a:solidFill>
              </a:rPr>
              <a:t>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5D162C-996E-4B39-A3EF-DB9D0EEF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7529" y="5832424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055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A7B101-25B9-4CD2-909B-CD827E5D6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891" y="0"/>
            <a:ext cx="6034187" cy="1097280"/>
          </a:xfrm>
        </p:spPr>
        <p:txBody>
          <a:bodyPr>
            <a:normAutofit/>
          </a:bodyPr>
          <a:lstStyle/>
          <a:p>
            <a:r>
              <a:rPr lang="es-AR" dirty="0"/>
              <a:t>Agenda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746FC7-A6B0-0F91-62A7-B72517BD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87" r="31476" b="-2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DA9020-A3F2-3356-302A-96A69F2F6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2832" y="1191577"/>
            <a:ext cx="7024227" cy="557212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s-AR" sz="1400" dirty="0"/>
              <a:t>Debate</a:t>
            </a:r>
          </a:p>
          <a:p>
            <a:pPr>
              <a:lnSpc>
                <a:spcPct val="110000"/>
              </a:lnSpc>
            </a:pPr>
            <a:r>
              <a:rPr lang="es-AR" sz="1400" dirty="0" err="1"/>
              <a:t>Procecos</a:t>
            </a:r>
            <a:r>
              <a:rPr lang="es-AR" sz="1400" dirty="0"/>
              <a:t> Creativos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Definición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Técnicas Creativas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Reglas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Introducción a Innovación Tecnológica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Tipos de Innovación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Actividad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Problema de Innovar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IA</a:t>
            </a:r>
          </a:p>
          <a:p>
            <a:pPr>
              <a:lnSpc>
                <a:spcPct val="110000"/>
              </a:lnSpc>
            </a:pPr>
            <a:r>
              <a:rPr lang="es-AR" sz="1400" dirty="0" err="1"/>
              <a:t>Design</a:t>
            </a:r>
            <a:r>
              <a:rPr lang="es-AR" sz="1400" dirty="0"/>
              <a:t> </a:t>
            </a:r>
            <a:r>
              <a:rPr lang="es-AR" sz="1400" dirty="0" err="1"/>
              <a:t>Thinking</a:t>
            </a:r>
            <a:endParaRPr lang="es-AR" sz="1400" dirty="0"/>
          </a:p>
          <a:p>
            <a:pPr>
              <a:lnSpc>
                <a:spcPct val="110000"/>
              </a:lnSpc>
            </a:pPr>
            <a:r>
              <a:rPr lang="es-AR" sz="1400" dirty="0"/>
              <a:t>Definición</a:t>
            </a:r>
          </a:p>
          <a:p>
            <a:pPr>
              <a:lnSpc>
                <a:spcPct val="110000"/>
              </a:lnSpc>
            </a:pPr>
            <a:r>
              <a:rPr lang="es-AR" sz="1400" dirty="0"/>
              <a:t>Etapas del </a:t>
            </a:r>
            <a:r>
              <a:rPr lang="es-AR" sz="1400" dirty="0" err="1"/>
              <a:t>Design</a:t>
            </a:r>
            <a:r>
              <a:rPr lang="es-AR" sz="1400" dirty="0"/>
              <a:t> </a:t>
            </a:r>
            <a:r>
              <a:rPr lang="es-AR" sz="1400" dirty="0" err="1"/>
              <a:t>Thinking</a:t>
            </a:r>
            <a:endParaRPr lang="es-AR" sz="1400" dirty="0"/>
          </a:p>
          <a:p>
            <a:pPr marL="0" indent="0">
              <a:lnSpc>
                <a:spcPct val="110000"/>
              </a:lnSpc>
              <a:buNone/>
            </a:pP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423173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0E9933-3D2A-8923-9F88-3FBE8DAE8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Procesos creativos</a:t>
            </a:r>
          </a:p>
        </p:txBody>
      </p:sp>
      <p:pic>
        <p:nvPicPr>
          <p:cNvPr id="19" name="Picture 4" descr="Persona escribiendo en un bloc de notas">
            <a:extLst>
              <a:ext uri="{FF2B5EF4-FFF2-40B4-BE49-F238E27FC236}">
                <a16:creationId xmlns:a16="http://schemas.microsoft.com/office/drawing/2014/main" id="{298D739A-7E03-3C15-4861-4CEAA7DF9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45" r="6260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0" name="Straight Connector 12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5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17F0BE-6D85-5CB3-F154-207B5118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s-AR" sz="3600"/>
              <a:t>Definición</a:t>
            </a:r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ED901E08-35BC-1526-AFFE-28405D36C1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69" r="7381" b="-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864283-C968-356F-7D38-5ED1A70EA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AR" dirty="0"/>
              <a:t>El proceso creativo en tecnología e innovación es un conjunto estructurado de fases (preparación, incubación, iluminación, verificación y difusión) destinado a generar soluciones originales a problemas, utilizando la tecnología para transformar ideas en productos o servicios de alto valor. Fomenta el pensamiento divergente, la experimentación y la mejora continua</a:t>
            </a:r>
          </a:p>
        </p:txBody>
      </p:sp>
    </p:spTree>
    <p:extLst>
      <p:ext uri="{BB962C8B-B14F-4D97-AF65-F5344CB8AC3E}">
        <p14:creationId xmlns:p14="http://schemas.microsoft.com/office/powerpoint/2010/main" val="133970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74D0F8-97BB-BCCA-EE89-018234F99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AR" sz="3600"/>
              <a:t>Importancia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48AE83F-6230-A150-9ADD-F1868105B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863666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544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FE3BD2-AA37-4C05-A1D4-3EFA4DBE9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AR" sz="3600"/>
              <a:t>Etapas del proceso creativo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D734302-B74F-32D9-ECF4-D99BFA3A95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91471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720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8EB11C-1157-9DC9-4179-1CB0FC1BD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AR" sz="3600"/>
              <a:t>Reglas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BE0C759-8ED0-AAA3-F462-9AB81E74D7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17940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9855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3F5A6-D2FF-98CC-B0E9-632FAA1C4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AR" sz="3600"/>
              <a:t>Técnicas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55BF4EE-ABAE-956E-A805-4CEE0FBE59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607491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9652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84593C-636A-845D-02EF-660B914F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s-AR" dirty="0"/>
              <a:t>Herramientas</a:t>
            </a:r>
          </a:p>
        </p:txBody>
      </p:sp>
      <p:pic>
        <p:nvPicPr>
          <p:cNvPr id="5" name="Picture 4" descr="Vista plana superior del robot que se desvía del grupo">
            <a:extLst>
              <a:ext uri="{FF2B5EF4-FFF2-40B4-BE49-F238E27FC236}">
                <a16:creationId xmlns:a16="http://schemas.microsoft.com/office/drawing/2014/main" id="{F4E517F7-99AF-C07C-C741-3DB18D7059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94" r="14670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122935-365B-02F9-E599-063C62777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s-AR" b="1" dirty="0"/>
              <a:t>Plataformas Colaborativas:</a:t>
            </a:r>
            <a:r>
              <a:rPr lang="es-AR" dirty="0"/>
              <a:t> Herramientas como Miro o </a:t>
            </a:r>
            <a:r>
              <a:rPr lang="es-AR" dirty="0" err="1"/>
              <a:t>FigJam</a:t>
            </a:r>
            <a:r>
              <a:rPr lang="es-AR" dirty="0"/>
              <a:t> facilitan el trabajo en equipo, incluso a distancia.</a:t>
            </a:r>
          </a:p>
          <a:p>
            <a:r>
              <a:rPr lang="es-AR" b="1" dirty="0"/>
              <a:t>Prototipado rápido:</a:t>
            </a:r>
            <a:r>
              <a:rPr lang="es-AR" dirty="0"/>
              <a:t> Uso de Arduino, impresoras 3D y sensores para crear versiones iniciales del producto tecnológico.</a:t>
            </a:r>
          </a:p>
          <a:p>
            <a:r>
              <a:rPr lang="es-AR" b="1" dirty="0"/>
              <a:t>Tecnologías Emergentes:</a:t>
            </a:r>
            <a:r>
              <a:rPr lang="es-AR" dirty="0"/>
              <a:t> Inteligencia Artificial, realidad virtual o robótica pueden ser utilizadas para estimular nuevas formas de crear.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68546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6FE93F-4F6B-F6E1-E25D-BA6CD41E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¿Qué es la innovación Tecnológica?</a:t>
            </a:r>
          </a:p>
        </p:txBody>
      </p:sp>
      <p:pic>
        <p:nvPicPr>
          <p:cNvPr id="5" name="Picture 4" descr="Robot operando una máquina">
            <a:extLst>
              <a:ext uri="{FF2B5EF4-FFF2-40B4-BE49-F238E27FC236}">
                <a16:creationId xmlns:a16="http://schemas.microsoft.com/office/drawing/2014/main" id="{19E8F485-5621-F31E-0A74-097FC2A73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77" r="10256" b="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437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8F4EAF-1F2A-8638-E80E-97686C56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s-AR" dirty="0"/>
              <a:t>Vamos a comenzar…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46E56E2C-14A4-FFA7-0A5D-A1CCF79AB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543834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349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07A7DE-1E27-B05B-20E7-FED724B79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s-AR" dirty="0"/>
              <a:t>Definición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59DFA3-CFBF-0C6A-ACDB-A7FEDED24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La innovación tecnológica es el proceso de crear, mejorar o aplicar nuevas tecnologías para desarrollar productos, servicios o procesos más eficientes, funcionales o sostenibles. Combina conocimientos científicos y técnicos para resolver problemas, aumentar la competitividad empresarial y generar valor, ya sea mediante cambios pequeños (incrementales) o revolucionarios (disruptivos).</a:t>
            </a:r>
          </a:p>
        </p:txBody>
      </p:sp>
      <p:pic>
        <p:nvPicPr>
          <p:cNvPr id="7" name="Graphic 6" descr="Contorno de robot">
            <a:extLst>
              <a:ext uri="{FF2B5EF4-FFF2-40B4-BE49-F238E27FC236}">
                <a16:creationId xmlns:a16="http://schemas.microsoft.com/office/drawing/2014/main" id="{FF31C28D-1638-7185-7570-87D9DD04F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9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5E86B4-AF20-29F6-904A-CB268D166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anchor="t">
            <a:normAutofit/>
          </a:bodyPr>
          <a:lstStyle/>
          <a:p>
            <a:r>
              <a:rPr lang="es-AR" dirty="0"/>
              <a:t>Problemas de innovar</a:t>
            </a:r>
          </a:p>
        </p:txBody>
      </p:sp>
      <p:pic>
        <p:nvPicPr>
          <p:cNvPr id="5" name="Picture 4" descr="Gráficos y números digitales en 3D">
            <a:extLst>
              <a:ext uri="{FF2B5EF4-FFF2-40B4-BE49-F238E27FC236}">
                <a16:creationId xmlns:a16="http://schemas.microsoft.com/office/drawing/2014/main" id="{F28B7060-7E8D-4BA2-7378-0D757190F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85" r="17949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BC6DAB-F94F-FF72-D3B9-C81C46256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b="1" dirty="0"/>
              <a:t>1. Falta de comprensión del usuario</a:t>
            </a:r>
          </a:p>
          <a:p>
            <a:pPr lvl="1"/>
            <a:r>
              <a:rPr lang="es-AR" dirty="0"/>
              <a:t>Se desarrolla tecnología sin entender necesidades reales</a:t>
            </a:r>
          </a:p>
          <a:p>
            <a:pPr marL="0" indent="0">
              <a:buNone/>
            </a:pPr>
            <a:r>
              <a:rPr lang="es-AR" b="1" dirty="0"/>
              <a:t>2. Alto costo y riesgo</a:t>
            </a:r>
          </a:p>
          <a:p>
            <a:pPr lvl="1"/>
            <a:r>
              <a:rPr lang="es-AR" dirty="0"/>
              <a:t>Invertir en innovación no garantiza éxito </a:t>
            </a:r>
          </a:p>
          <a:p>
            <a:pPr lvl="1"/>
            <a:r>
              <a:rPr lang="es-AR" dirty="0"/>
              <a:t>Puede haber pérdidas importantes</a:t>
            </a:r>
          </a:p>
          <a:p>
            <a:pPr marL="0" indent="0">
              <a:buNone/>
            </a:pPr>
            <a:r>
              <a:rPr lang="es-AR" b="1" dirty="0"/>
              <a:t>3. Resistencia al cambio</a:t>
            </a:r>
          </a:p>
          <a:p>
            <a:pPr lvl="1"/>
            <a:r>
              <a:rPr lang="es-AR" dirty="0"/>
              <a:t>Personas y organizaciones rechazan lo nuevo </a:t>
            </a:r>
          </a:p>
          <a:p>
            <a:pPr lvl="1"/>
            <a:r>
              <a:rPr lang="es-AR" dirty="0"/>
              <a:t>Preferencia por lo conocido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1558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24E6E-CEEF-7EDC-CF46-1DFB4787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3BD532-A9DE-0C86-1F54-266B88E9A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E4EDF9-1458-30DD-2C6F-DC6AD011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545" y="41440"/>
            <a:ext cx="6501810" cy="1097280"/>
          </a:xfrm>
        </p:spPr>
        <p:txBody>
          <a:bodyPr anchor="t">
            <a:normAutofit/>
          </a:bodyPr>
          <a:lstStyle/>
          <a:p>
            <a:r>
              <a:rPr lang="es-AR" dirty="0"/>
              <a:t>Problemas de innovar</a:t>
            </a:r>
          </a:p>
        </p:txBody>
      </p:sp>
      <p:pic>
        <p:nvPicPr>
          <p:cNvPr id="5" name="Picture 4" descr="Gráficos y números digitales en 3D">
            <a:extLst>
              <a:ext uri="{FF2B5EF4-FFF2-40B4-BE49-F238E27FC236}">
                <a16:creationId xmlns:a16="http://schemas.microsoft.com/office/drawing/2014/main" id="{11F2BB80-321F-9408-76C5-E7C103030A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85" r="17949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BAF9B-CE26-11AC-B315-DDD8AF69D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C909F6-855F-128E-884D-8B4A7021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3176" y="993060"/>
            <a:ext cx="6882580" cy="52748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b="1" dirty="0"/>
              <a:t>4. Obsolescencia rápida</a:t>
            </a:r>
          </a:p>
          <a:p>
            <a:pPr lvl="1"/>
            <a:r>
              <a:rPr lang="es-AR" dirty="0"/>
              <a:t>La tecnología queda vieja muy rápido </a:t>
            </a:r>
          </a:p>
          <a:p>
            <a:pPr lvl="1"/>
            <a:r>
              <a:rPr lang="es-AR" dirty="0"/>
              <a:t>Lo innovador hoy, mañana ya no sirve</a:t>
            </a:r>
          </a:p>
          <a:p>
            <a:pPr marL="0" indent="0">
              <a:buNone/>
            </a:pPr>
            <a:r>
              <a:rPr lang="es-AR" b="1" dirty="0"/>
              <a:t>5. Falta de cultura innovadora</a:t>
            </a:r>
          </a:p>
          <a:p>
            <a:pPr lvl="1"/>
            <a:r>
              <a:rPr lang="es-AR" dirty="0"/>
              <a:t>Empresas rígidas </a:t>
            </a:r>
          </a:p>
          <a:p>
            <a:pPr lvl="1"/>
            <a:r>
              <a:rPr lang="es-AR" dirty="0"/>
              <a:t>Miedo al error </a:t>
            </a:r>
          </a:p>
          <a:p>
            <a:pPr lvl="1"/>
            <a:r>
              <a:rPr lang="es-AR" dirty="0"/>
              <a:t>Poca creatividad</a:t>
            </a:r>
          </a:p>
          <a:p>
            <a:pPr marL="0" indent="0">
              <a:buNone/>
            </a:pPr>
            <a:r>
              <a:rPr lang="es-AR" b="1" dirty="0"/>
              <a:t>6. Problemas de implementación</a:t>
            </a:r>
          </a:p>
          <a:p>
            <a:pPr lvl="1"/>
            <a:r>
              <a:rPr lang="es-AR" dirty="0"/>
              <a:t>Buena idea, mala ejecución </a:t>
            </a:r>
          </a:p>
          <a:p>
            <a:pPr lvl="1"/>
            <a:r>
              <a:rPr lang="es-AR" dirty="0"/>
              <a:t>Falta de planificación</a:t>
            </a:r>
          </a:p>
          <a:p>
            <a:pPr marL="0" indent="0">
              <a:buNone/>
            </a:pPr>
            <a:r>
              <a:rPr lang="es-AR" b="1" dirty="0"/>
              <a:t>7. Dependencia tecnológica</a:t>
            </a:r>
          </a:p>
          <a:p>
            <a:pPr lvl="1"/>
            <a:r>
              <a:rPr lang="es-AR" dirty="0"/>
              <a:t>Exceso de dependencia en sistemas o plataformas </a:t>
            </a:r>
          </a:p>
          <a:p>
            <a:pPr lvl="1"/>
            <a:r>
              <a:rPr lang="es-AR" dirty="0"/>
              <a:t>Riesgos si fallan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66984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AAC76B-3BE4-0008-CEED-DCA0EED7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C34C2A-1953-3A54-7846-8F30AFC1B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F5BCF1-E1CD-C0FF-B128-DFC4382CB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545" y="41440"/>
            <a:ext cx="6501810" cy="1097280"/>
          </a:xfrm>
        </p:spPr>
        <p:txBody>
          <a:bodyPr anchor="t">
            <a:normAutofit/>
          </a:bodyPr>
          <a:lstStyle/>
          <a:p>
            <a:r>
              <a:rPr lang="es-AR" dirty="0"/>
              <a:t>Problemas de innovar</a:t>
            </a:r>
          </a:p>
        </p:txBody>
      </p:sp>
      <p:pic>
        <p:nvPicPr>
          <p:cNvPr id="5" name="Picture 4" descr="Gráficos y números digitales en 3D">
            <a:extLst>
              <a:ext uri="{FF2B5EF4-FFF2-40B4-BE49-F238E27FC236}">
                <a16:creationId xmlns:a16="http://schemas.microsoft.com/office/drawing/2014/main" id="{54E11C16-45DB-2158-5CE1-F3FBA720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85" r="17949" b="2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046755-7B21-BEAB-29D2-FF8437AC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C17DE5-523D-D80D-190C-06CDCB2AE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545" y="1138720"/>
            <a:ext cx="7313494" cy="5129202"/>
          </a:xfrm>
        </p:spPr>
        <p:txBody>
          <a:bodyPr/>
          <a:lstStyle/>
          <a:p>
            <a:pPr marL="0" indent="0">
              <a:buNone/>
            </a:pPr>
            <a:r>
              <a:rPr lang="es-AR" b="1" dirty="0"/>
              <a:t>8. Problemas éticos</a:t>
            </a:r>
          </a:p>
          <a:p>
            <a:pPr lvl="1"/>
            <a:r>
              <a:rPr lang="es-AR" dirty="0"/>
              <a:t>Uso indebido de datos </a:t>
            </a:r>
          </a:p>
          <a:p>
            <a:pPr lvl="1"/>
            <a:r>
              <a:rPr lang="es-AR" dirty="0"/>
              <a:t>Privacidad </a:t>
            </a:r>
          </a:p>
          <a:p>
            <a:pPr lvl="1"/>
            <a:r>
              <a:rPr lang="es-AR" dirty="0"/>
              <a:t>Inteligencia artificial</a:t>
            </a:r>
          </a:p>
          <a:p>
            <a:pPr marL="0" indent="0">
              <a:buNone/>
            </a:pPr>
            <a:r>
              <a:rPr lang="es-AR" b="1" dirty="0"/>
              <a:t>9. Competencia acelerada</a:t>
            </a:r>
          </a:p>
          <a:p>
            <a:pPr lvl="1"/>
            <a:r>
              <a:rPr lang="es-AR" dirty="0"/>
              <a:t>Todos innovan al mismo tiempo </a:t>
            </a:r>
          </a:p>
          <a:p>
            <a:pPr lvl="1"/>
            <a:r>
              <a:rPr lang="es-AR" dirty="0"/>
              <a:t>Difícil diferenciarse</a:t>
            </a:r>
          </a:p>
          <a:p>
            <a:pPr marL="0" indent="0">
              <a:buNone/>
            </a:pPr>
            <a:r>
              <a:rPr lang="es-AR" b="1" dirty="0"/>
              <a:t>10. Falta de capacitación</a:t>
            </a:r>
          </a:p>
          <a:p>
            <a:pPr lvl="1"/>
            <a:r>
              <a:rPr lang="es-AR" dirty="0"/>
              <a:t>Usuarios o empleados no saben usar la tecnología </a:t>
            </a:r>
          </a:p>
          <a:p>
            <a:pPr lvl="1"/>
            <a:r>
              <a:rPr lang="es-AR" dirty="0"/>
              <a:t>Se desaprovecha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380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AF3C0D-86C8-1EBC-62FF-E6633D42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AR" sz="3300"/>
              <a:t>Características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EE3B36E-2546-D602-DD82-1A13069A8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319281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2677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2C200-78A3-3576-9CEA-D73D8D6C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Beneficios</a:t>
            </a:r>
            <a:endParaRPr lang="es-AR" dirty="0"/>
          </a:p>
        </p:txBody>
      </p:sp>
      <p:graphicFrame>
        <p:nvGraphicFramePr>
          <p:cNvPr id="13" name="Marcador de contenido 2">
            <a:extLst>
              <a:ext uri="{FF2B5EF4-FFF2-40B4-BE49-F238E27FC236}">
                <a16:creationId xmlns:a16="http://schemas.microsoft.com/office/drawing/2014/main" id="{725D8033-9EE7-2248-13FC-221DB33D8E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602960"/>
              </p:ext>
            </p:extLst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124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56E35-94B2-497D-424F-9318EA20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890929" cy="1097280"/>
          </a:xfrm>
        </p:spPr>
        <p:txBody>
          <a:bodyPr/>
          <a:lstStyle/>
          <a:p>
            <a:r>
              <a:rPr lang="es-AR" dirty="0"/>
              <a:t>Características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F6A76AB-A7ED-B7EF-7D28-BCC08303DD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621" y="1645919"/>
          <a:ext cx="11355275" cy="4804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0898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0894B4-E635-AD3B-0131-2581BAAF9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s-AR"/>
              <a:t>Tipos de Innovación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C81D442-8ACE-6891-3394-BB0E286B7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42499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5046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8BA1AE-E4A0-7627-4FE1-5A47A9A8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42"/>
            <a:ext cx="10890929" cy="1097280"/>
          </a:xfrm>
        </p:spPr>
        <p:txBody>
          <a:bodyPr>
            <a:normAutofit/>
          </a:bodyPr>
          <a:lstStyle/>
          <a:p>
            <a:r>
              <a:rPr lang="es-AR" dirty="0"/>
              <a:t>Ventajas de la Innovación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17F8B38-697B-FE50-4A9D-F595E849C2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799495"/>
              </p:ext>
            </p:extLst>
          </p:nvPr>
        </p:nvGraphicFramePr>
        <p:xfrm>
          <a:off x="187795" y="1120164"/>
          <a:ext cx="11287314" cy="5560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2484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17087C-559C-CB0C-BDA9-6629F2180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s-AR" dirty="0"/>
              <a:t>Ejemplos de Innovación Tecnológica en la actualidad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1CB3A74-2123-B938-6D65-D8E1C4D0D4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488543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3240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58ABD0-C255-0B3B-8239-F05762BB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s-AR" dirty="0"/>
              <a:t>Ejemplos de Innovación tecnológica en la actualidad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4CB3FB2-8B78-CF49-20A9-AE456B7C91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861949"/>
              </p:ext>
            </p:extLst>
          </p:nvPr>
        </p:nvGraphicFramePr>
        <p:xfrm>
          <a:off x="4702629" y="622999"/>
          <a:ext cx="7053942" cy="5898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9561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2CB792-2F52-4A23-860B-2CF5A4A0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41" y="427056"/>
            <a:ext cx="3750579" cy="2416628"/>
          </a:xfrm>
        </p:spPr>
        <p:txBody>
          <a:bodyPr anchor="t">
            <a:normAutofit/>
          </a:bodyPr>
          <a:lstStyle/>
          <a:p>
            <a:r>
              <a:rPr lang="es-AR" dirty="0"/>
              <a:t>Para reflexionar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B9EA62B-A93A-8576-2F60-C59C348C69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8277681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4943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DB79C2-8A59-6408-E138-25DFAAA1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04" y="3257492"/>
            <a:ext cx="3156857" cy="7117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dirty="0"/>
              <a:t>IA</a:t>
            </a:r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Definición de Inteligencia Artificial - Recursos Inteligencia Artificial">
            <a:extLst>
              <a:ext uri="{FF2B5EF4-FFF2-40B4-BE49-F238E27FC236}">
                <a16:creationId xmlns:a16="http://schemas.microsoft.com/office/drawing/2014/main" id="{815DC706-EBD2-F445-AB8B-E1C324C90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4766" y="372494"/>
            <a:ext cx="4471660" cy="2512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FA3CCF8-8FC2-46A8-832E-4E1A180DADAC}"/>
              </a:ext>
            </a:extLst>
          </p:cNvPr>
          <p:cNvSpPr txBox="1"/>
          <p:nvPr/>
        </p:nvSpPr>
        <p:spPr>
          <a:xfrm>
            <a:off x="3000375" y="3587945"/>
            <a:ext cx="806143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La inteligencia artificial (IA) es el ejemplo más disruptivo de innovación tecnológica de la última década, transformando por completo la forma en que vivimos, trabajamos y procesamos la información.</a:t>
            </a:r>
          </a:p>
          <a:p>
            <a:endParaRPr lang="es-MX" sz="2000" dirty="0"/>
          </a:p>
          <a:p>
            <a:r>
              <a:rPr lang="es-MX" sz="2000" dirty="0"/>
              <a:t>Lo que hace que la IA sea una innovación tan profunda es su capacidad de evolución y transversalidad, impactando prácticamente a todas las industrias.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937304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80C164-255B-2F2A-E6E1-234E002F9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s-AR" dirty="0"/>
              <a:t>Definición</a:t>
            </a:r>
          </a:p>
        </p:txBody>
      </p:sp>
      <p:pic>
        <p:nvPicPr>
          <p:cNvPr id="5" name="Picture 4" descr="Fondo de placa de circuito">
            <a:extLst>
              <a:ext uri="{FF2B5EF4-FFF2-40B4-BE49-F238E27FC236}">
                <a16:creationId xmlns:a16="http://schemas.microsoft.com/office/drawing/2014/main" id="{FB56E459-300A-11C9-572E-010551F8F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24" r="4367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EB0670-88C7-A30D-6FDB-594424736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La Inteligencia Artificial (IA) es un campo de la informática dedicado a crear sistemas capaces de realizar tareas que, por lo general, requieren inteligencia humana, como aprender, razonar, percibir y tomar decisiones. Se basa en el procesamiento de grandes volúmenes de datos mediante algoritmos para identificar patrones y mejorar automáticamente con la experiencia</a:t>
            </a:r>
          </a:p>
        </p:txBody>
      </p:sp>
    </p:spTree>
    <p:extLst>
      <p:ext uri="{BB962C8B-B14F-4D97-AF65-F5344CB8AC3E}">
        <p14:creationId xmlns:p14="http://schemas.microsoft.com/office/powerpoint/2010/main" val="3261331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6A30BC-F49E-C2DB-3505-37A6C898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s-AR" dirty="0"/>
              <a:t>Aspectos Claves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07881D3-1C58-15F7-04E1-4C5DC50A4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975219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1474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1EEE23-D8FE-E0AC-DAE6-D797D291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AR" sz="3300"/>
              <a:t>Características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3AB8EA7-173F-FF6A-12DA-5824C99C9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585612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6702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791C60-F190-A24B-2BBB-AB49D33F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AR" sz="3600"/>
              <a:t>Ventajas</a:t>
            </a: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22C17A62-9F9E-7253-5EFE-EC90DB440F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91561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753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791C60-F190-A24B-2BBB-AB49D33F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1" y="373022"/>
            <a:ext cx="2922270" cy="714376"/>
          </a:xfrm>
        </p:spPr>
        <p:txBody>
          <a:bodyPr anchor="t">
            <a:normAutofit/>
          </a:bodyPr>
          <a:lstStyle/>
          <a:p>
            <a:r>
              <a:rPr lang="es-AR" sz="3600" dirty="0"/>
              <a:t>Comparación</a:t>
            </a: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921F3038-7796-4BD6-A5F6-2F00457C24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1383" y="3347548"/>
            <a:ext cx="3817135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Qué es la Creatividad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Es pensar de forma original.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Vive en la imaginación de la 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 necesita venderse ni medirse.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Es el punto de partida de todo.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446584A-0156-48DF-8B26-C96DBA80403A}"/>
              </a:ext>
            </a:extLst>
          </p:cNvPr>
          <p:cNvSpPr txBox="1"/>
          <p:nvPr/>
        </p:nvSpPr>
        <p:spPr>
          <a:xfrm>
            <a:off x="3767138" y="1211901"/>
            <a:ext cx="65627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La creatividad es el acto de generar ideas originales, mientras que la innovación tecnológica es poner esas ideas en práctica usando la ciencia y las herramientas digitales para resolver problemas reales</a:t>
            </a:r>
            <a:endParaRPr lang="es-AR" sz="20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D3A359C-365E-4AEE-BBEF-4BC9015EDC63}"/>
              </a:ext>
            </a:extLst>
          </p:cNvPr>
          <p:cNvSpPr txBox="1"/>
          <p:nvPr/>
        </p:nvSpPr>
        <p:spPr>
          <a:xfrm>
            <a:off x="5862637" y="3347132"/>
            <a:ext cx="44672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alt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001D35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Qué es la Innovación Tecnológica</a:t>
            </a:r>
            <a:endParaRPr kumimoji="0" lang="es-AR" altLang="es-A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s-AR" altLang="es-AR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Es llevar la idea al mundo real.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s-AR" altLang="es-AR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Usa máquinas, sistemas o programas.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s-AR" altLang="es-AR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Crea un valor útil para las personas.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s-AR" altLang="es-AR" sz="20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Mide sus resultados con datos. </a:t>
            </a:r>
          </a:p>
        </p:txBody>
      </p:sp>
    </p:spTree>
    <p:extLst>
      <p:ext uri="{BB962C8B-B14F-4D97-AF65-F5344CB8AC3E}">
        <p14:creationId xmlns:p14="http://schemas.microsoft.com/office/powerpoint/2010/main" val="4060369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52FAB7B-42C1-46AA-9C68-7AD281066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6CD68C0-EC03-64CA-59BD-D5A7F028BB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2"/>
          <a:stretch>
            <a:fillRect/>
          </a:stretch>
        </p:blipFill>
        <p:spPr>
          <a:xfrm>
            <a:off x="1" y="152"/>
            <a:ext cx="12192000" cy="685784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905206B-651D-4874-B365-85CC5F9C8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-152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0A724B-12EC-7B54-9103-6018B556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531" y="1371600"/>
            <a:ext cx="4916477" cy="29339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 Thinking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5776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959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DBFA6-7E08-C67B-58CA-1A558E62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¿Qué 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BE5DDD-44AD-19E9-4922-FE9C0CAC2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El </a:t>
            </a:r>
            <a:r>
              <a:rPr lang="es-AR" b="1" dirty="0" err="1"/>
              <a:t>Design</a:t>
            </a:r>
            <a:r>
              <a:rPr lang="es-AR" b="1" dirty="0"/>
              <a:t> </a:t>
            </a:r>
            <a:r>
              <a:rPr lang="es-AR" b="1" dirty="0" err="1"/>
              <a:t>Thinking</a:t>
            </a:r>
            <a:r>
              <a:rPr lang="es-AR" dirty="0"/>
              <a:t> es una metodología centrada en el ser humano para resolver problemas complejos y fomentar la innovación, integrando necesidades de los usuarios, tecnología y requisitos de negocio.</a:t>
            </a:r>
          </a:p>
        </p:txBody>
      </p:sp>
    </p:spTree>
    <p:extLst>
      <p:ext uri="{BB962C8B-B14F-4D97-AF65-F5344CB8AC3E}">
        <p14:creationId xmlns:p14="http://schemas.microsoft.com/office/powerpoint/2010/main" val="940909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4E3E6D-8EE4-8AF5-1BBE-68C5884E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208800"/>
            <a:ext cx="10890929" cy="657972"/>
          </a:xfrm>
        </p:spPr>
        <p:txBody>
          <a:bodyPr anchor="b">
            <a:normAutofit fontScale="90000"/>
          </a:bodyPr>
          <a:lstStyle/>
          <a:p>
            <a:r>
              <a:rPr lang="es-AR" dirty="0"/>
              <a:t>Etapas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0D53225-CAAC-AFAA-D945-F47551FED9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925426"/>
              </p:ext>
            </p:extLst>
          </p:nvPr>
        </p:nvGraphicFramePr>
        <p:xfrm>
          <a:off x="411478" y="780297"/>
          <a:ext cx="11369043" cy="5773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8562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2AFE14-3F1C-61D2-9B08-BCBF9F3C5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AR" sz="3300"/>
              <a:t>Características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3B512DC-0D02-CBBC-6A65-44AE3BF230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02450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8427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6CC744-80BD-06BC-E3BE-13F86431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1" y="570750"/>
            <a:ext cx="10978558" cy="469363"/>
          </a:xfrm>
        </p:spPr>
        <p:txBody>
          <a:bodyPr anchor="b">
            <a:normAutofit fontScale="90000"/>
          </a:bodyPr>
          <a:lstStyle/>
          <a:p>
            <a:r>
              <a:rPr lang="es-AR" dirty="0"/>
              <a:t>Importancia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98AD288-87D7-520C-8881-39D28EE0D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3989920"/>
              </p:ext>
            </p:extLst>
          </p:nvPr>
        </p:nvGraphicFramePr>
        <p:xfrm>
          <a:off x="640080" y="1600200"/>
          <a:ext cx="10704196" cy="4697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1911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2F0449-C848-F61F-4587-DF06542B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891" y="11437"/>
            <a:ext cx="6034187" cy="1097280"/>
          </a:xfrm>
        </p:spPr>
        <p:txBody>
          <a:bodyPr>
            <a:normAutofit/>
          </a:bodyPr>
          <a:lstStyle/>
          <a:p>
            <a:r>
              <a:rPr lang="es-AR" dirty="0"/>
              <a:t>Beneficios</a:t>
            </a:r>
          </a:p>
        </p:txBody>
      </p:sp>
      <p:pic>
        <p:nvPicPr>
          <p:cNvPr id="5" name="Picture 4" descr="Uno entre la multitud">
            <a:extLst>
              <a:ext uri="{FF2B5EF4-FFF2-40B4-BE49-F238E27FC236}">
                <a16:creationId xmlns:a16="http://schemas.microsoft.com/office/drawing/2014/main" id="{1F31AC08-7948-20E2-7EE8-D0830426BB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32" r="19342"/>
          <a:stretch>
            <a:fillRect/>
          </a:stretch>
        </p:blipFill>
        <p:spPr>
          <a:xfrm>
            <a:off x="20" y="10"/>
            <a:ext cx="3968137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02B0F7-2AB6-4C8B-79B5-3490CB074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2426" y="1306286"/>
            <a:ext cx="7835306" cy="543615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s-AR" sz="1600" b="1" dirty="0"/>
              <a:t>Enfoque en el usuario (</a:t>
            </a:r>
            <a:r>
              <a:rPr lang="es-AR" sz="1600" b="1" dirty="0" err="1"/>
              <a:t>Customer</a:t>
            </a:r>
            <a:r>
              <a:rPr lang="es-AR" sz="1600" b="1" dirty="0"/>
              <a:t> </a:t>
            </a:r>
            <a:r>
              <a:rPr lang="es-AR" sz="1600" b="1" dirty="0" err="1"/>
              <a:t>Centric</a:t>
            </a:r>
            <a:r>
              <a:rPr lang="es-AR" sz="1600" b="1" dirty="0"/>
              <a:t>):</a:t>
            </a:r>
            <a:r>
              <a:rPr lang="es-AR" sz="1600" dirty="0"/>
              <a:t> Permite comprender profundamente las necesidades, comportamientos y motivaciones reales de las personas, asegurando que las soluciones resuelvan problemas verdaderos.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Innovación disruptiva y creativa:</a:t>
            </a:r>
            <a:r>
              <a:rPr lang="es-AR" sz="1600" dirty="0"/>
              <a:t> Utiliza la lluvia de ideas y el pensamiento divergente para generar soluciones originales que van más allá de lo convencional.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Reducción de riesgos y costos:</a:t>
            </a:r>
            <a:r>
              <a:rPr lang="es-AR" sz="1600" dirty="0"/>
              <a:t> Al crear prototipos rápidos y económicos ("</a:t>
            </a:r>
            <a:r>
              <a:rPr lang="es-AR" sz="1600" dirty="0" err="1"/>
              <a:t>fail</a:t>
            </a:r>
            <a:r>
              <a:rPr lang="es-AR" sz="1600" dirty="0"/>
              <a:t> </a:t>
            </a:r>
            <a:r>
              <a:rPr lang="es-AR" sz="1600" dirty="0" err="1"/>
              <a:t>fast</a:t>
            </a:r>
            <a:r>
              <a:rPr lang="es-AR" sz="1600" dirty="0"/>
              <a:t>"), los errores se detectan y corrigen tempranamente, evitando grandes inversiones en productos fallidos.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Fomento de la colaboración multidisciplinaria:</a:t>
            </a:r>
            <a:r>
              <a:rPr lang="es-AR" sz="1600" dirty="0"/>
              <a:t> Rompe silos dentro de la empresa al reunir perspectivas de diseño, ingeniería y negocio, lo que mejora la cultura de trabajo y la eficiencia del equipo.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Proceso flexible e iterativo:</a:t>
            </a:r>
            <a:r>
              <a:rPr lang="es-AR" sz="1600" dirty="0"/>
              <a:t> No es un proceso lineal; permite volver atrás, aprender de la retroalimentación constante del usuario y mejorar la solución continuamente.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Retorno de inversión (ROI) mejorado:</a:t>
            </a:r>
            <a:r>
              <a:rPr lang="es-AR" sz="1600" dirty="0"/>
              <a:t> Las empresas que aplican esta metodología pueden aumentar su eficiencia y resultados económicos, a veces incrementando el ROI significativamente</a:t>
            </a:r>
          </a:p>
        </p:txBody>
      </p:sp>
    </p:spTree>
    <p:extLst>
      <p:ext uri="{BB962C8B-B14F-4D97-AF65-F5344CB8AC3E}">
        <p14:creationId xmlns:p14="http://schemas.microsoft.com/office/powerpoint/2010/main" val="955255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376DD4-8248-DAD3-7F06-E3917169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39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AR" sz="3400" dirty="0"/>
              <a:t>Empresas que utilizan esta metodología</a:t>
            </a: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711C98-DAC1-2635-45DC-28AE73329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446964"/>
            <a:ext cx="6230983" cy="485095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s-AR" sz="1600" b="1" dirty="0"/>
              <a:t>Apple:</a:t>
            </a:r>
            <a:r>
              <a:rPr lang="es-AR" sz="1600" dirty="0"/>
              <a:t> Pionero en utilizar esta metodología para enfocar el desarrollo de productos en la experiencia del usuario y resolver problemas de diseño de manera creativa, reflejando su pasión por la innovación.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Netflix:</a:t>
            </a:r>
            <a:r>
              <a:rPr lang="es-AR" sz="1600" dirty="0"/>
              <a:t> Reinventó su modelo de negocio al pasar de alquiler de </a:t>
            </a:r>
            <a:r>
              <a:rPr lang="es-AR" sz="1600" dirty="0" err="1"/>
              <a:t>DVDs</a:t>
            </a:r>
            <a:r>
              <a:rPr lang="es-AR" sz="1600" dirty="0"/>
              <a:t> al </a:t>
            </a:r>
            <a:r>
              <a:rPr lang="es-AR" sz="1600" dirty="0" err="1"/>
              <a:t>streaming</a:t>
            </a:r>
            <a:r>
              <a:rPr lang="es-AR" sz="1600" dirty="0"/>
              <a:t>, utilizando el </a:t>
            </a:r>
            <a:r>
              <a:rPr lang="es-AR" sz="1600" i="1" dirty="0" err="1"/>
              <a:t>Design</a:t>
            </a:r>
            <a:r>
              <a:rPr lang="es-AR" sz="1600" i="1" dirty="0"/>
              <a:t> </a:t>
            </a:r>
            <a:r>
              <a:rPr lang="es-AR" sz="1600" i="1" dirty="0" err="1"/>
              <a:t>Thinking</a:t>
            </a:r>
            <a:r>
              <a:rPr lang="es-AR" sz="1600" dirty="0"/>
              <a:t> para priorizar las necesidades de contenido personalizado y experiencias de usuario atractivas.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Airbnb:</a:t>
            </a:r>
            <a:r>
              <a:rPr lang="es-AR" sz="1600" dirty="0"/>
              <a:t> Transformó la industria hotelera al empatizar con viajeros y anfitriones, lo que resultó en una plataforma diseñada minuciosamente para ser fácil de usar y ofrecer una experiencia personalizada.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BBVA:</a:t>
            </a:r>
            <a:r>
              <a:rPr lang="es-AR" sz="1600" dirty="0"/>
              <a:t> Aplicó esta metodología para rediseñar sus cajeros automáticos, haciéndolos más intuitivos, humanos y seguros, lo que mejoró la relación con sus clientes.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Netflix (Caso 3):</a:t>
            </a:r>
            <a:r>
              <a:rPr lang="es-AR" sz="1600" dirty="0"/>
              <a:t> Netflix utilizó el </a:t>
            </a:r>
            <a:r>
              <a:rPr lang="es-AR" sz="1600" dirty="0" err="1"/>
              <a:t>design</a:t>
            </a:r>
            <a:r>
              <a:rPr lang="es-AR" sz="1600" dirty="0"/>
              <a:t> </a:t>
            </a:r>
            <a:r>
              <a:rPr lang="es-AR" sz="1600" dirty="0" err="1"/>
              <a:t>thinking</a:t>
            </a:r>
            <a:r>
              <a:rPr lang="es-AR" sz="1600" dirty="0"/>
              <a:t> para ofrecer contenido bajo demanda y personalizado, anticipando los deseos de sus usuarios.</a:t>
            </a:r>
          </a:p>
          <a:p>
            <a:pPr>
              <a:lnSpc>
                <a:spcPct val="110000"/>
              </a:lnSpc>
            </a:pPr>
            <a:r>
              <a:rPr lang="es-AR" sz="1600" b="1" dirty="0"/>
              <a:t>IKEA (Caso 7):</a:t>
            </a:r>
            <a:r>
              <a:rPr lang="es-AR" sz="1600" dirty="0"/>
              <a:t> Diseñó sus muebles pensando en el transporte fácil por el consumidor y la reducción de costos, creando "People </a:t>
            </a:r>
            <a:r>
              <a:rPr lang="es-AR" sz="1600" dirty="0" err="1"/>
              <a:t>Revolution</a:t>
            </a:r>
            <a:r>
              <a:rPr lang="es-AR" sz="1600" dirty="0"/>
              <a:t>"</a:t>
            </a:r>
          </a:p>
          <a:p>
            <a:pPr>
              <a:lnSpc>
                <a:spcPct val="110000"/>
              </a:lnSpc>
            </a:pPr>
            <a:endParaRPr lang="es-AR" sz="1400" dirty="0"/>
          </a:p>
        </p:txBody>
      </p:sp>
      <p:pic>
        <p:nvPicPr>
          <p:cNvPr id="15" name="Picture 4" descr="Representación en 3D de una esfera roja con una línea de luz que atraviesa el centro">
            <a:extLst>
              <a:ext uri="{FF2B5EF4-FFF2-40B4-BE49-F238E27FC236}">
                <a16:creationId xmlns:a16="http://schemas.microsoft.com/office/drawing/2014/main" id="{37ABCA65-2F27-5520-4678-87915B74A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77" r="12352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91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681B7C-2CA1-BD5B-063C-967D2185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AR" sz="3400" dirty="0"/>
              <a:t>Por qué utilizaron esta metodología?</a:t>
            </a:r>
          </a:p>
        </p:txBody>
      </p:sp>
      <p:pic>
        <p:nvPicPr>
          <p:cNvPr id="5" name="Picture 4" descr="Cajas de cartón en cinta transportadora">
            <a:extLst>
              <a:ext uri="{FF2B5EF4-FFF2-40B4-BE49-F238E27FC236}">
                <a16:creationId xmlns:a16="http://schemas.microsoft.com/office/drawing/2014/main" id="{51C89462-39D0-E210-853D-579D4628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32" r="21284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85F3CA-CD50-AF77-3544-DA90C4D50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AR" sz="1700" b="1" dirty="0"/>
              <a:t>Empatía con el usuario:</a:t>
            </a:r>
            <a:r>
              <a:rPr lang="es-AR" sz="1700" dirty="0"/>
              <a:t> Entienden profundamente las necesidades reales de sus clientes antes de desarrollar productos.</a:t>
            </a:r>
          </a:p>
          <a:p>
            <a:pPr>
              <a:lnSpc>
                <a:spcPct val="110000"/>
              </a:lnSpc>
            </a:pPr>
            <a:r>
              <a:rPr lang="es-AR" sz="1700" b="1" dirty="0"/>
              <a:t>Innovación centrada en el humano:</a:t>
            </a:r>
            <a:r>
              <a:rPr lang="es-AR" sz="1700" dirty="0"/>
              <a:t> Fomenta la creación de soluciones originales que la gente realmente desea.</a:t>
            </a:r>
          </a:p>
          <a:p>
            <a:pPr>
              <a:lnSpc>
                <a:spcPct val="110000"/>
              </a:lnSpc>
            </a:pPr>
            <a:r>
              <a:rPr lang="es-AR" sz="1700" b="1" dirty="0"/>
              <a:t>Prototipado rápido:</a:t>
            </a:r>
            <a:r>
              <a:rPr lang="es-AR" sz="1700" dirty="0"/>
              <a:t> Permite probar ideas rápidamente y fallar barato para aprender rápido.</a:t>
            </a:r>
          </a:p>
          <a:p>
            <a:pPr>
              <a:lnSpc>
                <a:spcPct val="110000"/>
              </a:lnSpc>
            </a:pPr>
            <a:r>
              <a:rPr lang="es-AR" sz="1700" b="1" dirty="0"/>
              <a:t>Colaboración interdisciplinaria:</a:t>
            </a:r>
            <a:r>
              <a:rPr lang="es-AR" sz="1700" dirty="0"/>
              <a:t> Rompe silos dentro de la empresa para resolver problemas complejos de manera conjunta. </a:t>
            </a:r>
          </a:p>
          <a:p>
            <a:pPr marL="0" indent="0">
              <a:lnSpc>
                <a:spcPct val="110000"/>
              </a:lnSpc>
              <a:buNone/>
            </a:pPr>
            <a:endParaRPr lang="es-AR" sz="1700" dirty="0"/>
          </a:p>
        </p:txBody>
      </p:sp>
    </p:spTree>
    <p:extLst>
      <p:ext uri="{BB962C8B-B14F-4D97-AF65-F5344CB8AC3E}">
        <p14:creationId xmlns:p14="http://schemas.microsoft.com/office/powerpoint/2010/main" val="68363058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DBA4C13E70F5418B418D8012459F21" ma:contentTypeVersion="3" ma:contentTypeDescription="Crear nuevo documento." ma:contentTypeScope="" ma:versionID="0a304ccaa1773ffe5d2b1e682fa7860d">
  <xsd:schema xmlns:xsd="http://www.w3.org/2001/XMLSchema" xmlns:xs="http://www.w3.org/2001/XMLSchema" xmlns:p="http://schemas.microsoft.com/office/2006/metadata/properties" xmlns:ns2="de7ef2da-48b3-49aa-9fec-64c55b664b94" targetNamespace="http://schemas.microsoft.com/office/2006/metadata/properties" ma:root="true" ma:fieldsID="cf8310444cf7183a730381c58d7a84d3" ns2:_="">
    <xsd:import namespace="de7ef2da-48b3-49aa-9fec-64c55b664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ef2da-48b3-49aa-9fec-64c55b664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856658-222D-4DA1-B571-08A1E930A65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23C5814-482A-4ED9-A35F-288AAAF5BBD5}"/>
</file>

<file path=customXml/itemProps3.xml><?xml version="1.0" encoding="utf-8"?>
<ds:datastoreItem xmlns:ds="http://schemas.openxmlformats.org/officeDocument/2006/customXml" ds:itemID="{820137C7-5A08-40AA-86C1-B431195A95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3655</Words>
  <Application>Microsoft Office PowerPoint</Application>
  <PresentationFormat>Panorámica</PresentationFormat>
  <Paragraphs>239</Paragraphs>
  <Slides>37</Slides>
  <Notes>1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Arial</vt:lpstr>
      <vt:lpstr>Calibri</vt:lpstr>
      <vt:lpstr>Google Sans</vt:lpstr>
      <vt:lpstr>Grandview Display</vt:lpstr>
      <vt:lpstr>DashVTI</vt:lpstr>
      <vt:lpstr>Tecnología e Innovación </vt:lpstr>
      <vt:lpstr>Agenda</vt:lpstr>
      <vt:lpstr>Procesos creativos</vt:lpstr>
      <vt:lpstr>Definición</vt:lpstr>
      <vt:lpstr>Importancia</vt:lpstr>
      <vt:lpstr>Etapas del proceso creativo</vt:lpstr>
      <vt:lpstr>Reglas</vt:lpstr>
      <vt:lpstr>Técnicas</vt:lpstr>
      <vt:lpstr>Herramientas</vt:lpstr>
      <vt:lpstr>¿Qué es la innovación Tecnológica?</vt:lpstr>
      <vt:lpstr>Vamos a comenzar…</vt:lpstr>
      <vt:lpstr>Definición</vt:lpstr>
      <vt:lpstr>Problemas de innovar</vt:lpstr>
      <vt:lpstr>Problemas de innovar</vt:lpstr>
      <vt:lpstr>Problemas de innovar</vt:lpstr>
      <vt:lpstr>Características</vt:lpstr>
      <vt:lpstr>Beneficios</vt:lpstr>
      <vt:lpstr>Características</vt:lpstr>
      <vt:lpstr>Tipos de Innovación</vt:lpstr>
      <vt:lpstr>Ventajas de la Innovación</vt:lpstr>
      <vt:lpstr>Ejemplos de Innovación Tecnológica en la actualidad</vt:lpstr>
      <vt:lpstr>Ejemplos de Innovación tecnológica en la actualidad</vt:lpstr>
      <vt:lpstr>Para reflexionar</vt:lpstr>
      <vt:lpstr>IA</vt:lpstr>
      <vt:lpstr>Definición</vt:lpstr>
      <vt:lpstr>Aspectos Claves</vt:lpstr>
      <vt:lpstr>Características</vt:lpstr>
      <vt:lpstr>Ventajas</vt:lpstr>
      <vt:lpstr>Comparación</vt:lpstr>
      <vt:lpstr>Design Thinking</vt:lpstr>
      <vt:lpstr>¿Qué es?</vt:lpstr>
      <vt:lpstr>Etapas</vt:lpstr>
      <vt:lpstr>Características</vt:lpstr>
      <vt:lpstr>Importancia</vt:lpstr>
      <vt:lpstr>Beneficios</vt:lpstr>
      <vt:lpstr>Empresas que utilizan esta metodología</vt:lpstr>
      <vt:lpstr>Por qué utilizaron esta metodología?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Tecnología e Innovación</dc:title>
  <dc:creator>Escandell, Gustavo</dc:creator>
  <cp:lastModifiedBy>BARRIOS MARIO RUBEN</cp:lastModifiedBy>
  <cp:revision>17</cp:revision>
  <dcterms:created xsi:type="dcterms:W3CDTF">2026-03-20T13:45:11Z</dcterms:created>
  <dcterms:modified xsi:type="dcterms:W3CDTF">2026-09-08T15:15:53Z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0x0101008EDBA4C13E70F5418B418D8012459F21</vt:lpwstr>
  </property>
</Properties>
</file>